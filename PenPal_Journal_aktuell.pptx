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87" r:id="rId4"/>
    <p:sldId id="296" r:id="rId5"/>
    <p:sldId id="309" r:id="rId6"/>
    <p:sldId id="310" r:id="rId7"/>
    <p:sldId id="311" r:id="rId8"/>
    <p:sldId id="313" r:id="rId9"/>
    <p:sldId id="314" r:id="rId10"/>
    <p:sldId id="263" r:id="rId11"/>
    <p:sldId id="264" r:id="rId12"/>
    <p:sldId id="265" r:id="rId13"/>
    <p:sldId id="266" r:id="rId14"/>
    <p:sldId id="300" r:id="rId15"/>
    <p:sldId id="315" r:id="rId16"/>
    <p:sldId id="316" r:id="rId17"/>
    <p:sldId id="295" r:id="rId18"/>
    <p:sldId id="297" r:id="rId19"/>
    <p:sldId id="298" r:id="rId20"/>
    <p:sldId id="283" r:id="rId21"/>
    <p:sldId id="284" r:id="rId22"/>
    <p:sldId id="305" r:id="rId23"/>
    <p:sldId id="306" r:id="rId24"/>
    <p:sldId id="307" r:id="rId25"/>
    <p:sldId id="308" r:id="rId26"/>
    <p:sldId id="286" r:id="rId27"/>
    <p:sldId id="258" r:id="rId28"/>
    <p:sldId id="259" r:id="rId29"/>
    <p:sldId id="260" r:id="rId30"/>
    <p:sldId id="261" r:id="rId31"/>
    <p:sldId id="262" r:id="rId32"/>
    <p:sldId id="267" r:id="rId33"/>
    <p:sldId id="268" r:id="rId34"/>
    <p:sldId id="269" r:id="rId35"/>
    <p:sldId id="270" r:id="rId36"/>
    <p:sldId id="301" r:id="rId37"/>
    <p:sldId id="272" r:id="rId38"/>
    <p:sldId id="274" r:id="rId39"/>
    <p:sldId id="303" r:id="rId40"/>
    <p:sldId id="273" r:id="rId41"/>
    <p:sldId id="275" r:id="rId42"/>
    <p:sldId id="276" r:id="rId43"/>
    <p:sldId id="277" r:id="rId44"/>
    <p:sldId id="278" r:id="rId45"/>
    <p:sldId id="279" r:id="rId46"/>
    <p:sldId id="280" r:id="rId47"/>
    <p:sldId id="281" r:id="rId48"/>
    <p:sldId id="282" r:id="rId49"/>
    <p:sldId id="319" r:id="rId50"/>
    <p:sldId id="320" r:id="rId51"/>
    <p:sldId id="321" r:id="rId52"/>
    <p:sldId id="323" r:id="rId53"/>
    <p:sldId id="324" r:id="rId54"/>
    <p:sldId id="326" r:id="rId55"/>
    <p:sldId id="292" r:id="rId56"/>
    <p:sldId id="288" r:id="rId57"/>
    <p:sldId id="312" r:id="rId58"/>
    <p:sldId id="327" r:id="rId59"/>
    <p:sldId id="299" r:id="rId60"/>
  </p:sldIdLst>
  <p:sldSz cx="5029200" cy="7772400"/>
  <p:notesSz cx="7772400" cy="5029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1E8C2"/>
    <a:srgbClr val="533E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29"/>
    <p:restoredTop sz="94610"/>
  </p:normalViewPr>
  <p:slideViewPr>
    <p:cSldViewPr snapToGrid="0" snapToObjects="1">
      <p:cViewPr>
        <p:scale>
          <a:sx n="107" d="100"/>
          <a:sy n="107" d="100"/>
        </p:scale>
        <p:origin x="256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891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339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578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69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93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89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658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14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81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64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38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656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3165-D600-C6A5-24ED-833ABB6CF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6D2E0-03B4-24EF-9F31-158104420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56C8E-677F-3FCC-8D20-9AE0684F5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47E30-A934-40A6-CFE8-2ECFF62E4C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711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2755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821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092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524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587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752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767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090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5230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385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28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622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F2E8C-27F6-8651-5727-1FAE05183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06AA9B-793A-B852-66D7-4FD2696B9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60AAB-F8C7-4A5C-CC01-6BDB0D52F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2F35B-2338-7A89-9267-7584F92185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8110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7889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572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6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 №01 · 2026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4389120" cy="0"/>
          </a:xfrm>
          <a:prstGeom prst="line">
            <a:avLst/>
          </a:prstGeom>
          <a:noFill/>
          <a:ln w="7620">
            <a:solidFill>
              <a:srgbClr val="BDB4A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320040" y="24688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THE EDITORIAL JOURNAL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2880360"/>
            <a:ext cx="4389120" cy="0"/>
          </a:xfrm>
          <a:prstGeom prst="line">
            <a:avLst/>
          </a:prstGeom>
          <a:noFill/>
          <a:ln w="7620">
            <a:solidFill>
              <a:srgbClr val="BDB4A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01 · A playlist for late autumn
02 · Tiny wins, big mornings
03 · Six films, one weekend
04 · What I cooked this week
05 · Postcards from the coast
06 · Notes on being known
07 · A reset, in eight breaths
08 · Goals, kept quietly
09 · An honest end-of-day page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6995160"/>
            <a:ext cx="4389120" cy="0"/>
          </a:xfrm>
          <a:prstGeom prst="line">
            <a:avLst/>
          </a:prstGeom>
          <a:noFill/>
          <a:ln w="7620">
            <a:solidFill>
              <a:srgbClr val="BDB4A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20040" y="7132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6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A SLOW MAGAZINE FOR THE INNER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73609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6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PRINT · POCKET · ARCHIVE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CONTENTS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858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In this issue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438912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20040" y="1874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Monthly Reset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8745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43400" y="18745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3317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3317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Tiny Wins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3317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43400" y="23317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27889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7889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Hobbies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27889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43400" y="27889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32461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2461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32461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43400" y="32461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18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37033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703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Playlist &amp; Music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7033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43400" y="37033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23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4160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" y="4160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Cinema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29000" y="41605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43400" y="41605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28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46177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8680" y="46177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Reading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29000" y="46177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43400" y="46177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33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50749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" y="50749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Food &amp; Recipes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429000" y="50749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43400" y="50749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38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" y="55321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68680" y="55321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Travel &amp; Places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429000" y="55321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43400" y="55321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43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" y="59893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68680" y="5989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Favourites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429000" y="59893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343400" y="59893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48</a:t>
            </a:r>
            <a:endParaRPr lang="en-US" sz="1000" dirty="0"/>
          </a:p>
        </p:txBody>
      </p:sp>
      <p:sp>
        <p:nvSpPr>
          <p:cNvPr id="50" name="Text 44">
            <a:extLst>
              <a:ext uri="{FF2B5EF4-FFF2-40B4-BE49-F238E27FC236}">
                <a16:creationId xmlns:a16="http://schemas.microsoft.com/office/drawing/2014/main" id="{0C0CC77A-9A43-7232-5C90-C2B561FF2417}"/>
              </a:ext>
            </a:extLst>
          </p:cNvPr>
          <p:cNvSpPr/>
          <p:nvPr/>
        </p:nvSpPr>
        <p:spPr>
          <a:xfrm>
            <a:off x="320040" y="646938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51" name="Text 45">
            <a:extLst>
              <a:ext uri="{FF2B5EF4-FFF2-40B4-BE49-F238E27FC236}">
                <a16:creationId xmlns:a16="http://schemas.microsoft.com/office/drawing/2014/main" id="{E1692320-8E9F-5FDD-A415-AE3EC1A5808A}"/>
              </a:ext>
            </a:extLst>
          </p:cNvPr>
          <p:cNvSpPr/>
          <p:nvPr/>
        </p:nvSpPr>
        <p:spPr>
          <a:xfrm>
            <a:off x="868680" y="64693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Affirmations &amp; Goals</a:t>
            </a:r>
            <a:endParaRPr lang="en-US" sz="1300" dirty="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B4E49F8E-34E0-DC32-508D-2593F268616E}"/>
              </a:ext>
            </a:extLst>
          </p:cNvPr>
          <p:cNvSpPr/>
          <p:nvPr/>
        </p:nvSpPr>
        <p:spPr>
          <a:xfrm>
            <a:off x="3429000" y="64693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53" name="Text 47">
            <a:extLst>
              <a:ext uri="{FF2B5EF4-FFF2-40B4-BE49-F238E27FC236}">
                <a16:creationId xmlns:a16="http://schemas.microsoft.com/office/drawing/2014/main" id="{696AFB4F-3D0E-0EA3-248F-C71B86D41326}"/>
              </a:ext>
            </a:extLst>
          </p:cNvPr>
          <p:cNvSpPr/>
          <p:nvPr/>
        </p:nvSpPr>
        <p:spPr>
          <a:xfrm>
            <a:off x="4343400" y="646938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6060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i="1" dirty="0">
                <a:solidFill>
                  <a:srgbClr val="6E8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965960" y="3977640"/>
            <a:ext cx="1097280" cy="0"/>
          </a:xfrm>
          <a:prstGeom prst="line">
            <a:avLst/>
          </a:prstGeom>
          <a:noFill/>
          <a:ln w="10160">
            <a:solidFill>
              <a:srgbClr val="1F2A2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Reset 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352239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REFLECTION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 </a:t>
            </a: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 MONTH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064259"/>
            <a:ext cx="438912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month,</a:t>
            </a:r>
            <a:endParaRPr lang="en-US" sz="2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honestly.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 / ____ / ____      mood  ___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438912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54864" cy="9144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GOOD THING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502920" y="3182112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502920" y="3438144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320040" y="3703320"/>
            <a:ext cx="54864" cy="9144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502920" y="37033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HARD THING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4023360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502920" y="4279392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502920" y="4535424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4800600"/>
            <a:ext cx="54864" cy="9144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502920" y="48006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THING I LEARNED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5120640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502920" y="5376672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502920" y="5632704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20040" y="5897880"/>
            <a:ext cx="54864" cy="9144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502920" y="58978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THING I'M GRATEFUL FOR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6217920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502920" y="6473952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502920" y="6729984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54353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320039" y="1952972"/>
            <a:ext cx="1020387" cy="22860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 w="762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" name="Text 6"/>
          <p:cNvSpPr/>
          <p:nvPr/>
        </p:nvSpPr>
        <p:spPr>
          <a:xfrm>
            <a:off x="320040" y="1974118"/>
            <a:ext cx="1020386" cy="2074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65" dirty="0">
                <a:solidFill>
                  <a:srgbClr val="F3EDE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HIGHS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9721" y="2382739"/>
            <a:ext cx="2074545" cy="132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________________________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9721" y="2533615"/>
            <a:ext cx="2074545" cy="132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________________________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9721" y="2684491"/>
            <a:ext cx="2074545" cy="132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________________________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9721" y="2835367"/>
            <a:ext cx="2074545" cy="132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________________________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1898678"/>
            <a:ext cx="2338578" cy="1320165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6" name="Text 14"/>
          <p:cNvSpPr/>
          <p:nvPr/>
        </p:nvSpPr>
        <p:spPr>
          <a:xfrm>
            <a:off x="2571179" y="3067967"/>
            <a:ext cx="2225421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MONTH IN ONE FRAME</a:t>
            </a:r>
            <a:endParaRPr lang="en-US" sz="330" dirty="0"/>
          </a:p>
        </p:txBody>
      </p:sp>
      <p:sp>
        <p:nvSpPr>
          <p:cNvPr id="17" name="Shape 15"/>
          <p:cNvSpPr/>
          <p:nvPr/>
        </p:nvSpPr>
        <p:spPr>
          <a:xfrm>
            <a:off x="2514600" y="3275422"/>
            <a:ext cx="1131570" cy="829818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8" name="Text 16"/>
          <p:cNvSpPr/>
          <p:nvPr/>
        </p:nvSpPr>
        <p:spPr>
          <a:xfrm>
            <a:off x="2571179" y="3954364"/>
            <a:ext cx="1018413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high</a:t>
            </a:r>
            <a:endParaRPr lang="en-US" sz="330" dirty="0"/>
          </a:p>
        </p:txBody>
      </p:sp>
      <p:sp>
        <p:nvSpPr>
          <p:cNvPr id="19" name="Shape 17"/>
          <p:cNvSpPr/>
          <p:nvPr/>
        </p:nvSpPr>
        <p:spPr>
          <a:xfrm>
            <a:off x="3721608" y="3275422"/>
            <a:ext cx="1131570" cy="829818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0" name="Text 18"/>
          <p:cNvSpPr/>
          <p:nvPr/>
        </p:nvSpPr>
        <p:spPr>
          <a:xfrm>
            <a:off x="3778187" y="3954364"/>
            <a:ext cx="1018413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high</a:t>
            </a:r>
            <a:endParaRPr lang="en-US" sz="33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1760665B-781E-9DAD-989B-AD378E85732B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E21E6C44-603B-A3C8-B721-3F25598F8692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69B37309-C717-FAB8-C569-0031226D81EC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RESET</a:t>
            </a:r>
            <a:endParaRPr lang="en-US" sz="7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DD529337-B4A9-7F64-CE76-1CBA13B0A605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HIGHS &amp; LOWS</a:t>
            </a:r>
            <a:endParaRPr lang="en-US" sz="8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994DA108-00CF-4534-1E3B-6392F3CB0348}"/>
              </a:ext>
            </a:extLst>
          </p:cNvPr>
          <p:cNvSpPr/>
          <p:nvPr/>
        </p:nvSpPr>
        <p:spPr>
          <a:xfrm>
            <a:off x="320040" y="1064259"/>
            <a:ext cx="438912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month 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shaped me.</a:t>
            </a:r>
            <a:endParaRPr lang="en-US" sz="2800" dirty="0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B6CFAB3A-5B5C-3360-F5CD-B9B8007C3937}"/>
              </a:ext>
            </a:extLst>
          </p:cNvPr>
          <p:cNvSpPr/>
          <p:nvPr/>
        </p:nvSpPr>
        <p:spPr>
          <a:xfrm>
            <a:off x="320039" y="4384861"/>
            <a:ext cx="1020387" cy="228600"/>
          </a:xfrm>
          <a:prstGeom prst="roundRect">
            <a:avLst>
              <a:gd name="adj" fmla="val 50000"/>
            </a:avLst>
          </a:prstGeom>
          <a:solidFill>
            <a:srgbClr val="F1E8C2"/>
          </a:solidFill>
          <a:ln w="762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>
              <a:solidFill>
                <a:srgbClr val="000000"/>
              </a:solidFill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2155ADF4-55E1-7156-A4E0-78176226B1A5}"/>
              </a:ext>
            </a:extLst>
          </p:cNvPr>
          <p:cNvSpPr/>
          <p:nvPr/>
        </p:nvSpPr>
        <p:spPr>
          <a:xfrm>
            <a:off x="320040" y="4406007"/>
            <a:ext cx="1020386" cy="2074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65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LOWS</a:t>
            </a:r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1A993969-F2AA-272B-75E5-D7EBEC12FDE0}"/>
              </a:ext>
            </a:extLst>
          </p:cNvPr>
          <p:cNvSpPr/>
          <p:nvPr/>
        </p:nvSpPr>
        <p:spPr>
          <a:xfrm>
            <a:off x="239721" y="4814628"/>
            <a:ext cx="2074545" cy="132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________________________</a:t>
            </a:r>
            <a:endParaRPr lang="en-US" sz="9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9A2DA102-AA09-5F30-E85E-328B3D154551}"/>
              </a:ext>
            </a:extLst>
          </p:cNvPr>
          <p:cNvSpPr/>
          <p:nvPr/>
        </p:nvSpPr>
        <p:spPr>
          <a:xfrm>
            <a:off x="239721" y="4965504"/>
            <a:ext cx="2074545" cy="132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________________________</a:t>
            </a:r>
            <a:endParaRPr lang="en-US" sz="9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21315503-301E-1998-1D47-7CECDBAD6970}"/>
              </a:ext>
            </a:extLst>
          </p:cNvPr>
          <p:cNvSpPr/>
          <p:nvPr/>
        </p:nvSpPr>
        <p:spPr>
          <a:xfrm>
            <a:off x="239721" y="5116380"/>
            <a:ext cx="2074545" cy="132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________________________</a:t>
            </a:r>
            <a:endParaRPr lang="en-US" sz="9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4FE3245D-3A65-B6BB-4A89-F533B3B08C7D}"/>
              </a:ext>
            </a:extLst>
          </p:cNvPr>
          <p:cNvSpPr/>
          <p:nvPr/>
        </p:nvSpPr>
        <p:spPr>
          <a:xfrm>
            <a:off x="239721" y="5267256"/>
            <a:ext cx="2074545" cy="132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________________________</a:t>
            </a:r>
            <a:endParaRPr lang="en-US" sz="900" dirty="0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6C7C20BA-0A56-2564-90F8-5591EC0AC5D6}"/>
              </a:ext>
            </a:extLst>
          </p:cNvPr>
          <p:cNvSpPr/>
          <p:nvPr/>
        </p:nvSpPr>
        <p:spPr>
          <a:xfrm>
            <a:off x="2514600" y="4330567"/>
            <a:ext cx="2338578" cy="1320165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39579DD7-A67D-53D9-7319-22D6ABF5C0D5}"/>
              </a:ext>
            </a:extLst>
          </p:cNvPr>
          <p:cNvSpPr/>
          <p:nvPr/>
        </p:nvSpPr>
        <p:spPr>
          <a:xfrm>
            <a:off x="2571179" y="5499856"/>
            <a:ext cx="2225421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MONTH IN ONE FRAME</a:t>
            </a:r>
            <a:endParaRPr lang="en-US" sz="330" dirty="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FCF476A3-4719-3829-94BE-FE74D11149B4}"/>
              </a:ext>
            </a:extLst>
          </p:cNvPr>
          <p:cNvSpPr/>
          <p:nvPr/>
        </p:nvSpPr>
        <p:spPr>
          <a:xfrm>
            <a:off x="2514600" y="5707311"/>
            <a:ext cx="1131570" cy="829818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01196543-58A5-9C4C-4045-1B5542BE88C8}"/>
              </a:ext>
            </a:extLst>
          </p:cNvPr>
          <p:cNvSpPr/>
          <p:nvPr/>
        </p:nvSpPr>
        <p:spPr>
          <a:xfrm>
            <a:off x="2571179" y="6386253"/>
            <a:ext cx="1018413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lows</a:t>
            </a:r>
            <a:endParaRPr lang="en-US" sz="330" dirty="0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06A723D9-1430-13B0-5F76-6631CB44D995}"/>
              </a:ext>
            </a:extLst>
          </p:cNvPr>
          <p:cNvSpPr/>
          <p:nvPr/>
        </p:nvSpPr>
        <p:spPr>
          <a:xfrm>
            <a:off x="3721608" y="5707311"/>
            <a:ext cx="1131570" cy="829818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5BD52CBF-75B4-F9C1-3338-C3AEAC4BB797}"/>
              </a:ext>
            </a:extLst>
          </p:cNvPr>
          <p:cNvSpPr/>
          <p:nvPr/>
        </p:nvSpPr>
        <p:spPr>
          <a:xfrm>
            <a:off x="3778187" y="6386253"/>
            <a:ext cx="1018413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lows</a:t>
            </a:r>
            <a:endParaRPr lang="en-US" sz="33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33B455E7-F895-5364-DB9C-24879D195E99}"/>
              </a:ext>
            </a:extLst>
          </p:cNvPr>
          <p:cNvSpPr/>
          <p:nvPr/>
        </p:nvSpPr>
        <p:spPr>
          <a:xfrm>
            <a:off x="239721" y="3054160"/>
            <a:ext cx="2074545" cy="132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________________________</a:t>
            </a:r>
            <a:endParaRPr lang="en-US" sz="900" dirty="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07AC2A80-F53A-F8C2-165E-41CFCB6FF3FD}"/>
              </a:ext>
            </a:extLst>
          </p:cNvPr>
          <p:cNvSpPr/>
          <p:nvPr/>
        </p:nvSpPr>
        <p:spPr>
          <a:xfrm>
            <a:off x="239720" y="3261670"/>
            <a:ext cx="2074545" cy="132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________________________</a:t>
            </a:r>
            <a:endParaRPr lang="en-US" sz="9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C56C431C-6D31-74E3-1161-D199307714C4}"/>
              </a:ext>
            </a:extLst>
          </p:cNvPr>
          <p:cNvSpPr/>
          <p:nvPr/>
        </p:nvSpPr>
        <p:spPr>
          <a:xfrm>
            <a:off x="239720" y="5485393"/>
            <a:ext cx="2074545" cy="132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________________________</a:t>
            </a:r>
            <a:endParaRPr lang="en-US" sz="900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751B0FB4-74B0-FD0B-6CB0-0794E5CAAF6C}"/>
              </a:ext>
            </a:extLst>
          </p:cNvPr>
          <p:cNvSpPr/>
          <p:nvPr/>
        </p:nvSpPr>
        <p:spPr>
          <a:xfrm>
            <a:off x="239719" y="5692903"/>
            <a:ext cx="2074545" cy="132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________________________</a:t>
            </a:r>
            <a:endParaRPr lang="en-US" sz="900" dirty="0"/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A732F2EA-120C-653E-4F99-259001500972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41</a:t>
            </a:r>
            <a:endParaRPr lang="en-US" sz="800" dirty="0"/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39AE541F-9F82-DC44-43CD-317C8D369BDE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062061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20039" y="2228850"/>
            <a:ext cx="1990023" cy="1885950"/>
          </a:xfrm>
          <a:prstGeom prst="rect">
            <a:avLst/>
          </a:prstGeom>
          <a:solidFill>
            <a:srgbClr val="F3EDE2"/>
          </a:solidFill>
          <a:ln w="635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" name="Text 5"/>
          <p:cNvSpPr/>
          <p:nvPr/>
        </p:nvSpPr>
        <p:spPr>
          <a:xfrm>
            <a:off x="395478" y="2266569"/>
            <a:ext cx="1357884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things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92591" y="2266569"/>
            <a:ext cx="150876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19139" y="2247141"/>
            <a:ext cx="1990023" cy="1885950"/>
          </a:xfrm>
          <a:prstGeom prst="rect">
            <a:avLst/>
          </a:prstGeom>
          <a:solidFill>
            <a:srgbClr val="F3EDE2"/>
          </a:solidFill>
          <a:ln w="635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0" name="Text 18"/>
          <p:cNvSpPr/>
          <p:nvPr/>
        </p:nvSpPr>
        <p:spPr>
          <a:xfrm>
            <a:off x="2785493" y="2284860"/>
            <a:ext cx="1357884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91692" y="2284860"/>
            <a:ext cx="150876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04352" y="2568320"/>
            <a:ext cx="345247" cy="173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082671" y="2681478"/>
            <a:ext cx="1409021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4" name="Text 22"/>
          <p:cNvSpPr/>
          <p:nvPr/>
        </p:nvSpPr>
        <p:spPr>
          <a:xfrm>
            <a:off x="2804353" y="2832354"/>
            <a:ext cx="345246" cy="148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82671" y="2945511"/>
            <a:ext cx="1409021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6" name="Text 24"/>
          <p:cNvSpPr/>
          <p:nvPr/>
        </p:nvSpPr>
        <p:spPr>
          <a:xfrm>
            <a:off x="2804352" y="3096386"/>
            <a:ext cx="345245" cy="158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 flipV="1">
            <a:off x="3082670" y="3209544"/>
            <a:ext cx="1409021" cy="2794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8" name="Text 26"/>
          <p:cNvSpPr/>
          <p:nvPr/>
        </p:nvSpPr>
        <p:spPr>
          <a:xfrm>
            <a:off x="2804353" y="3360419"/>
            <a:ext cx="345244" cy="195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flipV="1">
            <a:off x="3082671" y="3470784"/>
            <a:ext cx="1409020" cy="927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30" name="Text 28"/>
          <p:cNvSpPr/>
          <p:nvPr/>
        </p:nvSpPr>
        <p:spPr>
          <a:xfrm>
            <a:off x="2804352" y="3624452"/>
            <a:ext cx="345243" cy="1954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82671" y="3737610"/>
            <a:ext cx="1409020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48" name="Shape 0">
            <a:extLst>
              <a:ext uri="{FF2B5EF4-FFF2-40B4-BE49-F238E27FC236}">
                <a16:creationId xmlns:a16="http://schemas.microsoft.com/office/drawing/2014/main" id="{8D09422A-7CC6-1A82-9DAC-F3A571B60063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6FF9D5CC-3C93-5482-AB76-FAD51552B64E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50" name="Text 2">
            <a:extLst>
              <a:ext uri="{FF2B5EF4-FFF2-40B4-BE49-F238E27FC236}">
                <a16:creationId xmlns:a16="http://schemas.microsoft.com/office/drawing/2014/main" id="{CECE1632-0DD6-0325-2CFF-F8920562BAD5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RESET</a:t>
            </a:r>
            <a:endParaRPr lang="en-US" sz="700" dirty="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92BABAF1-84DA-13A0-8246-424A78F96196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</a:rPr>
              <a:t>GRATITUDE</a:t>
            </a:r>
            <a:endParaRPr lang="en-US" sz="800" dirty="0"/>
          </a:p>
        </p:txBody>
      </p:sp>
      <p:sp>
        <p:nvSpPr>
          <p:cNvPr id="52" name="Text 6">
            <a:extLst>
              <a:ext uri="{FF2B5EF4-FFF2-40B4-BE49-F238E27FC236}">
                <a16:creationId xmlns:a16="http://schemas.microsoft.com/office/drawing/2014/main" id="{285B1E97-E145-36D8-9038-CBDE1CFEB7CD}"/>
              </a:ext>
            </a:extLst>
          </p:cNvPr>
          <p:cNvSpPr/>
          <p:nvPr/>
        </p:nvSpPr>
        <p:spPr>
          <a:xfrm>
            <a:off x="320040" y="1064258"/>
            <a:ext cx="4389120" cy="785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am 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grateful for.</a:t>
            </a:r>
            <a:endParaRPr lang="en-US" sz="2800" dirty="0"/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F7C51BD5-231C-3120-796D-3F1E8168E8A7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41</a:t>
            </a:r>
            <a:endParaRPr lang="en-US" sz="8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68F1A480-3381-E2BF-13BC-2BBAD6372DDE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34A4A509-8F38-B03A-FFFC-ED041B685001}"/>
              </a:ext>
            </a:extLst>
          </p:cNvPr>
          <p:cNvSpPr/>
          <p:nvPr/>
        </p:nvSpPr>
        <p:spPr>
          <a:xfrm>
            <a:off x="412502" y="2564968"/>
            <a:ext cx="345247" cy="173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</a:t>
            </a:r>
            <a:endParaRPr lang="en-US" sz="900" dirty="0"/>
          </a:p>
        </p:txBody>
      </p:sp>
      <p:sp>
        <p:nvSpPr>
          <p:cNvPr id="56" name="Shape 21">
            <a:extLst>
              <a:ext uri="{FF2B5EF4-FFF2-40B4-BE49-F238E27FC236}">
                <a16:creationId xmlns:a16="http://schemas.microsoft.com/office/drawing/2014/main" id="{9F03030B-F03B-A7D8-F955-B41393E4417F}"/>
              </a:ext>
            </a:extLst>
          </p:cNvPr>
          <p:cNvSpPr/>
          <p:nvPr/>
        </p:nvSpPr>
        <p:spPr>
          <a:xfrm>
            <a:off x="690821" y="2678126"/>
            <a:ext cx="1409021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BEC7B0C5-03F9-BB20-1B6C-3B8A5B92C70C}"/>
              </a:ext>
            </a:extLst>
          </p:cNvPr>
          <p:cNvSpPr/>
          <p:nvPr/>
        </p:nvSpPr>
        <p:spPr>
          <a:xfrm>
            <a:off x="412503" y="2829002"/>
            <a:ext cx="345246" cy="148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</a:t>
            </a:r>
            <a:endParaRPr lang="en-US" sz="900" dirty="0"/>
          </a:p>
        </p:txBody>
      </p:sp>
      <p:sp>
        <p:nvSpPr>
          <p:cNvPr id="58" name="Shape 23">
            <a:extLst>
              <a:ext uri="{FF2B5EF4-FFF2-40B4-BE49-F238E27FC236}">
                <a16:creationId xmlns:a16="http://schemas.microsoft.com/office/drawing/2014/main" id="{1784DCDE-43F2-4498-7C87-A65FB127E838}"/>
              </a:ext>
            </a:extLst>
          </p:cNvPr>
          <p:cNvSpPr/>
          <p:nvPr/>
        </p:nvSpPr>
        <p:spPr>
          <a:xfrm>
            <a:off x="690821" y="2942159"/>
            <a:ext cx="1409021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59" name="Text 24">
            <a:extLst>
              <a:ext uri="{FF2B5EF4-FFF2-40B4-BE49-F238E27FC236}">
                <a16:creationId xmlns:a16="http://schemas.microsoft.com/office/drawing/2014/main" id="{62484A6D-A7B7-7F6E-0572-5B74559C9ABE}"/>
              </a:ext>
            </a:extLst>
          </p:cNvPr>
          <p:cNvSpPr/>
          <p:nvPr/>
        </p:nvSpPr>
        <p:spPr>
          <a:xfrm>
            <a:off x="412502" y="3093034"/>
            <a:ext cx="345245" cy="158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</a:t>
            </a:r>
            <a:endParaRPr lang="en-US" sz="900" dirty="0"/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8A379131-238C-D07A-AF0F-A72BC28B765D}"/>
              </a:ext>
            </a:extLst>
          </p:cNvPr>
          <p:cNvSpPr/>
          <p:nvPr/>
        </p:nvSpPr>
        <p:spPr>
          <a:xfrm flipV="1">
            <a:off x="690820" y="3206192"/>
            <a:ext cx="1409021" cy="2794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FAA990A1-58A3-D25B-A50B-CF29B6A02B13}"/>
              </a:ext>
            </a:extLst>
          </p:cNvPr>
          <p:cNvSpPr/>
          <p:nvPr/>
        </p:nvSpPr>
        <p:spPr>
          <a:xfrm>
            <a:off x="412503" y="3357067"/>
            <a:ext cx="345244" cy="195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</a:t>
            </a:r>
            <a:endParaRPr lang="en-US" sz="900" dirty="0"/>
          </a:p>
        </p:txBody>
      </p:sp>
      <p:sp>
        <p:nvSpPr>
          <p:cNvPr id="62" name="Shape 27">
            <a:extLst>
              <a:ext uri="{FF2B5EF4-FFF2-40B4-BE49-F238E27FC236}">
                <a16:creationId xmlns:a16="http://schemas.microsoft.com/office/drawing/2014/main" id="{FAD611E0-D76F-D342-81D4-EF04231EA689}"/>
              </a:ext>
            </a:extLst>
          </p:cNvPr>
          <p:cNvSpPr/>
          <p:nvPr/>
        </p:nvSpPr>
        <p:spPr>
          <a:xfrm flipV="1">
            <a:off x="690821" y="3467432"/>
            <a:ext cx="1409020" cy="927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F916A78D-42D8-8EDA-597B-AFB76253EF09}"/>
              </a:ext>
            </a:extLst>
          </p:cNvPr>
          <p:cNvSpPr/>
          <p:nvPr/>
        </p:nvSpPr>
        <p:spPr>
          <a:xfrm>
            <a:off x="412502" y="3621100"/>
            <a:ext cx="345243" cy="1954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</a:t>
            </a:r>
            <a:endParaRPr lang="en-US" sz="900" dirty="0"/>
          </a:p>
        </p:txBody>
      </p:sp>
      <p:sp>
        <p:nvSpPr>
          <p:cNvPr id="64" name="Shape 29">
            <a:extLst>
              <a:ext uri="{FF2B5EF4-FFF2-40B4-BE49-F238E27FC236}">
                <a16:creationId xmlns:a16="http://schemas.microsoft.com/office/drawing/2014/main" id="{D1392514-DDD5-FD48-948C-C22534344098}"/>
              </a:ext>
            </a:extLst>
          </p:cNvPr>
          <p:cNvSpPr/>
          <p:nvPr/>
        </p:nvSpPr>
        <p:spPr>
          <a:xfrm>
            <a:off x="690821" y="3734258"/>
            <a:ext cx="1409020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232983AE-EA90-39DE-BF0F-1B5D15357220}"/>
              </a:ext>
            </a:extLst>
          </p:cNvPr>
          <p:cNvSpPr/>
          <p:nvPr/>
        </p:nvSpPr>
        <p:spPr>
          <a:xfrm>
            <a:off x="320037" y="4512572"/>
            <a:ext cx="1990023" cy="1885950"/>
          </a:xfrm>
          <a:prstGeom prst="rect">
            <a:avLst/>
          </a:prstGeom>
          <a:solidFill>
            <a:srgbClr val="F3EDE2"/>
          </a:solidFill>
          <a:ln w="635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A24693FC-3989-2DBF-452C-4BD99DF8EA07}"/>
              </a:ext>
            </a:extLst>
          </p:cNvPr>
          <p:cNvSpPr/>
          <p:nvPr/>
        </p:nvSpPr>
        <p:spPr>
          <a:xfrm>
            <a:off x="395476" y="4550291"/>
            <a:ext cx="1357884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moments</a:t>
            </a:r>
            <a:endParaRPr lang="en-US" sz="900" dirty="0"/>
          </a:p>
        </p:txBody>
      </p:sp>
      <p:sp>
        <p:nvSpPr>
          <p:cNvPr id="67" name="Text 6">
            <a:extLst>
              <a:ext uri="{FF2B5EF4-FFF2-40B4-BE49-F238E27FC236}">
                <a16:creationId xmlns:a16="http://schemas.microsoft.com/office/drawing/2014/main" id="{B5AE08CA-BF30-E5A9-E9AC-76FA954E6C0B}"/>
              </a:ext>
            </a:extLst>
          </p:cNvPr>
          <p:cNvSpPr/>
          <p:nvPr/>
        </p:nvSpPr>
        <p:spPr>
          <a:xfrm>
            <a:off x="2092589" y="4550291"/>
            <a:ext cx="150876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68" name="Shape 17">
            <a:extLst>
              <a:ext uri="{FF2B5EF4-FFF2-40B4-BE49-F238E27FC236}">
                <a16:creationId xmlns:a16="http://schemas.microsoft.com/office/drawing/2014/main" id="{13CEB89D-7099-DDD4-8028-983F3F57A90F}"/>
              </a:ext>
            </a:extLst>
          </p:cNvPr>
          <p:cNvSpPr/>
          <p:nvPr/>
        </p:nvSpPr>
        <p:spPr>
          <a:xfrm>
            <a:off x="2719137" y="4530863"/>
            <a:ext cx="1990023" cy="1885950"/>
          </a:xfrm>
          <a:prstGeom prst="rect">
            <a:avLst/>
          </a:prstGeom>
          <a:solidFill>
            <a:srgbClr val="F3EDE2"/>
          </a:solidFill>
          <a:ln w="635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9" name="Text 18">
            <a:extLst>
              <a:ext uri="{FF2B5EF4-FFF2-40B4-BE49-F238E27FC236}">
                <a16:creationId xmlns:a16="http://schemas.microsoft.com/office/drawing/2014/main" id="{DF5E3D70-DC08-1819-E493-7762A68AAD74}"/>
              </a:ext>
            </a:extLst>
          </p:cNvPr>
          <p:cNvSpPr/>
          <p:nvPr/>
        </p:nvSpPr>
        <p:spPr>
          <a:xfrm>
            <a:off x="2785491" y="4568582"/>
            <a:ext cx="1357884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&amp; wellness</a:t>
            </a:r>
            <a:endParaRPr lang="en-US" sz="900" dirty="0"/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E42FEF06-7E41-5F81-6D93-131E0F263DAD}"/>
              </a:ext>
            </a:extLst>
          </p:cNvPr>
          <p:cNvSpPr/>
          <p:nvPr/>
        </p:nvSpPr>
        <p:spPr>
          <a:xfrm>
            <a:off x="4491690" y="4568582"/>
            <a:ext cx="150876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936658E0-3EB0-0197-69BF-0FFD2FBFDEA9}"/>
              </a:ext>
            </a:extLst>
          </p:cNvPr>
          <p:cNvSpPr/>
          <p:nvPr/>
        </p:nvSpPr>
        <p:spPr>
          <a:xfrm>
            <a:off x="2804350" y="4852042"/>
            <a:ext cx="345247" cy="173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</a:t>
            </a:r>
            <a:endParaRPr lang="en-US" sz="900" dirty="0"/>
          </a:p>
        </p:txBody>
      </p:sp>
      <p:sp>
        <p:nvSpPr>
          <p:cNvPr id="72" name="Shape 21">
            <a:extLst>
              <a:ext uri="{FF2B5EF4-FFF2-40B4-BE49-F238E27FC236}">
                <a16:creationId xmlns:a16="http://schemas.microsoft.com/office/drawing/2014/main" id="{E3AC02BB-DB88-B81F-C8F5-0129BC947DDA}"/>
              </a:ext>
            </a:extLst>
          </p:cNvPr>
          <p:cNvSpPr/>
          <p:nvPr/>
        </p:nvSpPr>
        <p:spPr>
          <a:xfrm>
            <a:off x="3082669" y="4965200"/>
            <a:ext cx="1409021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3" name="Text 22">
            <a:extLst>
              <a:ext uri="{FF2B5EF4-FFF2-40B4-BE49-F238E27FC236}">
                <a16:creationId xmlns:a16="http://schemas.microsoft.com/office/drawing/2014/main" id="{6F37068B-352A-ABE6-A9D5-6E9A8039BD92}"/>
              </a:ext>
            </a:extLst>
          </p:cNvPr>
          <p:cNvSpPr/>
          <p:nvPr/>
        </p:nvSpPr>
        <p:spPr>
          <a:xfrm>
            <a:off x="2804351" y="5116076"/>
            <a:ext cx="345246" cy="148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</a:t>
            </a:r>
            <a:endParaRPr lang="en-US" sz="900" dirty="0"/>
          </a:p>
        </p:txBody>
      </p:sp>
      <p:sp>
        <p:nvSpPr>
          <p:cNvPr id="74" name="Shape 23">
            <a:extLst>
              <a:ext uri="{FF2B5EF4-FFF2-40B4-BE49-F238E27FC236}">
                <a16:creationId xmlns:a16="http://schemas.microsoft.com/office/drawing/2014/main" id="{4FBC9413-B80E-915D-7276-99551252DBCE}"/>
              </a:ext>
            </a:extLst>
          </p:cNvPr>
          <p:cNvSpPr/>
          <p:nvPr/>
        </p:nvSpPr>
        <p:spPr>
          <a:xfrm>
            <a:off x="3082669" y="5229233"/>
            <a:ext cx="1409021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5" name="Text 24">
            <a:extLst>
              <a:ext uri="{FF2B5EF4-FFF2-40B4-BE49-F238E27FC236}">
                <a16:creationId xmlns:a16="http://schemas.microsoft.com/office/drawing/2014/main" id="{2F920FE7-D1FF-D99A-9F77-09577F3ABBE9}"/>
              </a:ext>
            </a:extLst>
          </p:cNvPr>
          <p:cNvSpPr/>
          <p:nvPr/>
        </p:nvSpPr>
        <p:spPr>
          <a:xfrm>
            <a:off x="2804350" y="5380108"/>
            <a:ext cx="345245" cy="158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</a:t>
            </a:r>
            <a:endParaRPr lang="en-US" sz="900" dirty="0"/>
          </a:p>
        </p:txBody>
      </p:sp>
      <p:sp>
        <p:nvSpPr>
          <p:cNvPr id="76" name="Shape 25">
            <a:extLst>
              <a:ext uri="{FF2B5EF4-FFF2-40B4-BE49-F238E27FC236}">
                <a16:creationId xmlns:a16="http://schemas.microsoft.com/office/drawing/2014/main" id="{ABA197E9-F0A5-EAF6-0D11-57025CE7B1A8}"/>
              </a:ext>
            </a:extLst>
          </p:cNvPr>
          <p:cNvSpPr/>
          <p:nvPr/>
        </p:nvSpPr>
        <p:spPr>
          <a:xfrm flipV="1">
            <a:off x="3082668" y="5493266"/>
            <a:ext cx="1409021" cy="2794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7" name="Text 26">
            <a:extLst>
              <a:ext uri="{FF2B5EF4-FFF2-40B4-BE49-F238E27FC236}">
                <a16:creationId xmlns:a16="http://schemas.microsoft.com/office/drawing/2014/main" id="{F3B4CF6B-5E2E-5D30-B391-7E2B31D08A85}"/>
              </a:ext>
            </a:extLst>
          </p:cNvPr>
          <p:cNvSpPr/>
          <p:nvPr/>
        </p:nvSpPr>
        <p:spPr>
          <a:xfrm>
            <a:off x="2804351" y="5644141"/>
            <a:ext cx="345244" cy="195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</a:t>
            </a:r>
            <a:endParaRPr lang="en-US" sz="900" dirty="0"/>
          </a:p>
        </p:txBody>
      </p:sp>
      <p:sp>
        <p:nvSpPr>
          <p:cNvPr id="78" name="Shape 27">
            <a:extLst>
              <a:ext uri="{FF2B5EF4-FFF2-40B4-BE49-F238E27FC236}">
                <a16:creationId xmlns:a16="http://schemas.microsoft.com/office/drawing/2014/main" id="{FD16287C-C94B-519E-DBB7-B8E92161D02A}"/>
              </a:ext>
            </a:extLst>
          </p:cNvPr>
          <p:cNvSpPr/>
          <p:nvPr/>
        </p:nvSpPr>
        <p:spPr>
          <a:xfrm flipV="1">
            <a:off x="3082669" y="5754506"/>
            <a:ext cx="1409020" cy="927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9" name="Text 28">
            <a:extLst>
              <a:ext uri="{FF2B5EF4-FFF2-40B4-BE49-F238E27FC236}">
                <a16:creationId xmlns:a16="http://schemas.microsoft.com/office/drawing/2014/main" id="{5071BAE4-0A66-36E2-1CA3-77493263976F}"/>
              </a:ext>
            </a:extLst>
          </p:cNvPr>
          <p:cNvSpPr/>
          <p:nvPr/>
        </p:nvSpPr>
        <p:spPr>
          <a:xfrm>
            <a:off x="2804350" y="5908174"/>
            <a:ext cx="345243" cy="1954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</a:t>
            </a:r>
            <a:endParaRPr lang="en-US" sz="900" dirty="0"/>
          </a:p>
        </p:txBody>
      </p:sp>
      <p:sp>
        <p:nvSpPr>
          <p:cNvPr id="80" name="Shape 29">
            <a:extLst>
              <a:ext uri="{FF2B5EF4-FFF2-40B4-BE49-F238E27FC236}">
                <a16:creationId xmlns:a16="http://schemas.microsoft.com/office/drawing/2014/main" id="{3535D3BF-18B8-DCA7-5980-C71E7BBA8FA9}"/>
              </a:ext>
            </a:extLst>
          </p:cNvPr>
          <p:cNvSpPr/>
          <p:nvPr/>
        </p:nvSpPr>
        <p:spPr>
          <a:xfrm>
            <a:off x="3082669" y="6021332"/>
            <a:ext cx="1409020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1" name="Text 20">
            <a:extLst>
              <a:ext uri="{FF2B5EF4-FFF2-40B4-BE49-F238E27FC236}">
                <a16:creationId xmlns:a16="http://schemas.microsoft.com/office/drawing/2014/main" id="{1AA37019-9674-061E-8A31-C6BFB295E6D5}"/>
              </a:ext>
            </a:extLst>
          </p:cNvPr>
          <p:cNvSpPr/>
          <p:nvPr/>
        </p:nvSpPr>
        <p:spPr>
          <a:xfrm>
            <a:off x="412500" y="4848690"/>
            <a:ext cx="345247" cy="173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</a:t>
            </a:r>
            <a:endParaRPr lang="en-US" sz="900" dirty="0"/>
          </a:p>
        </p:txBody>
      </p:sp>
      <p:sp>
        <p:nvSpPr>
          <p:cNvPr id="82" name="Shape 21">
            <a:extLst>
              <a:ext uri="{FF2B5EF4-FFF2-40B4-BE49-F238E27FC236}">
                <a16:creationId xmlns:a16="http://schemas.microsoft.com/office/drawing/2014/main" id="{8B31B5A6-B624-DFAE-7C31-D422F3A4C282}"/>
              </a:ext>
            </a:extLst>
          </p:cNvPr>
          <p:cNvSpPr/>
          <p:nvPr/>
        </p:nvSpPr>
        <p:spPr>
          <a:xfrm>
            <a:off x="690819" y="4961848"/>
            <a:ext cx="1409021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16A1494C-F18B-0584-A09A-A60D494EE4C7}"/>
              </a:ext>
            </a:extLst>
          </p:cNvPr>
          <p:cNvSpPr/>
          <p:nvPr/>
        </p:nvSpPr>
        <p:spPr>
          <a:xfrm>
            <a:off x="412501" y="5112724"/>
            <a:ext cx="345246" cy="148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</a:t>
            </a:r>
            <a:endParaRPr lang="en-US" sz="900" dirty="0"/>
          </a:p>
        </p:txBody>
      </p:sp>
      <p:sp>
        <p:nvSpPr>
          <p:cNvPr id="84" name="Shape 23">
            <a:extLst>
              <a:ext uri="{FF2B5EF4-FFF2-40B4-BE49-F238E27FC236}">
                <a16:creationId xmlns:a16="http://schemas.microsoft.com/office/drawing/2014/main" id="{527A6B54-3CCD-4C9B-8C05-D4C32C906A62}"/>
              </a:ext>
            </a:extLst>
          </p:cNvPr>
          <p:cNvSpPr/>
          <p:nvPr/>
        </p:nvSpPr>
        <p:spPr>
          <a:xfrm>
            <a:off x="690819" y="5225881"/>
            <a:ext cx="1409021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5" name="Text 24">
            <a:extLst>
              <a:ext uri="{FF2B5EF4-FFF2-40B4-BE49-F238E27FC236}">
                <a16:creationId xmlns:a16="http://schemas.microsoft.com/office/drawing/2014/main" id="{77890C04-CA9A-98E0-6973-0CE856C532DE}"/>
              </a:ext>
            </a:extLst>
          </p:cNvPr>
          <p:cNvSpPr/>
          <p:nvPr/>
        </p:nvSpPr>
        <p:spPr>
          <a:xfrm>
            <a:off x="412500" y="5376756"/>
            <a:ext cx="345245" cy="158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</a:t>
            </a:r>
            <a:endParaRPr lang="en-US" sz="900" dirty="0"/>
          </a:p>
        </p:txBody>
      </p:sp>
      <p:sp>
        <p:nvSpPr>
          <p:cNvPr id="86" name="Shape 25">
            <a:extLst>
              <a:ext uri="{FF2B5EF4-FFF2-40B4-BE49-F238E27FC236}">
                <a16:creationId xmlns:a16="http://schemas.microsoft.com/office/drawing/2014/main" id="{31AE7590-8238-2F9A-3ADE-91B3F7D29ACD}"/>
              </a:ext>
            </a:extLst>
          </p:cNvPr>
          <p:cNvSpPr/>
          <p:nvPr/>
        </p:nvSpPr>
        <p:spPr>
          <a:xfrm flipV="1">
            <a:off x="690818" y="5489914"/>
            <a:ext cx="1409021" cy="2794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9784B26-1627-266B-AB37-8136689F2E4C}"/>
              </a:ext>
            </a:extLst>
          </p:cNvPr>
          <p:cNvSpPr/>
          <p:nvPr/>
        </p:nvSpPr>
        <p:spPr>
          <a:xfrm>
            <a:off x="412501" y="5640789"/>
            <a:ext cx="345244" cy="195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</a:t>
            </a:r>
            <a:endParaRPr lang="en-US" sz="900" dirty="0"/>
          </a:p>
        </p:txBody>
      </p:sp>
      <p:sp>
        <p:nvSpPr>
          <p:cNvPr id="88" name="Shape 27">
            <a:extLst>
              <a:ext uri="{FF2B5EF4-FFF2-40B4-BE49-F238E27FC236}">
                <a16:creationId xmlns:a16="http://schemas.microsoft.com/office/drawing/2014/main" id="{451F46DD-D72A-760C-3999-5A3C1E62C539}"/>
              </a:ext>
            </a:extLst>
          </p:cNvPr>
          <p:cNvSpPr/>
          <p:nvPr/>
        </p:nvSpPr>
        <p:spPr>
          <a:xfrm flipV="1">
            <a:off x="690819" y="5751154"/>
            <a:ext cx="1409020" cy="927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9" name="Text 28">
            <a:extLst>
              <a:ext uri="{FF2B5EF4-FFF2-40B4-BE49-F238E27FC236}">
                <a16:creationId xmlns:a16="http://schemas.microsoft.com/office/drawing/2014/main" id="{72C744BA-E16A-B3AF-15E6-DF4C459D78F6}"/>
              </a:ext>
            </a:extLst>
          </p:cNvPr>
          <p:cNvSpPr/>
          <p:nvPr/>
        </p:nvSpPr>
        <p:spPr>
          <a:xfrm>
            <a:off x="412500" y="5904822"/>
            <a:ext cx="345243" cy="1954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</a:t>
            </a:r>
            <a:endParaRPr lang="en-US" sz="900" dirty="0"/>
          </a:p>
        </p:txBody>
      </p:sp>
      <p:sp>
        <p:nvSpPr>
          <p:cNvPr id="90" name="Shape 29">
            <a:extLst>
              <a:ext uri="{FF2B5EF4-FFF2-40B4-BE49-F238E27FC236}">
                <a16:creationId xmlns:a16="http://schemas.microsoft.com/office/drawing/2014/main" id="{620DF8D4-D409-E59C-BB2B-CED41677575B}"/>
              </a:ext>
            </a:extLst>
          </p:cNvPr>
          <p:cNvSpPr/>
          <p:nvPr/>
        </p:nvSpPr>
        <p:spPr>
          <a:xfrm>
            <a:off x="690819" y="6017980"/>
            <a:ext cx="1409020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</p:spTree>
    <p:extLst>
      <p:ext uri="{BB962C8B-B14F-4D97-AF65-F5344CB8AC3E}">
        <p14:creationId xmlns:p14="http://schemas.microsoft.com/office/powerpoint/2010/main" val="1933420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20040" y="2010886"/>
            <a:ext cx="21071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letter to the month</a:t>
            </a:r>
            <a:endParaRPr lang="en-US" sz="1400" dirty="0"/>
          </a:p>
          <a:p>
            <a:r>
              <a:rPr lang="en-US" sz="1400" i="1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618430"/>
            <a:ext cx="2187702" cy="1858523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8" name="Text 6"/>
          <p:cNvSpPr/>
          <p:nvPr/>
        </p:nvSpPr>
        <p:spPr>
          <a:xfrm>
            <a:off x="328714" y="4314206"/>
            <a:ext cx="158419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self portrait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0395" y="4850575"/>
            <a:ext cx="3941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24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first thing I want to remember…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5023163"/>
            <a:ext cx="3950310" cy="8749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1" name="Shape 9"/>
          <p:cNvSpPr/>
          <p:nvPr/>
        </p:nvSpPr>
        <p:spPr>
          <a:xfrm>
            <a:off x="320040" y="5260801"/>
            <a:ext cx="394163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" name="Text 10"/>
          <p:cNvSpPr/>
          <p:nvPr/>
        </p:nvSpPr>
        <p:spPr>
          <a:xfrm>
            <a:off x="310324" y="5438301"/>
            <a:ext cx="3941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24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 learned about myself…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8727" y="5652704"/>
            <a:ext cx="394163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4" name="Shape 12"/>
          <p:cNvSpPr/>
          <p:nvPr/>
        </p:nvSpPr>
        <p:spPr>
          <a:xfrm>
            <a:off x="320041" y="5897297"/>
            <a:ext cx="394163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7" name="Shape 15"/>
          <p:cNvSpPr/>
          <p:nvPr/>
        </p:nvSpPr>
        <p:spPr>
          <a:xfrm>
            <a:off x="320041" y="6217908"/>
            <a:ext cx="394163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0" name="Shape 18"/>
          <p:cNvSpPr/>
          <p:nvPr/>
        </p:nvSpPr>
        <p:spPr>
          <a:xfrm>
            <a:off x="320041" y="6538520"/>
            <a:ext cx="394163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1" name="Text 19"/>
          <p:cNvSpPr/>
          <p:nvPr/>
        </p:nvSpPr>
        <p:spPr>
          <a:xfrm>
            <a:off x="290395" y="6024964"/>
            <a:ext cx="3941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24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 am ready to change…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1" y="6859131"/>
            <a:ext cx="394163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4" name="Text 22"/>
          <p:cNvSpPr/>
          <p:nvPr/>
        </p:nvSpPr>
        <p:spPr>
          <a:xfrm>
            <a:off x="290395" y="6681362"/>
            <a:ext cx="3941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24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 finally,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8714" y="7116274"/>
            <a:ext cx="394163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7" name="Shape 25"/>
          <p:cNvSpPr/>
          <p:nvPr/>
        </p:nvSpPr>
        <p:spPr>
          <a:xfrm>
            <a:off x="2889034" y="2026179"/>
            <a:ext cx="1820126" cy="2454933"/>
          </a:xfrm>
          <a:prstGeom prst="rect">
            <a:avLst/>
          </a:prstGeom>
          <a:solidFill>
            <a:srgbClr val="E8CFC4"/>
          </a:solidFill>
          <a:ln w="762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8" name="Text 26"/>
          <p:cNvSpPr/>
          <p:nvPr/>
        </p:nvSpPr>
        <p:spPr>
          <a:xfrm>
            <a:off x="2936939" y="4028154"/>
            <a:ext cx="1056132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love,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31415" y="4285188"/>
            <a:ext cx="1635061" cy="13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36939" y="2053439"/>
            <a:ext cx="1056132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kern="0" spc="124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postmarked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43142" y="2421800"/>
            <a:ext cx="1503236" cy="1303352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B85042"/>
            </a:solidFill>
            <a:prstDash val="dash"/>
          </a:ln>
        </p:spPr>
        <p:txBody>
          <a:bodyPr/>
          <a:lstStyle/>
          <a:p>
            <a:endParaRPr lang="en-IT" sz="743"/>
          </a:p>
        </p:txBody>
      </p:sp>
      <p:sp>
        <p:nvSpPr>
          <p:cNvPr id="32" name="Text 30"/>
          <p:cNvSpPr/>
          <p:nvPr/>
        </p:nvSpPr>
        <p:spPr>
          <a:xfrm>
            <a:off x="3280982" y="2585754"/>
            <a:ext cx="980694" cy="980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7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</a:t>
            </a:r>
            <a:endParaRPr lang="en-US" sz="907" dirty="0"/>
          </a:p>
          <a:p>
            <a:pPr algn="ctr"/>
            <a:r>
              <a:rPr lang="en-US" sz="907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</a:t>
            </a:r>
            <a:endParaRPr lang="en-US" sz="907" dirty="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31F6801D-C7F9-A15F-0129-9398EEE17BF2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8F44DD7E-0BA7-4587-24E4-A0B0DD987BD6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1F63ADAF-739F-A7A8-68B5-4307E21E128F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RESET</a:t>
            </a:r>
            <a:endParaRPr lang="en-US" sz="700" dirty="0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F2A1032F-63EF-2048-BDB4-EAEA5FE24AA1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</a:rPr>
              <a:t>LETTER</a:t>
            </a:r>
            <a:endParaRPr lang="en-US" sz="80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942A69D6-ABEE-FAE5-1F56-CEDCC7996AD3}"/>
              </a:ext>
            </a:extLst>
          </p:cNvPr>
          <p:cNvSpPr/>
          <p:nvPr/>
        </p:nvSpPr>
        <p:spPr>
          <a:xfrm>
            <a:off x="320040" y="1064258"/>
            <a:ext cx="4389120" cy="785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Dear month,</a:t>
            </a:r>
            <a:endParaRPr lang="en-US" sz="28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56DFB23C-5669-9448-A98C-FA7441DBCBCE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41</a:t>
            </a:r>
            <a:endParaRPr lang="en-US" sz="800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A337CC1C-3AA1-A29A-86C9-43E95E6C3226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47439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1175580" y="2151985"/>
            <a:ext cx="113157" cy="113157"/>
          </a:xfrm>
          <a:prstGeom prst="ellipse">
            <a:avLst/>
          </a:prstGeom>
          <a:solidFill>
            <a:srgbClr val="B85042"/>
          </a:solidFill>
          <a:ln w="635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" name="Text 5"/>
          <p:cNvSpPr/>
          <p:nvPr/>
        </p:nvSpPr>
        <p:spPr>
          <a:xfrm>
            <a:off x="647514" y="2284002"/>
            <a:ext cx="113157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65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 one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6257" y="2567758"/>
            <a:ext cx="1698542" cy="1275721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" name="Text 7"/>
          <p:cNvSpPr/>
          <p:nvPr/>
        </p:nvSpPr>
        <p:spPr>
          <a:xfrm>
            <a:off x="541479" y="3682097"/>
            <a:ext cx="1018413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a moment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0047" y="3964943"/>
            <a:ext cx="113157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 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flipV="1">
            <a:off x="450298" y="4107413"/>
            <a:ext cx="1698542" cy="5585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" name="Shape 10"/>
          <p:cNvSpPr/>
          <p:nvPr/>
        </p:nvSpPr>
        <p:spPr>
          <a:xfrm flipV="1">
            <a:off x="450297" y="4330322"/>
            <a:ext cx="1698542" cy="5222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3" name="Shape 11"/>
          <p:cNvSpPr/>
          <p:nvPr/>
        </p:nvSpPr>
        <p:spPr>
          <a:xfrm flipV="1">
            <a:off x="450298" y="4559720"/>
            <a:ext cx="1698542" cy="5711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30" name="Shape 28"/>
          <p:cNvSpPr/>
          <p:nvPr/>
        </p:nvSpPr>
        <p:spPr>
          <a:xfrm>
            <a:off x="3778183" y="2151985"/>
            <a:ext cx="113157" cy="113157"/>
          </a:xfrm>
          <a:prstGeom prst="ellipse">
            <a:avLst/>
          </a:prstGeom>
          <a:solidFill>
            <a:srgbClr val="B85042"/>
          </a:solidFill>
          <a:ln w="635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31" name="Text 29"/>
          <p:cNvSpPr/>
          <p:nvPr/>
        </p:nvSpPr>
        <p:spPr>
          <a:xfrm>
            <a:off x="3250117" y="2284002"/>
            <a:ext cx="113157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65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 two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 flipV="1">
            <a:off x="320040" y="2208562"/>
            <a:ext cx="4389120" cy="11713"/>
          </a:xfrm>
          <a:prstGeom prst="line">
            <a:avLst/>
          </a:prstGeom>
          <a:noFill/>
          <a:ln w="7620">
            <a:solidFill>
              <a:srgbClr val="1C1B18"/>
            </a:solidFill>
            <a:prstDash val="dash"/>
          </a:ln>
        </p:spPr>
        <p:txBody>
          <a:bodyPr/>
          <a:lstStyle/>
          <a:p>
            <a:endParaRPr lang="en-IT" sz="900"/>
          </a:p>
        </p:txBody>
      </p:sp>
      <p:sp>
        <p:nvSpPr>
          <p:cNvPr id="42" name="Shape 0">
            <a:extLst>
              <a:ext uri="{FF2B5EF4-FFF2-40B4-BE49-F238E27FC236}">
                <a16:creationId xmlns:a16="http://schemas.microsoft.com/office/drawing/2014/main" id="{F019D592-9267-7329-2696-D2A7D3DDF9C7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CD858D6A-F265-FB2B-72D0-03B7DAA9A597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4" name="Text 2">
            <a:extLst>
              <a:ext uri="{FF2B5EF4-FFF2-40B4-BE49-F238E27FC236}">
                <a16:creationId xmlns:a16="http://schemas.microsoft.com/office/drawing/2014/main" id="{6E657401-468A-8338-A767-5EB2BBDE4A31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RESET</a:t>
            </a:r>
            <a:endParaRPr lang="en-US" sz="700" dirty="0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4EC5726C-5383-5E9B-48F8-035F3D772DFE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</a:rPr>
              <a:t>LOOKING BACK</a:t>
            </a:r>
            <a:endParaRPr lang="en-US" sz="800" dirty="0"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3D227263-1AD4-3B13-6454-301B49860F2F}"/>
              </a:ext>
            </a:extLst>
          </p:cNvPr>
          <p:cNvSpPr/>
          <p:nvPr/>
        </p:nvSpPr>
        <p:spPr>
          <a:xfrm>
            <a:off x="320040" y="1064258"/>
            <a:ext cx="4389120" cy="785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Monthly Story.</a:t>
            </a:r>
            <a:endParaRPr lang="en-US" sz="2800" dirty="0"/>
          </a:p>
        </p:txBody>
      </p:sp>
      <p:sp>
        <p:nvSpPr>
          <p:cNvPr id="47" name="Text 3">
            <a:extLst>
              <a:ext uri="{FF2B5EF4-FFF2-40B4-BE49-F238E27FC236}">
                <a16:creationId xmlns:a16="http://schemas.microsoft.com/office/drawing/2014/main" id="{27345071-21B5-E772-5659-ADBB2F6AECF0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41</a:t>
            </a:r>
            <a:endParaRPr lang="en-US" sz="800" dirty="0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A90667E1-4E87-63EF-F104-9337718896E2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EDBD468A-A532-6ACA-64C1-B135331D1C84}"/>
              </a:ext>
            </a:extLst>
          </p:cNvPr>
          <p:cNvSpPr/>
          <p:nvPr/>
        </p:nvSpPr>
        <p:spPr>
          <a:xfrm>
            <a:off x="3003983" y="2546409"/>
            <a:ext cx="1698542" cy="1275721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56" name="Text 7">
            <a:extLst>
              <a:ext uri="{FF2B5EF4-FFF2-40B4-BE49-F238E27FC236}">
                <a16:creationId xmlns:a16="http://schemas.microsoft.com/office/drawing/2014/main" id="{1508F56E-CC46-E7F9-14AB-20F1EAD63C50}"/>
              </a:ext>
            </a:extLst>
          </p:cNvPr>
          <p:cNvSpPr/>
          <p:nvPr/>
        </p:nvSpPr>
        <p:spPr>
          <a:xfrm>
            <a:off x="3129205" y="3660748"/>
            <a:ext cx="1018413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a moment</a:t>
            </a:r>
            <a:endParaRPr lang="en-US" sz="900" dirty="0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EBE37709-C4E1-C2C3-1666-670BD0943BD2}"/>
              </a:ext>
            </a:extLst>
          </p:cNvPr>
          <p:cNvSpPr/>
          <p:nvPr/>
        </p:nvSpPr>
        <p:spPr>
          <a:xfrm>
            <a:off x="2947773" y="3943594"/>
            <a:ext cx="113157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 →</a:t>
            </a:r>
            <a:endParaRPr lang="en-US" sz="900" dirty="0"/>
          </a:p>
        </p:txBody>
      </p:sp>
      <p:sp>
        <p:nvSpPr>
          <p:cNvPr id="58" name="Shape 9">
            <a:extLst>
              <a:ext uri="{FF2B5EF4-FFF2-40B4-BE49-F238E27FC236}">
                <a16:creationId xmlns:a16="http://schemas.microsoft.com/office/drawing/2014/main" id="{8563D50B-AEF4-F0A8-6A6D-73ADACF6FE99}"/>
              </a:ext>
            </a:extLst>
          </p:cNvPr>
          <p:cNvSpPr/>
          <p:nvPr/>
        </p:nvSpPr>
        <p:spPr>
          <a:xfrm flipV="1">
            <a:off x="3038024" y="4086064"/>
            <a:ext cx="1698542" cy="5585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59" name="Shape 10">
            <a:extLst>
              <a:ext uri="{FF2B5EF4-FFF2-40B4-BE49-F238E27FC236}">
                <a16:creationId xmlns:a16="http://schemas.microsoft.com/office/drawing/2014/main" id="{A89FD756-33ED-9143-C389-C3770C473B57}"/>
              </a:ext>
            </a:extLst>
          </p:cNvPr>
          <p:cNvSpPr/>
          <p:nvPr/>
        </p:nvSpPr>
        <p:spPr>
          <a:xfrm flipV="1">
            <a:off x="3038023" y="4308973"/>
            <a:ext cx="1698542" cy="5222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8419F747-D140-4BF3-CB95-3E4E1A7139FB}"/>
              </a:ext>
            </a:extLst>
          </p:cNvPr>
          <p:cNvSpPr/>
          <p:nvPr/>
        </p:nvSpPr>
        <p:spPr>
          <a:xfrm flipV="1">
            <a:off x="3038024" y="4538371"/>
            <a:ext cx="1698542" cy="5711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086004BE-7383-C67A-D0CB-6F1F6334A75F}"/>
              </a:ext>
            </a:extLst>
          </p:cNvPr>
          <p:cNvSpPr/>
          <p:nvPr/>
        </p:nvSpPr>
        <p:spPr>
          <a:xfrm>
            <a:off x="1213666" y="4862573"/>
            <a:ext cx="113157" cy="113157"/>
          </a:xfrm>
          <a:prstGeom prst="ellipse">
            <a:avLst/>
          </a:prstGeom>
          <a:solidFill>
            <a:srgbClr val="B85042"/>
          </a:solidFill>
          <a:ln w="635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DB7B76B9-8EE2-0B0C-D070-9A2986F39D28}"/>
              </a:ext>
            </a:extLst>
          </p:cNvPr>
          <p:cNvSpPr/>
          <p:nvPr/>
        </p:nvSpPr>
        <p:spPr>
          <a:xfrm>
            <a:off x="685600" y="4994590"/>
            <a:ext cx="113157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65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 three</a:t>
            </a:r>
            <a:endParaRPr lang="en-US" sz="900" dirty="0"/>
          </a:p>
        </p:txBody>
      </p:sp>
      <p:sp>
        <p:nvSpPr>
          <p:cNvPr id="63" name="Shape 6">
            <a:extLst>
              <a:ext uri="{FF2B5EF4-FFF2-40B4-BE49-F238E27FC236}">
                <a16:creationId xmlns:a16="http://schemas.microsoft.com/office/drawing/2014/main" id="{9931CA84-14E8-C64A-09B4-AA1C387ED05D}"/>
              </a:ext>
            </a:extLst>
          </p:cNvPr>
          <p:cNvSpPr/>
          <p:nvPr/>
        </p:nvSpPr>
        <p:spPr>
          <a:xfrm>
            <a:off x="454343" y="5278346"/>
            <a:ext cx="1698542" cy="1275721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4" name="Text 7">
            <a:extLst>
              <a:ext uri="{FF2B5EF4-FFF2-40B4-BE49-F238E27FC236}">
                <a16:creationId xmlns:a16="http://schemas.microsoft.com/office/drawing/2014/main" id="{7E4684C8-7336-CF8A-B80B-74FA6C1E4211}"/>
              </a:ext>
            </a:extLst>
          </p:cNvPr>
          <p:cNvSpPr/>
          <p:nvPr/>
        </p:nvSpPr>
        <p:spPr>
          <a:xfrm>
            <a:off x="579565" y="6392685"/>
            <a:ext cx="1018413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a moment</a:t>
            </a:r>
            <a:endParaRPr lang="en-US" sz="900" dirty="0"/>
          </a:p>
        </p:txBody>
      </p:sp>
      <p:sp>
        <p:nvSpPr>
          <p:cNvPr id="65" name="Text 8">
            <a:extLst>
              <a:ext uri="{FF2B5EF4-FFF2-40B4-BE49-F238E27FC236}">
                <a16:creationId xmlns:a16="http://schemas.microsoft.com/office/drawing/2014/main" id="{4F8ACB38-C340-1494-B11D-11EDF427B1D2}"/>
              </a:ext>
            </a:extLst>
          </p:cNvPr>
          <p:cNvSpPr/>
          <p:nvPr/>
        </p:nvSpPr>
        <p:spPr>
          <a:xfrm>
            <a:off x="398133" y="6675531"/>
            <a:ext cx="113157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 →</a:t>
            </a:r>
            <a:endParaRPr lang="en-US" sz="900" dirty="0"/>
          </a:p>
        </p:txBody>
      </p:sp>
      <p:sp>
        <p:nvSpPr>
          <p:cNvPr id="66" name="Shape 9">
            <a:extLst>
              <a:ext uri="{FF2B5EF4-FFF2-40B4-BE49-F238E27FC236}">
                <a16:creationId xmlns:a16="http://schemas.microsoft.com/office/drawing/2014/main" id="{79562FE7-D05B-F254-7475-DA37BAEBA5FE}"/>
              </a:ext>
            </a:extLst>
          </p:cNvPr>
          <p:cNvSpPr/>
          <p:nvPr/>
        </p:nvSpPr>
        <p:spPr>
          <a:xfrm flipV="1">
            <a:off x="488384" y="6818001"/>
            <a:ext cx="1698542" cy="5585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7" name="Shape 10">
            <a:extLst>
              <a:ext uri="{FF2B5EF4-FFF2-40B4-BE49-F238E27FC236}">
                <a16:creationId xmlns:a16="http://schemas.microsoft.com/office/drawing/2014/main" id="{5FBAC945-1730-6BA4-9AAC-B5687F4C7DE1}"/>
              </a:ext>
            </a:extLst>
          </p:cNvPr>
          <p:cNvSpPr/>
          <p:nvPr/>
        </p:nvSpPr>
        <p:spPr>
          <a:xfrm flipV="1">
            <a:off x="488383" y="7040910"/>
            <a:ext cx="1698542" cy="5222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8" name="Shape 11">
            <a:extLst>
              <a:ext uri="{FF2B5EF4-FFF2-40B4-BE49-F238E27FC236}">
                <a16:creationId xmlns:a16="http://schemas.microsoft.com/office/drawing/2014/main" id="{0335E23E-3F0E-2581-0BDD-BDA50C7DB29A}"/>
              </a:ext>
            </a:extLst>
          </p:cNvPr>
          <p:cNvSpPr/>
          <p:nvPr/>
        </p:nvSpPr>
        <p:spPr>
          <a:xfrm flipV="1">
            <a:off x="488384" y="7270308"/>
            <a:ext cx="1698542" cy="5711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9" name="Shape 28">
            <a:extLst>
              <a:ext uri="{FF2B5EF4-FFF2-40B4-BE49-F238E27FC236}">
                <a16:creationId xmlns:a16="http://schemas.microsoft.com/office/drawing/2014/main" id="{5FA2F120-FD68-6354-6FD7-CE1565FA2E7A}"/>
              </a:ext>
            </a:extLst>
          </p:cNvPr>
          <p:cNvSpPr/>
          <p:nvPr/>
        </p:nvSpPr>
        <p:spPr>
          <a:xfrm>
            <a:off x="3816269" y="4862573"/>
            <a:ext cx="113157" cy="113157"/>
          </a:xfrm>
          <a:prstGeom prst="ellipse">
            <a:avLst/>
          </a:prstGeom>
          <a:solidFill>
            <a:srgbClr val="B85042"/>
          </a:solidFill>
          <a:ln w="635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0" name="Text 29">
            <a:extLst>
              <a:ext uri="{FF2B5EF4-FFF2-40B4-BE49-F238E27FC236}">
                <a16:creationId xmlns:a16="http://schemas.microsoft.com/office/drawing/2014/main" id="{7A1FC0ED-2CB3-9FF3-4B7F-C71E29F5B298}"/>
              </a:ext>
            </a:extLst>
          </p:cNvPr>
          <p:cNvSpPr/>
          <p:nvPr/>
        </p:nvSpPr>
        <p:spPr>
          <a:xfrm>
            <a:off x="3288203" y="4994590"/>
            <a:ext cx="113157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65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 four</a:t>
            </a:r>
            <a:endParaRPr lang="en-US" sz="900" dirty="0"/>
          </a:p>
        </p:txBody>
      </p:sp>
      <p:sp>
        <p:nvSpPr>
          <p:cNvPr id="71" name="Shape 36">
            <a:extLst>
              <a:ext uri="{FF2B5EF4-FFF2-40B4-BE49-F238E27FC236}">
                <a16:creationId xmlns:a16="http://schemas.microsoft.com/office/drawing/2014/main" id="{FC8BF341-5680-C20B-449D-E562D52F70A5}"/>
              </a:ext>
            </a:extLst>
          </p:cNvPr>
          <p:cNvSpPr/>
          <p:nvPr/>
        </p:nvSpPr>
        <p:spPr>
          <a:xfrm flipV="1">
            <a:off x="358126" y="4919150"/>
            <a:ext cx="4389120" cy="11713"/>
          </a:xfrm>
          <a:prstGeom prst="line">
            <a:avLst/>
          </a:prstGeom>
          <a:noFill/>
          <a:ln w="7620">
            <a:solidFill>
              <a:srgbClr val="1C1B18"/>
            </a:solidFill>
            <a:prstDash val="dash"/>
          </a:ln>
        </p:spPr>
        <p:txBody>
          <a:bodyPr/>
          <a:lstStyle/>
          <a:p>
            <a:endParaRPr lang="en-IT" sz="900"/>
          </a:p>
        </p:txBody>
      </p:sp>
      <p:sp>
        <p:nvSpPr>
          <p:cNvPr id="72" name="Shape 6">
            <a:extLst>
              <a:ext uri="{FF2B5EF4-FFF2-40B4-BE49-F238E27FC236}">
                <a16:creationId xmlns:a16="http://schemas.microsoft.com/office/drawing/2014/main" id="{7CF33135-497D-ECB0-08F0-5614A714F1F7}"/>
              </a:ext>
            </a:extLst>
          </p:cNvPr>
          <p:cNvSpPr/>
          <p:nvPr/>
        </p:nvSpPr>
        <p:spPr>
          <a:xfrm>
            <a:off x="3042069" y="5256997"/>
            <a:ext cx="1698542" cy="1275721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3" name="Text 7">
            <a:extLst>
              <a:ext uri="{FF2B5EF4-FFF2-40B4-BE49-F238E27FC236}">
                <a16:creationId xmlns:a16="http://schemas.microsoft.com/office/drawing/2014/main" id="{FECA185B-F0D4-BE58-EF5B-8D5FE5948DC0}"/>
              </a:ext>
            </a:extLst>
          </p:cNvPr>
          <p:cNvSpPr/>
          <p:nvPr/>
        </p:nvSpPr>
        <p:spPr>
          <a:xfrm>
            <a:off x="3167291" y="6371336"/>
            <a:ext cx="1018413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a moment</a:t>
            </a:r>
            <a:endParaRPr lang="en-US" sz="900" dirty="0"/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6A83CA2F-6228-7C1A-36DA-39A05E3934C9}"/>
              </a:ext>
            </a:extLst>
          </p:cNvPr>
          <p:cNvSpPr/>
          <p:nvPr/>
        </p:nvSpPr>
        <p:spPr>
          <a:xfrm>
            <a:off x="2985859" y="6654182"/>
            <a:ext cx="113157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 →</a:t>
            </a:r>
            <a:endParaRPr lang="en-US" sz="900" dirty="0"/>
          </a:p>
        </p:txBody>
      </p:sp>
      <p:sp>
        <p:nvSpPr>
          <p:cNvPr id="75" name="Shape 9">
            <a:extLst>
              <a:ext uri="{FF2B5EF4-FFF2-40B4-BE49-F238E27FC236}">
                <a16:creationId xmlns:a16="http://schemas.microsoft.com/office/drawing/2014/main" id="{1C53D2CC-DFFD-7092-D73D-3A4FA6FA5AC2}"/>
              </a:ext>
            </a:extLst>
          </p:cNvPr>
          <p:cNvSpPr/>
          <p:nvPr/>
        </p:nvSpPr>
        <p:spPr>
          <a:xfrm flipV="1">
            <a:off x="3076110" y="6796652"/>
            <a:ext cx="1698542" cy="5585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6" name="Shape 10">
            <a:extLst>
              <a:ext uri="{FF2B5EF4-FFF2-40B4-BE49-F238E27FC236}">
                <a16:creationId xmlns:a16="http://schemas.microsoft.com/office/drawing/2014/main" id="{72575AF5-F1A5-D0A2-4EA6-43A36D071E30}"/>
              </a:ext>
            </a:extLst>
          </p:cNvPr>
          <p:cNvSpPr/>
          <p:nvPr/>
        </p:nvSpPr>
        <p:spPr>
          <a:xfrm flipV="1">
            <a:off x="3076109" y="7019561"/>
            <a:ext cx="1698542" cy="5222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7" name="Shape 11">
            <a:extLst>
              <a:ext uri="{FF2B5EF4-FFF2-40B4-BE49-F238E27FC236}">
                <a16:creationId xmlns:a16="http://schemas.microsoft.com/office/drawing/2014/main" id="{28781B5E-8764-ECBD-7EA3-8560F89C140D}"/>
              </a:ext>
            </a:extLst>
          </p:cNvPr>
          <p:cNvSpPr/>
          <p:nvPr/>
        </p:nvSpPr>
        <p:spPr>
          <a:xfrm flipV="1">
            <a:off x="3076110" y="7248959"/>
            <a:ext cx="1698542" cy="5711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</p:spTree>
    <p:extLst>
      <p:ext uri="{BB962C8B-B14F-4D97-AF65-F5344CB8AC3E}">
        <p14:creationId xmlns:p14="http://schemas.microsoft.com/office/powerpoint/2010/main" val="1800847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320040" y="1840804"/>
            <a:ext cx="1584198" cy="226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quiet audit of the month — small shifts count.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2431271"/>
            <a:ext cx="1422474" cy="1456387"/>
          </a:xfrm>
          <a:prstGeom prst="ellipse">
            <a:avLst/>
          </a:prstGeom>
          <a:solidFill>
            <a:srgbClr val="F3EDE2"/>
          </a:solidFill>
          <a:ln w="762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1400"/>
          </a:p>
        </p:txBody>
      </p:sp>
      <p:sp>
        <p:nvSpPr>
          <p:cNvPr id="9" name="Shape 7"/>
          <p:cNvSpPr/>
          <p:nvPr/>
        </p:nvSpPr>
        <p:spPr>
          <a:xfrm>
            <a:off x="497849" y="2613319"/>
            <a:ext cx="1066856" cy="1092289"/>
          </a:xfrm>
          <a:prstGeom prst="ellipse">
            <a:avLst/>
          </a:prstGeom>
          <a:solidFill>
            <a:srgbClr val="B85042">
              <a:alpha val="40000"/>
            </a:srgbClr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IT" sz="1400"/>
          </a:p>
        </p:txBody>
      </p:sp>
      <p:sp>
        <p:nvSpPr>
          <p:cNvPr id="10" name="Text 8"/>
          <p:cNvSpPr/>
          <p:nvPr/>
        </p:nvSpPr>
        <p:spPr>
          <a:xfrm>
            <a:off x="320040" y="2958393"/>
            <a:ext cx="1422474" cy="436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847" y="4009939"/>
            <a:ext cx="109385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 / 10</a:t>
            </a:r>
            <a:endParaRPr lang="en-US" sz="1400" dirty="0"/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792032ED-0D54-C45F-C47B-EF5966BEDC78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FB957415-695E-8D46-5F8F-51141BCECEB5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6FB64C44-2DA0-1A78-CFA2-2237B34B979C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RESET</a:t>
            </a:r>
            <a:endParaRPr lang="en-US" sz="700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527339BF-44A1-7B80-F10B-AF75202988E3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</a:rPr>
              <a:t>GROW TRACKER</a:t>
            </a:r>
            <a:endParaRPr lang="en-US" sz="800" dirty="0"/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317671FD-BE04-FC1F-DCE5-DEF25686D58B}"/>
              </a:ext>
            </a:extLst>
          </p:cNvPr>
          <p:cNvSpPr/>
          <p:nvPr/>
        </p:nvSpPr>
        <p:spPr>
          <a:xfrm>
            <a:off x="320040" y="1064258"/>
            <a:ext cx="4389120" cy="785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grew.</a:t>
            </a:r>
            <a:endParaRPr lang="en-US" sz="2800" dirty="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671A0C78-1EB7-46C8-6216-7414EF2E1EFE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41</a:t>
            </a:r>
            <a:endParaRPr lang="en-US" sz="800" dirty="0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F77F38C1-42A3-07C4-0397-C7015869D1E6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0FF7424A-FAC9-7537-545A-BE7F75EDDF12}"/>
              </a:ext>
            </a:extLst>
          </p:cNvPr>
          <p:cNvSpPr/>
          <p:nvPr/>
        </p:nvSpPr>
        <p:spPr>
          <a:xfrm>
            <a:off x="1799156" y="2431271"/>
            <a:ext cx="1422474" cy="1456387"/>
          </a:xfrm>
          <a:prstGeom prst="ellipse">
            <a:avLst/>
          </a:prstGeom>
          <a:solidFill>
            <a:srgbClr val="F3EDE2"/>
          </a:solidFill>
          <a:ln w="762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1400"/>
          </a:p>
        </p:txBody>
      </p:sp>
      <p:sp>
        <p:nvSpPr>
          <p:cNvPr id="43" name="Shape 7">
            <a:extLst>
              <a:ext uri="{FF2B5EF4-FFF2-40B4-BE49-F238E27FC236}">
                <a16:creationId xmlns:a16="http://schemas.microsoft.com/office/drawing/2014/main" id="{11C73A4E-62A3-E384-2F66-EFC38982CE05}"/>
              </a:ext>
            </a:extLst>
          </p:cNvPr>
          <p:cNvSpPr/>
          <p:nvPr/>
        </p:nvSpPr>
        <p:spPr>
          <a:xfrm>
            <a:off x="1976965" y="2613319"/>
            <a:ext cx="1066856" cy="1092289"/>
          </a:xfrm>
          <a:prstGeom prst="ellipse">
            <a:avLst/>
          </a:prstGeom>
          <a:solidFill>
            <a:srgbClr val="B85042">
              <a:alpha val="40000"/>
            </a:srgbClr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IT" sz="140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D0230264-F344-EEDF-34F0-70DBED41A0CD}"/>
              </a:ext>
            </a:extLst>
          </p:cNvPr>
          <p:cNvSpPr/>
          <p:nvPr/>
        </p:nvSpPr>
        <p:spPr>
          <a:xfrm>
            <a:off x="1799156" y="2958393"/>
            <a:ext cx="1422474" cy="436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</a:t>
            </a:r>
            <a:endParaRPr lang="en-US" sz="1400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FE41DE6F-FE4F-A393-6A86-8C798A34BA5D}"/>
              </a:ext>
            </a:extLst>
          </p:cNvPr>
          <p:cNvSpPr/>
          <p:nvPr/>
        </p:nvSpPr>
        <p:spPr>
          <a:xfrm>
            <a:off x="1976965" y="4026612"/>
            <a:ext cx="109385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 / 10</a:t>
            </a:r>
            <a:endParaRPr lang="en-US" sz="1400" dirty="0"/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D5401DC8-5AC1-269D-AE10-6CF19A217967}"/>
              </a:ext>
            </a:extLst>
          </p:cNvPr>
          <p:cNvSpPr/>
          <p:nvPr/>
        </p:nvSpPr>
        <p:spPr>
          <a:xfrm>
            <a:off x="3289338" y="2431271"/>
            <a:ext cx="1422474" cy="1456387"/>
          </a:xfrm>
          <a:prstGeom prst="ellipse">
            <a:avLst/>
          </a:prstGeom>
          <a:solidFill>
            <a:srgbClr val="F3EDE2"/>
          </a:solidFill>
          <a:ln w="762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1400"/>
          </a:p>
        </p:txBody>
      </p:sp>
      <p:sp>
        <p:nvSpPr>
          <p:cNvPr id="48" name="Shape 7">
            <a:extLst>
              <a:ext uri="{FF2B5EF4-FFF2-40B4-BE49-F238E27FC236}">
                <a16:creationId xmlns:a16="http://schemas.microsoft.com/office/drawing/2014/main" id="{D7393411-6106-6E03-43E1-9AE45AC125C1}"/>
              </a:ext>
            </a:extLst>
          </p:cNvPr>
          <p:cNvSpPr/>
          <p:nvPr/>
        </p:nvSpPr>
        <p:spPr>
          <a:xfrm>
            <a:off x="3467147" y="2613319"/>
            <a:ext cx="1066856" cy="1092289"/>
          </a:xfrm>
          <a:prstGeom prst="ellipse">
            <a:avLst/>
          </a:prstGeom>
          <a:solidFill>
            <a:srgbClr val="B85042">
              <a:alpha val="40000"/>
            </a:srgbClr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IT" sz="1400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5535174B-4FEB-C033-3C0C-8835702E7E3F}"/>
              </a:ext>
            </a:extLst>
          </p:cNvPr>
          <p:cNvSpPr/>
          <p:nvPr/>
        </p:nvSpPr>
        <p:spPr>
          <a:xfrm>
            <a:off x="3289338" y="2958393"/>
            <a:ext cx="1422474" cy="436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</a:t>
            </a:r>
            <a:endParaRPr lang="en-US" sz="1400" dirty="0"/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F1E93A9E-94C6-FA97-FC4A-07EE519CB6ED}"/>
              </a:ext>
            </a:extLst>
          </p:cNvPr>
          <p:cNvSpPr/>
          <p:nvPr/>
        </p:nvSpPr>
        <p:spPr>
          <a:xfrm>
            <a:off x="3483083" y="4026612"/>
            <a:ext cx="1091206" cy="129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 / 10</a:t>
            </a:r>
            <a:endParaRPr lang="en-US" sz="1400" dirty="0"/>
          </a:p>
        </p:txBody>
      </p:sp>
      <p:sp>
        <p:nvSpPr>
          <p:cNvPr id="51" name="Shape 6">
            <a:extLst>
              <a:ext uri="{FF2B5EF4-FFF2-40B4-BE49-F238E27FC236}">
                <a16:creationId xmlns:a16="http://schemas.microsoft.com/office/drawing/2014/main" id="{5D99AD18-A6C5-EA32-56D3-144DE2EC6CFC}"/>
              </a:ext>
            </a:extLst>
          </p:cNvPr>
          <p:cNvSpPr/>
          <p:nvPr/>
        </p:nvSpPr>
        <p:spPr>
          <a:xfrm>
            <a:off x="320040" y="4527228"/>
            <a:ext cx="1422474" cy="1456387"/>
          </a:xfrm>
          <a:prstGeom prst="ellipse">
            <a:avLst/>
          </a:prstGeom>
          <a:solidFill>
            <a:srgbClr val="F3EDE2"/>
          </a:solidFill>
          <a:ln w="762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1400"/>
          </a:p>
        </p:txBody>
      </p:sp>
      <p:sp>
        <p:nvSpPr>
          <p:cNvPr id="52" name="Shape 7">
            <a:extLst>
              <a:ext uri="{FF2B5EF4-FFF2-40B4-BE49-F238E27FC236}">
                <a16:creationId xmlns:a16="http://schemas.microsoft.com/office/drawing/2014/main" id="{60BAC224-F5F0-3429-EC1C-FB31ED741E00}"/>
              </a:ext>
            </a:extLst>
          </p:cNvPr>
          <p:cNvSpPr/>
          <p:nvPr/>
        </p:nvSpPr>
        <p:spPr>
          <a:xfrm>
            <a:off x="497849" y="4709276"/>
            <a:ext cx="1066856" cy="1092289"/>
          </a:xfrm>
          <a:prstGeom prst="ellipse">
            <a:avLst/>
          </a:prstGeom>
          <a:solidFill>
            <a:srgbClr val="B85042">
              <a:alpha val="40000"/>
            </a:srgbClr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IT" sz="1400"/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D79C403E-A6D5-F48C-9CEB-500C12FFA2C2}"/>
              </a:ext>
            </a:extLst>
          </p:cNvPr>
          <p:cNvSpPr/>
          <p:nvPr/>
        </p:nvSpPr>
        <p:spPr>
          <a:xfrm>
            <a:off x="320040" y="5054350"/>
            <a:ext cx="1422474" cy="436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love</a:t>
            </a:r>
            <a:endParaRPr lang="en-US" sz="1400" dirty="0"/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84F4C2DE-E526-5AFA-9032-BFBBBC337AA6}"/>
              </a:ext>
            </a:extLst>
          </p:cNvPr>
          <p:cNvSpPr/>
          <p:nvPr/>
        </p:nvSpPr>
        <p:spPr>
          <a:xfrm>
            <a:off x="470847" y="6111934"/>
            <a:ext cx="109385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 / 10</a:t>
            </a:r>
            <a:endParaRPr lang="en-US" sz="1400" dirty="0"/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77D1C68F-7B23-A0A1-229B-97A526F8ACA1}"/>
              </a:ext>
            </a:extLst>
          </p:cNvPr>
          <p:cNvSpPr/>
          <p:nvPr/>
        </p:nvSpPr>
        <p:spPr>
          <a:xfrm>
            <a:off x="1799156" y="4527228"/>
            <a:ext cx="1422474" cy="1456387"/>
          </a:xfrm>
          <a:prstGeom prst="ellipse">
            <a:avLst/>
          </a:prstGeom>
          <a:solidFill>
            <a:srgbClr val="F3EDE2"/>
          </a:solidFill>
          <a:ln w="762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1400"/>
          </a:p>
        </p:txBody>
      </p:sp>
      <p:sp>
        <p:nvSpPr>
          <p:cNvPr id="56" name="Shape 7">
            <a:extLst>
              <a:ext uri="{FF2B5EF4-FFF2-40B4-BE49-F238E27FC236}">
                <a16:creationId xmlns:a16="http://schemas.microsoft.com/office/drawing/2014/main" id="{EBCC3446-C190-6873-F249-5122887F02CE}"/>
              </a:ext>
            </a:extLst>
          </p:cNvPr>
          <p:cNvSpPr/>
          <p:nvPr/>
        </p:nvSpPr>
        <p:spPr>
          <a:xfrm>
            <a:off x="1976965" y="4709276"/>
            <a:ext cx="1066856" cy="1092289"/>
          </a:xfrm>
          <a:prstGeom prst="ellipse">
            <a:avLst/>
          </a:prstGeom>
          <a:solidFill>
            <a:srgbClr val="B85042">
              <a:alpha val="40000"/>
            </a:srgbClr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IT" sz="1400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ED53C4EE-C281-3215-E3EE-3A5590C55E4B}"/>
              </a:ext>
            </a:extLst>
          </p:cNvPr>
          <p:cNvSpPr/>
          <p:nvPr/>
        </p:nvSpPr>
        <p:spPr>
          <a:xfrm>
            <a:off x="1799156" y="5054350"/>
            <a:ext cx="1422474" cy="436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</a:t>
            </a:r>
            <a:endParaRPr lang="en-US" sz="1400" dirty="0"/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18E35F39-07B0-3D2B-25DB-44CBB80E5587}"/>
              </a:ext>
            </a:extLst>
          </p:cNvPr>
          <p:cNvSpPr/>
          <p:nvPr/>
        </p:nvSpPr>
        <p:spPr>
          <a:xfrm>
            <a:off x="1976966" y="6116632"/>
            <a:ext cx="109385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 / 10</a:t>
            </a:r>
            <a:endParaRPr lang="en-US" sz="1400" dirty="0"/>
          </a:p>
        </p:txBody>
      </p:sp>
      <p:sp>
        <p:nvSpPr>
          <p:cNvPr id="59" name="Shape 6">
            <a:extLst>
              <a:ext uri="{FF2B5EF4-FFF2-40B4-BE49-F238E27FC236}">
                <a16:creationId xmlns:a16="http://schemas.microsoft.com/office/drawing/2014/main" id="{5A4E7882-48C9-FA70-DA9B-14EBC471D057}"/>
              </a:ext>
            </a:extLst>
          </p:cNvPr>
          <p:cNvSpPr/>
          <p:nvPr/>
        </p:nvSpPr>
        <p:spPr>
          <a:xfrm>
            <a:off x="3289338" y="4527228"/>
            <a:ext cx="1422474" cy="1456387"/>
          </a:xfrm>
          <a:prstGeom prst="ellipse">
            <a:avLst/>
          </a:prstGeom>
          <a:solidFill>
            <a:srgbClr val="F3EDE2"/>
          </a:solidFill>
          <a:ln w="762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1400"/>
          </a:p>
        </p:txBody>
      </p:sp>
      <p:sp>
        <p:nvSpPr>
          <p:cNvPr id="60" name="Shape 7">
            <a:extLst>
              <a:ext uri="{FF2B5EF4-FFF2-40B4-BE49-F238E27FC236}">
                <a16:creationId xmlns:a16="http://schemas.microsoft.com/office/drawing/2014/main" id="{2B5DE018-5AB4-3A6B-2651-36F8B06BD7A6}"/>
              </a:ext>
            </a:extLst>
          </p:cNvPr>
          <p:cNvSpPr/>
          <p:nvPr/>
        </p:nvSpPr>
        <p:spPr>
          <a:xfrm>
            <a:off x="3467147" y="4709276"/>
            <a:ext cx="1066856" cy="1092289"/>
          </a:xfrm>
          <a:prstGeom prst="ellipse">
            <a:avLst/>
          </a:prstGeom>
          <a:solidFill>
            <a:srgbClr val="B85042">
              <a:alpha val="40000"/>
            </a:srgbClr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IT" sz="140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0F6DBCC3-2B8E-CD07-9318-E1133ACBFFA4}"/>
              </a:ext>
            </a:extLst>
          </p:cNvPr>
          <p:cNvSpPr/>
          <p:nvPr/>
        </p:nvSpPr>
        <p:spPr>
          <a:xfrm>
            <a:off x="3289338" y="5054350"/>
            <a:ext cx="1422474" cy="436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 dirty="0">
                <a:solidFill>
                  <a:srgbClr val="1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</a:t>
            </a:r>
            <a:endParaRPr lang="en-US" sz="1400" dirty="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B3FAFD9-E372-449C-A83C-2E400D614423}"/>
              </a:ext>
            </a:extLst>
          </p:cNvPr>
          <p:cNvSpPr/>
          <p:nvPr/>
        </p:nvSpPr>
        <p:spPr>
          <a:xfrm>
            <a:off x="3467147" y="6116631"/>
            <a:ext cx="1091206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 / 10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08193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6060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965960" y="3977640"/>
            <a:ext cx="1097280" cy="0"/>
          </a:xfrm>
          <a:prstGeom prst="line">
            <a:avLst/>
          </a:prstGeom>
          <a:noFill/>
          <a:ln w="10160">
            <a:solidFill>
              <a:srgbClr val="2A221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Tiny Wins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20444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TINY WINS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01 / FRONT PAGE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THE DAILY ME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4389120" cy="0"/>
          </a:xfrm>
          <a:prstGeom prst="line">
            <a:avLst/>
          </a:prstGeom>
          <a:noFill/>
          <a:ln w="15240">
            <a:solidFill>
              <a:srgbClr val="2A221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4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VOL. I · NO. ___ · ____________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1691640"/>
            <a:ext cx="4389120" cy="0"/>
          </a:xfrm>
          <a:prstGeom prst="line">
            <a:avLst/>
          </a:prstGeom>
          <a:noFill/>
          <a:ln w="6350">
            <a:solidFill>
              <a:srgbClr val="2A221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20040" y="18745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HEADLINE — LOCAL HUMAN HAS A VERY GOOD MONTH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" y="2766060"/>
            <a:ext cx="4389120" cy="1828800"/>
          </a:xfrm>
          <a:prstGeom prst="rect">
            <a:avLst/>
          </a:prstGeom>
          <a:solidFill>
            <a:schemeClr val="bg2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320039" y="2747773"/>
            <a:ext cx="4389120" cy="1828800"/>
          </a:xfrm>
          <a:prstGeom prst="line">
            <a:avLst/>
          </a:prstGeom>
          <a:noFill/>
          <a:ln w="508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20040" y="4526280"/>
            <a:ext cx="4389120" cy="0"/>
          </a:xfrm>
          <a:prstGeom prst="line">
            <a:avLst/>
          </a:prstGeom>
          <a:noFill/>
          <a:ln w="508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20040" y="357073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39" y="250088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A small triumph, undocumented before now.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20039" y="4773166"/>
            <a:ext cx="1936777" cy="182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INSIDE THE ISSUE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5074920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20040" y="5321808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5568696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20040" y="5815584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20040" y="6062472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20040" y="6309360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20040" y="6556248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20040" y="6803136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20040" y="7050024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320040" y="7296912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2606040" y="4754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CORRESPONDENT NOTE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06040" y="5074920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2606040" y="5321808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2606040" y="5568696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2606040" y="5815584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2606040" y="6062472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2606040" y="6309360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2606040" y="6556248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2606040" y="6803136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2606040" y="7050024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2606040" y="7296912"/>
            <a:ext cx="2103120" cy="0"/>
          </a:xfrm>
          <a:prstGeom prst="line">
            <a:avLst/>
          </a:prstGeom>
          <a:noFill/>
          <a:ln w="444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20861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TINY WINS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TROPHY</a:t>
            </a:r>
            <a:r>
              <a:rPr lang="en-US" sz="800" b="1" kern="0" spc="400" dirty="0">
                <a:solidFill>
                  <a:srgbClr val="B58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800" b="1" kern="0" spc="4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CABINET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945982"/>
            <a:ext cx="4389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Trophy Cabinet.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2080260" cy="1097280"/>
          </a:xfrm>
          <a:prstGeom prst="rect">
            <a:avLst/>
          </a:prstGeom>
          <a:solidFill>
            <a:srgbClr val="EAD9A1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B58A2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EBC9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14400" y="2468880"/>
            <a:ext cx="1394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For____________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78892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___________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628900" y="2103120"/>
            <a:ext cx="2080260" cy="1097280"/>
          </a:xfrm>
          <a:prstGeom prst="rect">
            <a:avLst/>
          </a:prstGeom>
          <a:solidFill>
            <a:srgbClr val="EAD9A1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2766060" y="2286000"/>
            <a:ext cx="365760" cy="365760"/>
          </a:xfrm>
          <a:prstGeom prst="ellipse">
            <a:avLst/>
          </a:prstGeom>
          <a:solidFill>
            <a:srgbClr val="B58A2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276606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EBC9"/>
                </a:solidFill>
              </a:rPr>
              <a:t>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23260" y="228600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05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223260" y="278892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___________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20040" y="3429000"/>
            <a:ext cx="2080260" cy="1097280"/>
          </a:xfrm>
          <a:prstGeom prst="rect">
            <a:avLst/>
          </a:prstGeom>
          <a:solidFill>
            <a:srgbClr val="EAD9A1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B58A2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EBC9"/>
                </a:solidFill>
              </a:rPr>
              <a:t>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61188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02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14400" y="411480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___________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628900" y="3429000"/>
            <a:ext cx="2080260" cy="1097280"/>
          </a:xfrm>
          <a:prstGeom prst="rect">
            <a:avLst/>
          </a:prstGeom>
          <a:solidFill>
            <a:srgbClr val="EAD9A1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2766060" y="3611880"/>
            <a:ext cx="365760" cy="365760"/>
          </a:xfrm>
          <a:prstGeom prst="ellipse">
            <a:avLst/>
          </a:prstGeom>
          <a:solidFill>
            <a:srgbClr val="B58A2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276606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EBC9"/>
                </a:solidFill>
              </a:rPr>
              <a:t>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23260" y="361188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06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23260" y="411480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___________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20040" y="4754880"/>
            <a:ext cx="2080260" cy="1097280"/>
          </a:xfrm>
          <a:prstGeom prst="rect">
            <a:avLst/>
          </a:prstGeom>
          <a:solidFill>
            <a:srgbClr val="EAD9A1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457200" y="4937760"/>
            <a:ext cx="365760" cy="365760"/>
          </a:xfrm>
          <a:prstGeom prst="ellipse">
            <a:avLst/>
          </a:prstGeom>
          <a:solidFill>
            <a:srgbClr val="B58A2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45720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EBC9"/>
                </a:solidFill>
              </a:rPr>
              <a:t>★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" y="493776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03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914400" y="544068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___________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628900" y="4754880"/>
            <a:ext cx="2080260" cy="1097280"/>
          </a:xfrm>
          <a:prstGeom prst="rect">
            <a:avLst/>
          </a:prstGeom>
          <a:solidFill>
            <a:srgbClr val="EAD9A1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2766060" y="4937760"/>
            <a:ext cx="365760" cy="365760"/>
          </a:xfrm>
          <a:prstGeom prst="ellipse">
            <a:avLst/>
          </a:prstGeom>
          <a:solidFill>
            <a:srgbClr val="B58A2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276606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EBC9"/>
                </a:solidFill>
              </a:rPr>
              <a:t>★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223260" y="493776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07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223260" y="544068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___________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20040" y="6080760"/>
            <a:ext cx="2080260" cy="1097280"/>
          </a:xfrm>
          <a:prstGeom prst="rect">
            <a:avLst/>
          </a:prstGeom>
          <a:solidFill>
            <a:srgbClr val="EAD9A1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457200" y="6263640"/>
            <a:ext cx="365760" cy="365760"/>
          </a:xfrm>
          <a:prstGeom prst="ellipse">
            <a:avLst/>
          </a:prstGeom>
          <a:solidFill>
            <a:srgbClr val="B58A2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7" name="Text 45"/>
          <p:cNvSpPr/>
          <p:nvPr/>
        </p:nvSpPr>
        <p:spPr>
          <a:xfrm>
            <a:off x="457200" y="6263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EBC9"/>
                </a:solidFill>
              </a:rPr>
              <a:t>★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14400" y="626364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04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914400" y="676656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___________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628900" y="6080760"/>
            <a:ext cx="2080260" cy="1097280"/>
          </a:xfrm>
          <a:prstGeom prst="rect">
            <a:avLst/>
          </a:prstGeom>
          <a:solidFill>
            <a:srgbClr val="EAD9A1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  <p:sp>
        <p:nvSpPr>
          <p:cNvPr id="52" name="Shape 50"/>
          <p:cNvSpPr/>
          <p:nvPr/>
        </p:nvSpPr>
        <p:spPr>
          <a:xfrm>
            <a:off x="2766060" y="6263640"/>
            <a:ext cx="365760" cy="365760"/>
          </a:xfrm>
          <a:prstGeom prst="ellipse">
            <a:avLst/>
          </a:prstGeom>
          <a:solidFill>
            <a:srgbClr val="B58A2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3" name="Text 51"/>
          <p:cNvSpPr/>
          <p:nvPr/>
        </p:nvSpPr>
        <p:spPr>
          <a:xfrm>
            <a:off x="2766060" y="6263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EBC9"/>
                </a:solidFill>
              </a:rPr>
              <a:t>★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3223260" y="626364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08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223260" y="676656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___________</a:t>
            </a:r>
            <a:endParaRPr lang="en-US" sz="700" dirty="0"/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5255187E-56D6-4878-F024-1D224B2F71AC}"/>
              </a:ext>
            </a:extLst>
          </p:cNvPr>
          <p:cNvSpPr/>
          <p:nvPr/>
        </p:nvSpPr>
        <p:spPr>
          <a:xfrm>
            <a:off x="903700" y="3817620"/>
            <a:ext cx="1394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For____________</a:t>
            </a:r>
            <a:endParaRPr lang="en-US" sz="1000" dirty="0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256CEA74-1AAD-7993-2FE7-1F0068C0CB86}"/>
              </a:ext>
            </a:extLst>
          </p:cNvPr>
          <p:cNvSpPr/>
          <p:nvPr/>
        </p:nvSpPr>
        <p:spPr>
          <a:xfrm>
            <a:off x="914400" y="5165387"/>
            <a:ext cx="1394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For____________</a:t>
            </a:r>
            <a:endParaRPr lang="en-US" sz="1000" dirty="0"/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7221E834-FBA3-891F-6EA2-E3735DEB9807}"/>
              </a:ext>
            </a:extLst>
          </p:cNvPr>
          <p:cNvSpPr/>
          <p:nvPr/>
        </p:nvSpPr>
        <p:spPr>
          <a:xfrm>
            <a:off x="903700" y="6446520"/>
            <a:ext cx="1394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For____________</a:t>
            </a:r>
            <a:endParaRPr lang="en-US" sz="1000" dirty="0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955806D9-085E-9D6F-EC46-045308BF2E31}"/>
              </a:ext>
            </a:extLst>
          </p:cNvPr>
          <p:cNvSpPr/>
          <p:nvPr/>
        </p:nvSpPr>
        <p:spPr>
          <a:xfrm>
            <a:off x="3228610" y="2467907"/>
            <a:ext cx="1394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For____________</a:t>
            </a:r>
            <a:endParaRPr lang="en-US" sz="1000" dirty="0"/>
          </a:p>
        </p:txBody>
      </p:sp>
      <p:sp>
        <p:nvSpPr>
          <p:cNvPr id="61" name="Text 11">
            <a:extLst>
              <a:ext uri="{FF2B5EF4-FFF2-40B4-BE49-F238E27FC236}">
                <a16:creationId xmlns:a16="http://schemas.microsoft.com/office/drawing/2014/main" id="{70ED4B29-4368-D238-E945-74CA659D6BE0}"/>
              </a:ext>
            </a:extLst>
          </p:cNvPr>
          <p:cNvSpPr/>
          <p:nvPr/>
        </p:nvSpPr>
        <p:spPr>
          <a:xfrm>
            <a:off x="3217910" y="3816647"/>
            <a:ext cx="1394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For____________</a:t>
            </a:r>
            <a:endParaRPr lang="en-US" sz="1000" dirty="0"/>
          </a:p>
        </p:txBody>
      </p:sp>
      <p:sp>
        <p:nvSpPr>
          <p:cNvPr id="62" name="Text 11">
            <a:extLst>
              <a:ext uri="{FF2B5EF4-FFF2-40B4-BE49-F238E27FC236}">
                <a16:creationId xmlns:a16="http://schemas.microsoft.com/office/drawing/2014/main" id="{F2039668-5C3F-EA28-4D60-97A62394FDA1}"/>
              </a:ext>
            </a:extLst>
          </p:cNvPr>
          <p:cNvSpPr/>
          <p:nvPr/>
        </p:nvSpPr>
        <p:spPr>
          <a:xfrm>
            <a:off x="3228610" y="5164414"/>
            <a:ext cx="1394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For____________</a:t>
            </a:r>
            <a:endParaRPr lang="en-US" sz="1000" dirty="0"/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2DBA33CC-D897-E302-3653-85A8D308790A}"/>
              </a:ext>
            </a:extLst>
          </p:cNvPr>
          <p:cNvSpPr/>
          <p:nvPr/>
        </p:nvSpPr>
        <p:spPr>
          <a:xfrm>
            <a:off x="3217910" y="6445547"/>
            <a:ext cx="1394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For____________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52782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TINY WINS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58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STREAK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086104"/>
            <a:ext cx="438912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month of</a:t>
            </a:r>
            <a:endParaRPr lang="en-US" sz="2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 victories.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5799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54895" y="2240280"/>
            <a:ext cx="5799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89750" y="2240280"/>
            <a:ext cx="5799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224605" y="2240280"/>
            <a:ext cx="5799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859459" y="2240280"/>
            <a:ext cx="5799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494314" y="2240280"/>
            <a:ext cx="5799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129169" y="2240280"/>
            <a:ext cx="5799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20040" y="246888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  <p:sp>
        <p:nvSpPr>
          <p:cNvPr id="17" name="Text 15"/>
          <p:cNvSpPr/>
          <p:nvPr/>
        </p:nvSpPr>
        <p:spPr>
          <a:xfrm>
            <a:off x="356616" y="250545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954895" y="246888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991471" y="250545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1589750" y="246888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1626326" y="250545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2224605" y="246888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2261181" y="250545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2859459" y="246888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2896035" y="250545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494314" y="246888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3530890" y="250545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4129169" y="246888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4165745" y="250545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320040" y="310373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56616" y="314031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954895" y="310373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991471" y="314031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1589750" y="310373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1626326" y="314031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2224605" y="310373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2261181" y="314031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859459" y="310373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2896035" y="314031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494314" y="310373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3530890" y="314031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4129169" y="310373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Text 41"/>
          <p:cNvSpPr/>
          <p:nvPr/>
        </p:nvSpPr>
        <p:spPr>
          <a:xfrm>
            <a:off x="4165745" y="314031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320040" y="373859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Text 43"/>
          <p:cNvSpPr/>
          <p:nvPr/>
        </p:nvSpPr>
        <p:spPr>
          <a:xfrm>
            <a:off x="356616" y="377516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954895" y="373859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Text 45"/>
          <p:cNvSpPr/>
          <p:nvPr/>
        </p:nvSpPr>
        <p:spPr>
          <a:xfrm>
            <a:off x="991471" y="377516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589750" y="373859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Text 47"/>
          <p:cNvSpPr/>
          <p:nvPr/>
        </p:nvSpPr>
        <p:spPr>
          <a:xfrm>
            <a:off x="1626326" y="377516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2224605" y="373859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Text 49"/>
          <p:cNvSpPr/>
          <p:nvPr/>
        </p:nvSpPr>
        <p:spPr>
          <a:xfrm>
            <a:off x="2261181" y="377516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2859459" y="373859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Text 51"/>
          <p:cNvSpPr/>
          <p:nvPr/>
        </p:nvSpPr>
        <p:spPr>
          <a:xfrm>
            <a:off x="2896035" y="377516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3494314" y="373859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Text 53"/>
          <p:cNvSpPr/>
          <p:nvPr/>
        </p:nvSpPr>
        <p:spPr>
          <a:xfrm>
            <a:off x="3530890" y="377516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4129169" y="373859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Text 55"/>
          <p:cNvSpPr/>
          <p:nvPr/>
        </p:nvSpPr>
        <p:spPr>
          <a:xfrm>
            <a:off x="4165745" y="377516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320040" y="437344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9" name="Text 57"/>
          <p:cNvSpPr/>
          <p:nvPr/>
        </p:nvSpPr>
        <p:spPr>
          <a:xfrm>
            <a:off x="356616" y="441002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954895" y="437344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1" name="Text 59"/>
          <p:cNvSpPr/>
          <p:nvPr/>
        </p:nvSpPr>
        <p:spPr>
          <a:xfrm>
            <a:off x="991471" y="441002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1589750" y="437344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3" name="Text 61"/>
          <p:cNvSpPr/>
          <p:nvPr/>
        </p:nvSpPr>
        <p:spPr>
          <a:xfrm>
            <a:off x="1626326" y="441002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224605" y="437344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5" name="Text 63"/>
          <p:cNvSpPr/>
          <p:nvPr/>
        </p:nvSpPr>
        <p:spPr>
          <a:xfrm>
            <a:off x="2261181" y="441002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2859459" y="437344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7" name="Text 65"/>
          <p:cNvSpPr/>
          <p:nvPr/>
        </p:nvSpPr>
        <p:spPr>
          <a:xfrm>
            <a:off x="2896035" y="441002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3494314" y="437344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9" name="Text 67"/>
          <p:cNvSpPr/>
          <p:nvPr/>
        </p:nvSpPr>
        <p:spPr>
          <a:xfrm>
            <a:off x="3530890" y="441002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4129169" y="437344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1" name="Text 69"/>
          <p:cNvSpPr/>
          <p:nvPr/>
        </p:nvSpPr>
        <p:spPr>
          <a:xfrm>
            <a:off x="4165745" y="441002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320040" y="5008299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3" name="Text 71"/>
          <p:cNvSpPr/>
          <p:nvPr/>
        </p:nvSpPr>
        <p:spPr>
          <a:xfrm>
            <a:off x="356616" y="5044875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954895" y="5008299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5" name="Text 73"/>
          <p:cNvSpPr/>
          <p:nvPr/>
        </p:nvSpPr>
        <p:spPr>
          <a:xfrm>
            <a:off x="991471" y="5044875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1589750" y="5008299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7" name="Text 75"/>
          <p:cNvSpPr/>
          <p:nvPr/>
        </p:nvSpPr>
        <p:spPr>
          <a:xfrm>
            <a:off x="1626326" y="5044875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31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2224605" y="5008299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9" name="Text 77"/>
          <p:cNvSpPr/>
          <p:nvPr/>
        </p:nvSpPr>
        <p:spPr>
          <a:xfrm>
            <a:off x="2261181" y="5044875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32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2859459" y="5008299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1" name="Text 79"/>
          <p:cNvSpPr/>
          <p:nvPr/>
        </p:nvSpPr>
        <p:spPr>
          <a:xfrm>
            <a:off x="2896035" y="5044875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33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3494314" y="5008299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3" name="Text 81"/>
          <p:cNvSpPr/>
          <p:nvPr/>
        </p:nvSpPr>
        <p:spPr>
          <a:xfrm>
            <a:off x="3530890" y="5044875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34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4129169" y="5008299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5" name="Text 83"/>
          <p:cNvSpPr/>
          <p:nvPr/>
        </p:nvSpPr>
        <p:spPr>
          <a:xfrm>
            <a:off x="4165745" y="5044875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35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320040" y="5780314"/>
            <a:ext cx="4389120" cy="0"/>
          </a:xfrm>
          <a:prstGeom prst="line">
            <a:avLst/>
          </a:prstGeom>
          <a:noFill/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7" name="Text 85"/>
          <p:cNvSpPr/>
          <p:nvPr/>
        </p:nvSpPr>
        <p:spPr>
          <a:xfrm>
            <a:off x="320040" y="587175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58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WIN OF THE MONTH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20040" y="6237514"/>
            <a:ext cx="4389120" cy="0"/>
          </a:xfrm>
          <a:prstGeom prst="line">
            <a:avLst/>
          </a:prstGeom>
          <a:noFill/>
          <a:ln w="508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9" name="Shape 87"/>
          <p:cNvSpPr/>
          <p:nvPr/>
        </p:nvSpPr>
        <p:spPr>
          <a:xfrm>
            <a:off x="320040" y="6511834"/>
            <a:ext cx="4389120" cy="0"/>
          </a:xfrm>
          <a:prstGeom prst="line">
            <a:avLst/>
          </a:prstGeom>
          <a:noFill/>
          <a:ln w="508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0" name="Shape 88"/>
          <p:cNvSpPr/>
          <p:nvPr/>
        </p:nvSpPr>
        <p:spPr>
          <a:xfrm>
            <a:off x="320040" y="6786154"/>
            <a:ext cx="4389120" cy="0"/>
          </a:xfrm>
          <a:prstGeom prst="line">
            <a:avLst/>
          </a:prstGeom>
          <a:noFill/>
          <a:ln w="508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1" name="Shape 89"/>
          <p:cNvSpPr/>
          <p:nvPr/>
        </p:nvSpPr>
        <p:spPr>
          <a:xfrm>
            <a:off x="320040" y="7060474"/>
            <a:ext cx="4389120" cy="0"/>
          </a:xfrm>
          <a:prstGeom prst="line">
            <a:avLst/>
          </a:prstGeom>
          <a:noFill/>
          <a:ln w="508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74942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92C97-61E3-5475-FFC8-4F4B1077A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6CCA62-DC1C-70E2-2538-305FF05E1639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B69AE1-981B-60EF-F2F0-B363D5458432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94F3D3-31E6-E62F-A967-B58EE0F6B179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TINY WINS</a:t>
            </a:r>
            <a:endParaRPr lang="en-US" sz="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3C0EAE7-33BC-A762-6EB2-A48A260ACB69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0E1E28F-AC44-5948-D658-A7D66905B0E5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84CD9C-AE65-7FB8-9C32-3469BCB454E9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04 / STREAK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CE07FD5-206B-9082-1F58-9E252B677C52}"/>
              </a:ext>
            </a:extLst>
          </p:cNvPr>
          <p:cNvSpPr/>
          <p:nvPr/>
        </p:nvSpPr>
        <p:spPr>
          <a:xfrm>
            <a:off x="320040" y="939523"/>
            <a:ext cx="438912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latin typeface="Georgia" pitchFamily="34" charset="0"/>
              </a:rPr>
              <a:t>Highlight Reel.</a:t>
            </a:r>
            <a:endParaRPr lang="en-US" sz="2800" dirty="0"/>
          </a:p>
        </p:txBody>
      </p:sp>
      <p:sp>
        <p:nvSpPr>
          <p:cNvPr id="92" name="Shape 4">
            <a:extLst>
              <a:ext uri="{FF2B5EF4-FFF2-40B4-BE49-F238E27FC236}">
                <a16:creationId xmlns:a16="http://schemas.microsoft.com/office/drawing/2014/main" id="{1C29A02C-11F3-D453-A1E0-2A84127D4E49}"/>
              </a:ext>
            </a:extLst>
          </p:cNvPr>
          <p:cNvSpPr/>
          <p:nvPr/>
        </p:nvSpPr>
        <p:spPr>
          <a:xfrm>
            <a:off x="320041" y="1629229"/>
            <a:ext cx="4389120" cy="1755644"/>
          </a:xfrm>
          <a:prstGeom prst="rect">
            <a:avLst/>
          </a:prstGeom>
          <a:solidFill>
            <a:srgbClr val="1C1B18"/>
          </a:solidFill>
          <a:ln w="1270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3" name="Shape 5">
            <a:extLst>
              <a:ext uri="{FF2B5EF4-FFF2-40B4-BE49-F238E27FC236}">
                <a16:creationId xmlns:a16="http://schemas.microsoft.com/office/drawing/2014/main" id="{4AF78385-6AC3-6BAE-4FD4-A44F22CCD449}"/>
              </a:ext>
            </a:extLst>
          </p:cNvPr>
          <p:cNvSpPr/>
          <p:nvPr/>
        </p:nvSpPr>
        <p:spPr>
          <a:xfrm>
            <a:off x="320040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5" name="Shape 7">
            <a:extLst>
              <a:ext uri="{FF2B5EF4-FFF2-40B4-BE49-F238E27FC236}">
                <a16:creationId xmlns:a16="http://schemas.microsoft.com/office/drawing/2014/main" id="{073F6316-CC91-9BD4-2DEC-4B618AE35504}"/>
              </a:ext>
            </a:extLst>
          </p:cNvPr>
          <p:cNvSpPr/>
          <p:nvPr/>
        </p:nvSpPr>
        <p:spPr>
          <a:xfrm>
            <a:off x="774980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DC82E77E-9D87-7546-518A-4211EFFC6721}"/>
              </a:ext>
            </a:extLst>
          </p:cNvPr>
          <p:cNvSpPr/>
          <p:nvPr/>
        </p:nvSpPr>
        <p:spPr>
          <a:xfrm>
            <a:off x="1250468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9" name="Shape 11">
            <a:extLst>
              <a:ext uri="{FF2B5EF4-FFF2-40B4-BE49-F238E27FC236}">
                <a16:creationId xmlns:a16="http://schemas.microsoft.com/office/drawing/2014/main" id="{A4092A6B-2BF6-D52B-6634-1E0BF0523FE9}"/>
              </a:ext>
            </a:extLst>
          </p:cNvPr>
          <p:cNvSpPr/>
          <p:nvPr/>
        </p:nvSpPr>
        <p:spPr>
          <a:xfrm>
            <a:off x="1725956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99BBEE41-8FD8-0EA9-7E76-AA0750332F54}"/>
              </a:ext>
            </a:extLst>
          </p:cNvPr>
          <p:cNvSpPr/>
          <p:nvPr/>
        </p:nvSpPr>
        <p:spPr>
          <a:xfrm>
            <a:off x="2201444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3" name="Shape 15">
            <a:extLst>
              <a:ext uri="{FF2B5EF4-FFF2-40B4-BE49-F238E27FC236}">
                <a16:creationId xmlns:a16="http://schemas.microsoft.com/office/drawing/2014/main" id="{1EBBF326-ED45-77AB-2752-5083F9BFFE09}"/>
              </a:ext>
            </a:extLst>
          </p:cNvPr>
          <p:cNvSpPr/>
          <p:nvPr/>
        </p:nvSpPr>
        <p:spPr>
          <a:xfrm>
            <a:off x="2676932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5" name="Shape 17">
            <a:extLst>
              <a:ext uri="{FF2B5EF4-FFF2-40B4-BE49-F238E27FC236}">
                <a16:creationId xmlns:a16="http://schemas.microsoft.com/office/drawing/2014/main" id="{5AD20A2E-BA0B-DECB-56D0-911C1C70E714}"/>
              </a:ext>
            </a:extLst>
          </p:cNvPr>
          <p:cNvSpPr/>
          <p:nvPr/>
        </p:nvSpPr>
        <p:spPr>
          <a:xfrm>
            <a:off x="3152420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5C97232B-DE7A-8D15-1588-96B834B7F744}"/>
              </a:ext>
            </a:extLst>
          </p:cNvPr>
          <p:cNvSpPr/>
          <p:nvPr/>
        </p:nvSpPr>
        <p:spPr>
          <a:xfrm>
            <a:off x="3627908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9" name="Shape 21">
            <a:extLst>
              <a:ext uri="{FF2B5EF4-FFF2-40B4-BE49-F238E27FC236}">
                <a16:creationId xmlns:a16="http://schemas.microsoft.com/office/drawing/2014/main" id="{8E868BBE-CA71-45E4-AFBA-76C7FD4536C7}"/>
              </a:ext>
            </a:extLst>
          </p:cNvPr>
          <p:cNvSpPr/>
          <p:nvPr/>
        </p:nvSpPr>
        <p:spPr>
          <a:xfrm>
            <a:off x="4103396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CF15112F-93E8-1B8C-0B3F-966DB3D02AC4}"/>
              </a:ext>
            </a:extLst>
          </p:cNvPr>
          <p:cNvSpPr/>
          <p:nvPr/>
        </p:nvSpPr>
        <p:spPr>
          <a:xfrm>
            <a:off x="4578884" y="1674948"/>
            <a:ext cx="130277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1" name="Shape 53">
            <a:extLst>
              <a:ext uri="{FF2B5EF4-FFF2-40B4-BE49-F238E27FC236}">
                <a16:creationId xmlns:a16="http://schemas.microsoft.com/office/drawing/2014/main" id="{A0CDF6A0-803A-FB86-4671-65EFE3B9362F}"/>
              </a:ext>
            </a:extLst>
          </p:cNvPr>
          <p:cNvSpPr/>
          <p:nvPr/>
        </p:nvSpPr>
        <p:spPr>
          <a:xfrm>
            <a:off x="442631" y="1987149"/>
            <a:ext cx="1234441" cy="1005841"/>
          </a:xfrm>
          <a:prstGeom prst="rect">
            <a:avLst/>
          </a:prstGeom>
          <a:solidFill>
            <a:srgbClr val="F3EDE2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2" name="Text 54">
            <a:extLst>
              <a:ext uri="{FF2B5EF4-FFF2-40B4-BE49-F238E27FC236}">
                <a16:creationId xmlns:a16="http://schemas.microsoft.com/office/drawing/2014/main" id="{B81D139C-A6FB-D69A-9C83-7556827ABD85}"/>
              </a:ext>
            </a:extLst>
          </p:cNvPr>
          <p:cNvSpPr/>
          <p:nvPr/>
        </p:nvSpPr>
        <p:spPr>
          <a:xfrm>
            <a:off x="457200" y="27116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scene 1</a:t>
            </a:r>
            <a:endParaRPr lang="en-US" sz="800" dirty="0"/>
          </a:p>
        </p:txBody>
      </p:sp>
      <p:sp>
        <p:nvSpPr>
          <p:cNvPr id="149" name="Shape 5">
            <a:extLst>
              <a:ext uri="{FF2B5EF4-FFF2-40B4-BE49-F238E27FC236}">
                <a16:creationId xmlns:a16="http://schemas.microsoft.com/office/drawing/2014/main" id="{C097A277-A4A0-5CC3-A75C-A3A5DE0C0826}"/>
              </a:ext>
            </a:extLst>
          </p:cNvPr>
          <p:cNvSpPr/>
          <p:nvPr/>
        </p:nvSpPr>
        <p:spPr>
          <a:xfrm>
            <a:off x="320040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0" name="Shape 7">
            <a:extLst>
              <a:ext uri="{FF2B5EF4-FFF2-40B4-BE49-F238E27FC236}">
                <a16:creationId xmlns:a16="http://schemas.microsoft.com/office/drawing/2014/main" id="{60B14B0D-A604-2DFA-8A58-9788ED8C9CBC}"/>
              </a:ext>
            </a:extLst>
          </p:cNvPr>
          <p:cNvSpPr/>
          <p:nvPr/>
        </p:nvSpPr>
        <p:spPr>
          <a:xfrm>
            <a:off x="774980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1" name="Shape 9">
            <a:extLst>
              <a:ext uri="{FF2B5EF4-FFF2-40B4-BE49-F238E27FC236}">
                <a16:creationId xmlns:a16="http://schemas.microsoft.com/office/drawing/2014/main" id="{ECB3DA75-3D92-1D16-30B2-C41E989E7223}"/>
              </a:ext>
            </a:extLst>
          </p:cNvPr>
          <p:cNvSpPr/>
          <p:nvPr/>
        </p:nvSpPr>
        <p:spPr>
          <a:xfrm>
            <a:off x="1250468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2" name="Shape 11">
            <a:extLst>
              <a:ext uri="{FF2B5EF4-FFF2-40B4-BE49-F238E27FC236}">
                <a16:creationId xmlns:a16="http://schemas.microsoft.com/office/drawing/2014/main" id="{73EB2A1F-97A2-46F5-473F-52574B8BDEFD}"/>
              </a:ext>
            </a:extLst>
          </p:cNvPr>
          <p:cNvSpPr/>
          <p:nvPr/>
        </p:nvSpPr>
        <p:spPr>
          <a:xfrm>
            <a:off x="1725956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3" name="Shape 13">
            <a:extLst>
              <a:ext uri="{FF2B5EF4-FFF2-40B4-BE49-F238E27FC236}">
                <a16:creationId xmlns:a16="http://schemas.microsoft.com/office/drawing/2014/main" id="{66607965-4422-17E8-19D4-2D4DD72E47E4}"/>
              </a:ext>
            </a:extLst>
          </p:cNvPr>
          <p:cNvSpPr/>
          <p:nvPr/>
        </p:nvSpPr>
        <p:spPr>
          <a:xfrm>
            <a:off x="2201444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4" name="Shape 15">
            <a:extLst>
              <a:ext uri="{FF2B5EF4-FFF2-40B4-BE49-F238E27FC236}">
                <a16:creationId xmlns:a16="http://schemas.microsoft.com/office/drawing/2014/main" id="{B7D649DF-C898-45A6-CBF1-D0C61418114C}"/>
              </a:ext>
            </a:extLst>
          </p:cNvPr>
          <p:cNvSpPr/>
          <p:nvPr/>
        </p:nvSpPr>
        <p:spPr>
          <a:xfrm>
            <a:off x="2676932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5" name="Shape 17">
            <a:extLst>
              <a:ext uri="{FF2B5EF4-FFF2-40B4-BE49-F238E27FC236}">
                <a16:creationId xmlns:a16="http://schemas.microsoft.com/office/drawing/2014/main" id="{44536092-F6EC-E883-5D58-B3286C9CA181}"/>
              </a:ext>
            </a:extLst>
          </p:cNvPr>
          <p:cNvSpPr/>
          <p:nvPr/>
        </p:nvSpPr>
        <p:spPr>
          <a:xfrm>
            <a:off x="3152420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6" name="Shape 19">
            <a:extLst>
              <a:ext uri="{FF2B5EF4-FFF2-40B4-BE49-F238E27FC236}">
                <a16:creationId xmlns:a16="http://schemas.microsoft.com/office/drawing/2014/main" id="{2546EAC4-9BBC-3591-84BB-A7B04E1E6D6C}"/>
              </a:ext>
            </a:extLst>
          </p:cNvPr>
          <p:cNvSpPr/>
          <p:nvPr/>
        </p:nvSpPr>
        <p:spPr>
          <a:xfrm>
            <a:off x="3627908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7" name="Shape 21">
            <a:extLst>
              <a:ext uri="{FF2B5EF4-FFF2-40B4-BE49-F238E27FC236}">
                <a16:creationId xmlns:a16="http://schemas.microsoft.com/office/drawing/2014/main" id="{3E399A05-C06F-4738-BC28-1F3FC41CA53C}"/>
              </a:ext>
            </a:extLst>
          </p:cNvPr>
          <p:cNvSpPr/>
          <p:nvPr/>
        </p:nvSpPr>
        <p:spPr>
          <a:xfrm>
            <a:off x="4103396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8" name="Shape 23">
            <a:extLst>
              <a:ext uri="{FF2B5EF4-FFF2-40B4-BE49-F238E27FC236}">
                <a16:creationId xmlns:a16="http://schemas.microsoft.com/office/drawing/2014/main" id="{B5AE9DF4-68F4-6577-545D-164BD2B215D1}"/>
              </a:ext>
            </a:extLst>
          </p:cNvPr>
          <p:cNvSpPr/>
          <p:nvPr/>
        </p:nvSpPr>
        <p:spPr>
          <a:xfrm>
            <a:off x="4578884" y="3189301"/>
            <a:ext cx="130277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9" name="Shape 53">
            <a:extLst>
              <a:ext uri="{FF2B5EF4-FFF2-40B4-BE49-F238E27FC236}">
                <a16:creationId xmlns:a16="http://schemas.microsoft.com/office/drawing/2014/main" id="{98E6643D-375D-CB43-4829-89891E91045C}"/>
              </a:ext>
            </a:extLst>
          </p:cNvPr>
          <p:cNvSpPr/>
          <p:nvPr/>
        </p:nvSpPr>
        <p:spPr>
          <a:xfrm>
            <a:off x="1917979" y="2010676"/>
            <a:ext cx="1234441" cy="1005841"/>
          </a:xfrm>
          <a:prstGeom prst="rect">
            <a:avLst/>
          </a:prstGeom>
          <a:solidFill>
            <a:srgbClr val="F3EDE2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0" name="Shape 53">
            <a:extLst>
              <a:ext uri="{FF2B5EF4-FFF2-40B4-BE49-F238E27FC236}">
                <a16:creationId xmlns:a16="http://schemas.microsoft.com/office/drawing/2014/main" id="{1808A815-20FD-D72B-EEA1-D87FE5595416}"/>
              </a:ext>
            </a:extLst>
          </p:cNvPr>
          <p:cNvSpPr/>
          <p:nvPr/>
        </p:nvSpPr>
        <p:spPr>
          <a:xfrm>
            <a:off x="3344443" y="2010676"/>
            <a:ext cx="1234441" cy="1005841"/>
          </a:xfrm>
          <a:prstGeom prst="rect">
            <a:avLst/>
          </a:prstGeom>
          <a:solidFill>
            <a:srgbClr val="F3EDE2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  <p:sp>
        <p:nvSpPr>
          <p:cNvPr id="161" name="Text 56">
            <a:extLst>
              <a:ext uri="{FF2B5EF4-FFF2-40B4-BE49-F238E27FC236}">
                <a16:creationId xmlns:a16="http://schemas.microsoft.com/office/drawing/2014/main" id="{05136D6B-B8D6-B4D6-6A4E-E3EF4CC6E341}"/>
              </a:ext>
            </a:extLst>
          </p:cNvPr>
          <p:cNvSpPr/>
          <p:nvPr/>
        </p:nvSpPr>
        <p:spPr>
          <a:xfrm>
            <a:off x="1938230" y="275038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scene 2</a:t>
            </a:r>
            <a:endParaRPr lang="en-US" sz="800" dirty="0"/>
          </a:p>
        </p:txBody>
      </p:sp>
      <p:sp>
        <p:nvSpPr>
          <p:cNvPr id="162" name="Text 58">
            <a:extLst>
              <a:ext uri="{FF2B5EF4-FFF2-40B4-BE49-F238E27FC236}">
                <a16:creationId xmlns:a16="http://schemas.microsoft.com/office/drawing/2014/main" id="{95288FAB-6BFC-3153-42F2-BC4303BDF5C6}"/>
              </a:ext>
            </a:extLst>
          </p:cNvPr>
          <p:cNvSpPr/>
          <p:nvPr/>
        </p:nvSpPr>
        <p:spPr>
          <a:xfrm>
            <a:off x="3393327" y="277304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scene 3</a:t>
            </a:r>
            <a:endParaRPr lang="en-US" sz="800" dirty="0"/>
          </a:p>
        </p:txBody>
      </p:sp>
      <p:sp>
        <p:nvSpPr>
          <p:cNvPr id="163" name="Text 61">
            <a:extLst>
              <a:ext uri="{FF2B5EF4-FFF2-40B4-BE49-F238E27FC236}">
                <a16:creationId xmlns:a16="http://schemas.microsoft.com/office/drawing/2014/main" id="{CA54F899-D3AA-0564-E17C-9CBFBBC06B99}"/>
              </a:ext>
            </a:extLst>
          </p:cNvPr>
          <p:cNvSpPr/>
          <p:nvPr/>
        </p:nvSpPr>
        <p:spPr>
          <a:xfrm>
            <a:off x="320040" y="3535413"/>
            <a:ext cx="1405916" cy="319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01</a:t>
            </a:r>
            <a:endParaRPr lang="en-US" sz="900" dirty="0"/>
          </a:p>
        </p:txBody>
      </p:sp>
      <p:sp>
        <p:nvSpPr>
          <p:cNvPr id="164" name="Shape 62">
            <a:extLst>
              <a:ext uri="{FF2B5EF4-FFF2-40B4-BE49-F238E27FC236}">
                <a16:creationId xmlns:a16="http://schemas.microsoft.com/office/drawing/2014/main" id="{B36D196D-C51F-CE45-894D-6F8F7A2E75DE}"/>
              </a:ext>
            </a:extLst>
          </p:cNvPr>
          <p:cNvSpPr/>
          <p:nvPr/>
        </p:nvSpPr>
        <p:spPr>
          <a:xfrm flipV="1">
            <a:off x="320040" y="3855380"/>
            <a:ext cx="1405916" cy="74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5" name="Shape 63">
            <a:extLst>
              <a:ext uri="{FF2B5EF4-FFF2-40B4-BE49-F238E27FC236}">
                <a16:creationId xmlns:a16="http://schemas.microsoft.com/office/drawing/2014/main" id="{CB76BF8F-2914-E6E6-40C0-531A238C6A09}"/>
              </a:ext>
            </a:extLst>
          </p:cNvPr>
          <p:cNvSpPr/>
          <p:nvPr/>
        </p:nvSpPr>
        <p:spPr>
          <a:xfrm>
            <a:off x="320040" y="4129774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6" name="Shape 64">
            <a:extLst>
              <a:ext uri="{FF2B5EF4-FFF2-40B4-BE49-F238E27FC236}">
                <a16:creationId xmlns:a16="http://schemas.microsoft.com/office/drawing/2014/main" id="{503F628F-4174-270B-4EAB-6EC699EA7B77}"/>
              </a:ext>
            </a:extLst>
          </p:cNvPr>
          <p:cNvSpPr/>
          <p:nvPr/>
        </p:nvSpPr>
        <p:spPr>
          <a:xfrm>
            <a:off x="320040" y="4404094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6333B61-48D6-FD12-BE2B-123EF817498E}"/>
              </a:ext>
            </a:extLst>
          </p:cNvPr>
          <p:cNvSpPr txBox="1"/>
          <p:nvPr/>
        </p:nvSpPr>
        <p:spPr>
          <a:xfrm>
            <a:off x="2863633" y="4244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dirty="0"/>
          </a:p>
        </p:txBody>
      </p:sp>
      <p:sp>
        <p:nvSpPr>
          <p:cNvPr id="180" name="Text 61">
            <a:extLst>
              <a:ext uri="{FF2B5EF4-FFF2-40B4-BE49-F238E27FC236}">
                <a16:creationId xmlns:a16="http://schemas.microsoft.com/office/drawing/2014/main" id="{D1D296E6-62BC-F575-AF47-1065968052A0}"/>
              </a:ext>
            </a:extLst>
          </p:cNvPr>
          <p:cNvSpPr/>
          <p:nvPr/>
        </p:nvSpPr>
        <p:spPr>
          <a:xfrm>
            <a:off x="1897330" y="3521444"/>
            <a:ext cx="1405916" cy="319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02</a:t>
            </a:r>
            <a:endParaRPr lang="en-US" sz="900" dirty="0"/>
          </a:p>
        </p:txBody>
      </p:sp>
      <p:sp>
        <p:nvSpPr>
          <p:cNvPr id="181" name="Shape 62">
            <a:extLst>
              <a:ext uri="{FF2B5EF4-FFF2-40B4-BE49-F238E27FC236}">
                <a16:creationId xmlns:a16="http://schemas.microsoft.com/office/drawing/2014/main" id="{8E0972CD-9EC1-8275-81A9-491C64B416E0}"/>
              </a:ext>
            </a:extLst>
          </p:cNvPr>
          <p:cNvSpPr/>
          <p:nvPr/>
        </p:nvSpPr>
        <p:spPr>
          <a:xfrm flipV="1">
            <a:off x="1897330" y="3841411"/>
            <a:ext cx="1405916" cy="74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2" name="Shape 63">
            <a:extLst>
              <a:ext uri="{FF2B5EF4-FFF2-40B4-BE49-F238E27FC236}">
                <a16:creationId xmlns:a16="http://schemas.microsoft.com/office/drawing/2014/main" id="{C41B3ED1-6FA4-6FC8-409F-872CE5A85662}"/>
              </a:ext>
            </a:extLst>
          </p:cNvPr>
          <p:cNvSpPr/>
          <p:nvPr/>
        </p:nvSpPr>
        <p:spPr>
          <a:xfrm>
            <a:off x="1897330" y="4115805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3" name="Shape 64">
            <a:extLst>
              <a:ext uri="{FF2B5EF4-FFF2-40B4-BE49-F238E27FC236}">
                <a16:creationId xmlns:a16="http://schemas.microsoft.com/office/drawing/2014/main" id="{4032670B-B8FA-BD66-EC4E-4B3F7CC75556}"/>
              </a:ext>
            </a:extLst>
          </p:cNvPr>
          <p:cNvSpPr/>
          <p:nvPr/>
        </p:nvSpPr>
        <p:spPr>
          <a:xfrm>
            <a:off x="1897330" y="4390125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4" name="Text 61">
            <a:extLst>
              <a:ext uri="{FF2B5EF4-FFF2-40B4-BE49-F238E27FC236}">
                <a16:creationId xmlns:a16="http://schemas.microsoft.com/office/drawing/2014/main" id="{334DDBAA-F8BB-F9B9-0DA9-09856BFBF29A}"/>
              </a:ext>
            </a:extLst>
          </p:cNvPr>
          <p:cNvSpPr/>
          <p:nvPr/>
        </p:nvSpPr>
        <p:spPr>
          <a:xfrm>
            <a:off x="3378760" y="3519003"/>
            <a:ext cx="1405916" cy="319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03</a:t>
            </a:r>
            <a:endParaRPr lang="en-US" sz="900" dirty="0"/>
          </a:p>
        </p:txBody>
      </p:sp>
      <p:sp>
        <p:nvSpPr>
          <p:cNvPr id="185" name="Shape 62">
            <a:extLst>
              <a:ext uri="{FF2B5EF4-FFF2-40B4-BE49-F238E27FC236}">
                <a16:creationId xmlns:a16="http://schemas.microsoft.com/office/drawing/2014/main" id="{CF665A95-B1D2-A7AB-5DF3-05999D64E89E}"/>
              </a:ext>
            </a:extLst>
          </p:cNvPr>
          <p:cNvSpPr/>
          <p:nvPr/>
        </p:nvSpPr>
        <p:spPr>
          <a:xfrm flipV="1">
            <a:off x="3378760" y="3838970"/>
            <a:ext cx="1405916" cy="74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6" name="Shape 63">
            <a:extLst>
              <a:ext uri="{FF2B5EF4-FFF2-40B4-BE49-F238E27FC236}">
                <a16:creationId xmlns:a16="http://schemas.microsoft.com/office/drawing/2014/main" id="{C07CE159-18A0-5797-FFFD-C8E459EDF997}"/>
              </a:ext>
            </a:extLst>
          </p:cNvPr>
          <p:cNvSpPr/>
          <p:nvPr/>
        </p:nvSpPr>
        <p:spPr>
          <a:xfrm>
            <a:off x="3378760" y="4113364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7" name="Shape 64">
            <a:extLst>
              <a:ext uri="{FF2B5EF4-FFF2-40B4-BE49-F238E27FC236}">
                <a16:creationId xmlns:a16="http://schemas.microsoft.com/office/drawing/2014/main" id="{7C453331-6210-DCDA-FAA5-84C012D0BE1D}"/>
              </a:ext>
            </a:extLst>
          </p:cNvPr>
          <p:cNvSpPr/>
          <p:nvPr/>
        </p:nvSpPr>
        <p:spPr>
          <a:xfrm>
            <a:off x="3378760" y="4387684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8" name="Shape 4">
            <a:extLst>
              <a:ext uri="{FF2B5EF4-FFF2-40B4-BE49-F238E27FC236}">
                <a16:creationId xmlns:a16="http://schemas.microsoft.com/office/drawing/2014/main" id="{FEEE6347-B309-9B6B-70FC-7762D291BD8D}"/>
              </a:ext>
            </a:extLst>
          </p:cNvPr>
          <p:cNvSpPr/>
          <p:nvPr/>
        </p:nvSpPr>
        <p:spPr>
          <a:xfrm>
            <a:off x="320041" y="4566867"/>
            <a:ext cx="4389120" cy="1755644"/>
          </a:xfrm>
          <a:prstGeom prst="rect">
            <a:avLst/>
          </a:prstGeom>
          <a:solidFill>
            <a:srgbClr val="1C1B18"/>
          </a:solidFill>
          <a:ln w="1270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9" name="Shape 5">
            <a:extLst>
              <a:ext uri="{FF2B5EF4-FFF2-40B4-BE49-F238E27FC236}">
                <a16:creationId xmlns:a16="http://schemas.microsoft.com/office/drawing/2014/main" id="{9FC4202C-2D7F-555E-1E57-926AAFB3C0EA}"/>
              </a:ext>
            </a:extLst>
          </p:cNvPr>
          <p:cNvSpPr/>
          <p:nvPr/>
        </p:nvSpPr>
        <p:spPr>
          <a:xfrm>
            <a:off x="320040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0" name="Shape 7">
            <a:extLst>
              <a:ext uri="{FF2B5EF4-FFF2-40B4-BE49-F238E27FC236}">
                <a16:creationId xmlns:a16="http://schemas.microsoft.com/office/drawing/2014/main" id="{0F842276-2C01-3921-BD76-FBBB39344346}"/>
              </a:ext>
            </a:extLst>
          </p:cNvPr>
          <p:cNvSpPr/>
          <p:nvPr/>
        </p:nvSpPr>
        <p:spPr>
          <a:xfrm>
            <a:off x="774980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1" name="Shape 9">
            <a:extLst>
              <a:ext uri="{FF2B5EF4-FFF2-40B4-BE49-F238E27FC236}">
                <a16:creationId xmlns:a16="http://schemas.microsoft.com/office/drawing/2014/main" id="{66D2F42F-A7EF-D9BB-8FC3-4D5EAC2FB0EF}"/>
              </a:ext>
            </a:extLst>
          </p:cNvPr>
          <p:cNvSpPr/>
          <p:nvPr/>
        </p:nvSpPr>
        <p:spPr>
          <a:xfrm>
            <a:off x="1250468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2" name="Shape 11">
            <a:extLst>
              <a:ext uri="{FF2B5EF4-FFF2-40B4-BE49-F238E27FC236}">
                <a16:creationId xmlns:a16="http://schemas.microsoft.com/office/drawing/2014/main" id="{5B12B788-ED6F-1BCE-55FF-B006F35AD219}"/>
              </a:ext>
            </a:extLst>
          </p:cNvPr>
          <p:cNvSpPr/>
          <p:nvPr/>
        </p:nvSpPr>
        <p:spPr>
          <a:xfrm>
            <a:off x="1725956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3" name="Shape 13">
            <a:extLst>
              <a:ext uri="{FF2B5EF4-FFF2-40B4-BE49-F238E27FC236}">
                <a16:creationId xmlns:a16="http://schemas.microsoft.com/office/drawing/2014/main" id="{A628A198-5323-B8A5-D245-46237D6E25A4}"/>
              </a:ext>
            </a:extLst>
          </p:cNvPr>
          <p:cNvSpPr/>
          <p:nvPr/>
        </p:nvSpPr>
        <p:spPr>
          <a:xfrm>
            <a:off x="2201444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4" name="Shape 15">
            <a:extLst>
              <a:ext uri="{FF2B5EF4-FFF2-40B4-BE49-F238E27FC236}">
                <a16:creationId xmlns:a16="http://schemas.microsoft.com/office/drawing/2014/main" id="{E96D69FE-C48F-AB0A-A095-8B7FD48C57CB}"/>
              </a:ext>
            </a:extLst>
          </p:cNvPr>
          <p:cNvSpPr/>
          <p:nvPr/>
        </p:nvSpPr>
        <p:spPr>
          <a:xfrm>
            <a:off x="2676932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5" name="Shape 17">
            <a:extLst>
              <a:ext uri="{FF2B5EF4-FFF2-40B4-BE49-F238E27FC236}">
                <a16:creationId xmlns:a16="http://schemas.microsoft.com/office/drawing/2014/main" id="{3162C1E8-6A6B-95F1-0EDB-3009D6120A8F}"/>
              </a:ext>
            </a:extLst>
          </p:cNvPr>
          <p:cNvSpPr/>
          <p:nvPr/>
        </p:nvSpPr>
        <p:spPr>
          <a:xfrm>
            <a:off x="3152420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6" name="Shape 19">
            <a:extLst>
              <a:ext uri="{FF2B5EF4-FFF2-40B4-BE49-F238E27FC236}">
                <a16:creationId xmlns:a16="http://schemas.microsoft.com/office/drawing/2014/main" id="{BD62CB19-EA42-3D7D-8B66-27CCC6F026EF}"/>
              </a:ext>
            </a:extLst>
          </p:cNvPr>
          <p:cNvSpPr/>
          <p:nvPr/>
        </p:nvSpPr>
        <p:spPr>
          <a:xfrm>
            <a:off x="3627908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7" name="Shape 21">
            <a:extLst>
              <a:ext uri="{FF2B5EF4-FFF2-40B4-BE49-F238E27FC236}">
                <a16:creationId xmlns:a16="http://schemas.microsoft.com/office/drawing/2014/main" id="{225C0246-89C1-D42A-03B0-BDB24E0A8461}"/>
              </a:ext>
            </a:extLst>
          </p:cNvPr>
          <p:cNvSpPr/>
          <p:nvPr/>
        </p:nvSpPr>
        <p:spPr>
          <a:xfrm>
            <a:off x="4103396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8" name="Shape 23">
            <a:extLst>
              <a:ext uri="{FF2B5EF4-FFF2-40B4-BE49-F238E27FC236}">
                <a16:creationId xmlns:a16="http://schemas.microsoft.com/office/drawing/2014/main" id="{3575161C-C842-BB3D-0C74-FAAB99469778}"/>
              </a:ext>
            </a:extLst>
          </p:cNvPr>
          <p:cNvSpPr/>
          <p:nvPr/>
        </p:nvSpPr>
        <p:spPr>
          <a:xfrm>
            <a:off x="4578884" y="4612586"/>
            <a:ext cx="130277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9" name="Shape 53">
            <a:extLst>
              <a:ext uri="{FF2B5EF4-FFF2-40B4-BE49-F238E27FC236}">
                <a16:creationId xmlns:a16="http://schemas.microsoft.com/office/drawing/2014/main" id="{25C88739-13BA-9EA9-4B4D-CCDC481A3CA5}"/>
              </a:ext>
            </a:extLst>
          </p:cNvPr>
          <p:cNvSpPr/>
          <p:nvPr/>
        </p:nvSpPr>
        <p:spPr>
          <a:xfrm>
            <a:off x="442631" y="4924787"/>
            <a:ext cx="1234441" cy="1005841"/>
          </a:xfrm>
          <a:prstGeom prst="rect">
            <a:avLst/>
          </a:prstGeom>
          <a:solidFill>
            <a:srgbClr val="F3EDE2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0" name="Text 54">
            <a:extLst>
              <a:ext uri="{FF2B5EF4-FFF2-40B4-BE49-F238E27FC236}">
                <a16:creationId xmlns:a16="http://schemas.microsoft.com/office/drawing/2014/main" id="{D0A1BDD9-234C-AA20-5E6F-B2C40BBB39A2}"/>
              </a:ext>
            </a:extLst>
          </p:cNvPr>
          <p:cNvSpPr/>
          <p:nvPr/>
        </p:nvSpPr>
        <p:spPr>
          <a:xfrm>
            <a:off x="457200" y="564927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scene 4</a:t>
            </a:r>
            <a:endParaRPr lang="en-US" sz="800" dirty="0"/>
          </a:p>
        </p:txBody>
      </p:sp>
      <p:sp>
        <p:nvSpPr>
          <p:cNvPr id="201" name="Shape 5">
            <a:extLst>
              <a:ext uri="{FF2B5EF4-FFF2-40B4-BE49-F238E27FC236}">
                <a16:creationId xmlns:a16="http://schemas.microsoft.com/office/drawing/2014/main" id="{D161EF57-C26A-E846-AF78-B0AD542D8C28}"/>
              </a:ext>
            </a:extLst>
          </p:cNvPr>
          <p:cNvSpPr/>
          <p:nvPr/>
        </p:nvSpPr>
        <p:spPr>
          <a:xfrm>
            <a:off x="320040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2" name="Shape 7">
            <a:extLst>
              <a:ext uri="{FF2B5EF4-FFF2-40B4-BE49-F238E27FC236}">
                <a16:creationId xmlns:a16="http://schemas.microsoft.com/office/drawing/2014/main" id="{A7AFBF53-BB81-88F6-0953-2E5EFA323092}"/>
              </a:ext>
            </a:extLst>
          </p:cNvPr>
          <p:cNvSpPr/>
          <p:nvPr/>
        </p:nvSpPr>
        <p:spPr>
          <a:xfrm>
            <a:off x="774980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3" name="Shape 9">
            <a:extLst>
              <a:ext uri="{FF2B5EF4-FFF2-40B4-BE49-F238E27FC236}">
                <a16:creationId xmlns:a16="http://schemas.microsoft.com/office/drawing/2014/main" id="{C2D1554C-FE62-5837-14D4-2C9C61CED47B}"/>
              </a:ext>
            </a:extLst>
          </p:cNvPr>
          <p:cNvSpPr/>
          <p:nvPr/>
        </p:nvSpPr>
        <p:spPr>
          <a:xfrm>
            <a:off x="1250468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4" name="Shape 11">
            <a:extLst>
              <a:ext uri="{FF2B5EF4-FFF2-40B4-BE49-F238E27FC236}">
                <a16:creationId xmlns:a16="http://schemas.microsoft.com/office/drawing/2014/main" id="{7A950D54-1195-8B87-46A5-CB498BD40962}"/>
              </a:ext>
            </a:extLst>
          </p:cNvPr>
          <p:cNvSpPr/>
          <p:nvPr/>
        </p:nvSpPr>
        <p:spPr>
          <a:xfrm>
            <a:off x="1725956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5" name="Shape 13">
            <a:extLst>
              <a:ext uri="{FF2B5EF4-FFF2-40B4-BE49-F238E27FC236}">
                <a16:creationId xmlns:a16="http://schemas.microsoft.com/office/drawing/2014/main" id="{E7BDB8F5-3BD0-52D3-EE1E-430E15544C40}"/>
              </a:ext>
            </a:extLst>
          </p:cNvPr>
          <p:cNvSpPr/>
          <p:nvPr/>
        </p:nvSpPr>
        <p:spPr>
          <a:xfrm>
            <a:off x="2201444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6" name="Shape 15">
            <a:extLst>
              <a:ext uri="{FF2B5EF4-FFF2-40B4-BE49-F238E27FC236}">
                <a16:creationId xmlns:a16="http://schemas.microsoft.com/office/drawing/2014/main" id="{D2E8A989-33A0-8FC5-E3AA-04861BF9C40E}"/>
              </a:ext>
            </a:extLst>
          </p:cNvPr>
          <p:cNvSpPr/>
          <p:nvPr/>
        </p:nvSpPr>
        <p:spPr>
          <a:xfrm>
            <a:off x="2676932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7" name="Shape 17">
            <a:extLst>
              <a:ext uri="{FF2B5EF4-FFF2-40B4-BE49-F238E27FC236}">
                <a16:creationId xmlns:a16="http://schemas.microsoft.com/office/drawing/2014/main" id="{836C621E-4535-8217-68D6-7068733E7B5E}"/>
              </a:ext>
            </a:extLst>
          </p:cNvPr>
          <p:cNvSpPr/>
          <p:nvPr/>
        </p:nvSpPr>
        <p:spPr>
          <a:xfrm>
            <a:off x="3152420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8" name="Shape 19">
            <a:extLst>
              <a:ext uri="{FF2B5EF4-FFF2-40B4-BE49-F238E27FC236}">
                <a16:creationId xmlns:a16="http://schemas.microsoft.com/office/drawing/2014/main" id="{40694C95-C29A-03B4-4547-A9DDA028405C}"/>
              </a:ext>
            </a:extLst>
          </p:cNvPr>
          <p:cNvSpPr/>
          <p:nvPr/>
        </p:nvSpPr>
        <p:spPr>
          <a:xfrm>
            <a:off x="3627908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9" name="Shape 21">
            <a:extLst>
              <a:ext uri="{FF2B5EF4-FFF2-40B4-BE49-F238E27FC236}">
                <a16:creationId xmlns:a16="http://schemas.microsoft.com/office/drawing/2014/main" id="{5622BBFB-7ACA-993B-721A-D4944F49C9D1}"/>
              </a:ext>
            </a:extLst>
          </p:cNvPr>
          <p:cNvSpPr/>
          <p:nvPr/>
        </p:nvSpPr>
        <p:spPr>
          <a:xfrm>
            <a:off x="4103396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0" name="Shape 23">
            <a:extLst>
              <a:ext uri="{FF2B5EF4-FFF2-40B4-BE49-F238E27FC236}">
                <a16:creationId xmlns:a16="http://schemas.microsoft.com/office/drawing/2014/main" id="{24DEC5A1-70E2-7EE3-FD6F-F1B2F3960E10}"/>
              </a:ext>
            </a:extLst>
          </p:cNvPr>
          <p:cNvSpPr/>
          <p:nvPr/>
        </p:nvSpPr>
        <p:spPr>
          <a:xfrm>
            <a:off x="4578884" y="6126939"/>
            <a:ext cx="130277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1" name="Shape 53">
            <a:extLst>
              <a:ext uri="{FF2B5EF4-FFF2-40B4-BE49-F238E27FC236}">
                <a16:creationId xmlns:a16="http://schemas.microsoft.com/office/drawing/2014/main" id="{6F6D7ED2-8E47-83FD-ADDF-663D354D0204}"/>
              </a:ext>
            </a:extLst>
          </p:cNvPr>
          <p:cNvSpPr/>
          <p:nvPr/>
        </p:nvSpPr>
        <p:spPr>
          <a:xfrm>
            <a:off x="1917979" y="4948314"/>
            <a:ext cx="1234441" cy="1005841"/>
          </a:xfrm>
          <a:prstGeom prst="rect">
            <a:avLst/>
          </a:prstGeom>
          <a:solidFill>
            <a:srgbClr val="F3EDE2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2" name="Shape 53">
            <a:extLst>
              <a:ext uri="{FF2B5EF4-FFF2-40B4-BE49-F238E27FC236}">
                <a16:creationId xmlns:a16="http://schemas.microsoft.com/office/drawing/2014/main" id="{62C01E37-A4F8-E94F-DD9E-D54DDD44B514}"/>
              </a:ext>
            </a:extLst>
          </p:cNvPr>
          <p:cNvSpPr/>
          <p:nvPr/>
        </p:nvSpPr>
        <p:spPr>
          <a:xfrm>
            <a:off x="3344443" y="4948314"/>
            <a:ext cx="1234441" cy="1005841"/>
          </a:xfrm>
          <a:prstGeom prst="rect">
            <a:avLst/>
          </a:prstGeom>
          <a:solidFill>
            <a:srgbClr val="F3EDE2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  <p:sp>
        <p:nvSpPr>
          <p:cNvPr id="213" name="Text 56">
            <a:extLst>
              <a:ext uri="{FF2B5EF4-FFF2-40B4-BE49-F238E27FC236}">
                <a16:creationId xmlns:a16="http://schemas.microsoft.com/office/drawing/2014/main" id="{01F6A480-E8A8-B189-7479-392E5BC3051A}"/>
              </a:ext>
            </a:extLst>
          </p:cNvPr>
          <p:cNvSpPr/>
          <p:nvPr/>
        </p:nvSpPr>
        <p:spPr>
          <a:xfrm>
            <a:off x="1938230" y="5688027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scene 5</a:t>
            </a:r>
            <a:endParaRPr lang="en-US" sz="800" dirty="0"/>
          </a:p>
        </p:txBody>
      </p:sp>
      <p:sp>
        <p:nvSpPr>
          <p:cNvPr id="214" name="Text 58">
            <a:extLst>
              <a:ext uri="{FF2B5EF4-FFF2-40B4-BE49-F238E27FC236}">
                <a16:creationId xmlns:a16="http://schemas.microsoft.com/office/drawing/2014/main" id="{DDBA66D7-86CA-58C2-92A2-710430C2209E}"/>
              </a:ext>
            </a:extLst>
          </p:cNvPr>
          <p:cNvSpPr/>
          <p:nvPr/>
        </p:nvSpPr>
        <p:spPr>
          <a:xfrm>
            <a:off x="3393327" y="5646567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scene 6</a:t>
            </a:r>
            <a:endParaRPr lang="en-US" sz="800" dirty="0"/>
          </a:p>
        </p:txBody>
      </p:sp>
      <p:sp>
        <p:nvSpPr>
          <p:cNvPr id="215" name="Text 61">
            <a:extLst>
              <a:ext uri="{FF2B5EF4-FFF2-40B4-BE49-F238E27FC236}">
                <a16:creationId xmlns:a16="http://schemas.microsoft.com/office/drawing/2014/main" id="{7F2D4B61-BA59-6F30-F9B3-1A22518F7FBB}"/>
              </a:ext>
            </a:extLst>
          </p:cNvPr>
          <p:cNvSpPr/>
          <p:nvPr/>
        </p:nvSpPr>
        <p:spPr>
          <a:xfrm>
            <a:off x="320040" y="6473051"/>
            <a:ext cx="1405916" cy="319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04</a:t>
            </a:r>
            <a:endParaRPr lang="en-US" sz="900" dirty="0"/>
          </a:p>
        </p:txBody>
      </p:sp>
      <p:sp>
        <p:nvSpPr>
          <p:cNvPr id="216" name="Shape 62">
            <a:extLst>
              <a:ext uri="{FF2B5EF4-FFF2-40B4-BE49-F238E27FC236}">
                <a16:creationId xmlns:a16="http://schemas.microsoft.com/office/drawing/2014/main" id="{335FB14B-A9D2-66A5-CF31-6A9B0215B13D}"/>
              </a:ext>
            </a:extLst>
          </p:cNvPr>
          <p:cNvSpPr/>
          <p:nvPr/>
        </p:nvSpPr>
        <p:spPr>
          <a:xfrm flipV="1">
            <a:off x="320040" y="6793018"/>
            <a:ext cx="1405916" cy="74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7" name="Shape 63">
            <a:extLst>
              <a:ext uri="{FF2B5EF4-FFF2-40B4-BE49-F238E27FC236}">
                <a16:creationId xmlns:a16="http://schemas.microsoft.com/office/drawing/2014/main" id="{AA7951FE-4C3E-6C97-114A-7942B5AF2BD2}"/>
              </a:ext>
            </a:extLst>
          </p:cNvPr>
          <p:cNvSpPr/>
          <p:nvPr/>
        </p:nvSpPr>
        <p:spPr>
          <a:xfrm>
            <a:off x="320040" y="7067412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8" name="Shape 64">
            <a:extLst>
              <a:ext uri="{FF2B5EF4-FFF2-40B4-BE49-F238E27FC236}">
                <a16:creationId xmlns:a16="http://schemas.microsoft.com/office/drawing/2014/main" id="{E9ED2A5C-67B2-2C14-55D5-F27D6AEBE915}"/>
              </a:ext>
            </a:extLst>
          </p:cNvPr>
          <p:cNvSpPr/>
          <p:nvPr/>
        </p:nvSpPr>
        <p:spPr>
          <a:xfrm>
            <a:off x="320040" y="7341732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9" name="Text 61">
            <a:extLst>
              <a:ext uri="{FF2B5EF4-FFF2-40B4-BE49-F238E27FC236}">
                <a16:creationId xmlns:a16="http://schemas.microsoft.com/office/drawing/2014/main" id="{CA489F11-CC34-CDDA-46DB-38EE9F16F1C4}"/>
              </a:ext>
            </a:extLst>
          </p:cNvPr>
          <p:cNvSpPr/>
          <p:nvPr/>
        </p:nvSpPr>
        <p:spPr>
          <a:xfrm>
            <a:off x="1897330" y="6459082"/>
            <a:ext cx="1405916" cy="319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05</a:t>
            </a:r>
            <a:endParaRPr lang="en-US" sz="900" dirty="0"/>
          </a:p>
        </p:txBody>
      </p:sp>
      <p:sp>
        <p:nvSpPr>
          <p:cNvPr id="220" name="Shape 62">
            <a:extLst>
              <a:ext uri="{FF2B5EF4-FFF2-40B4-BE49-F238E27FC236}">
                <a16:creationId xmlns:a16="http://schemas.microsoft.com/office/drawing/2014/main" id="{6961D183-F765-F81A-9E3A-99B0CED11B85}"/>
              </a:ext>
            </a:extLst>
          </p:cNvPr>
          <p:cNvSpPr/>
          <p:nvPr/>
        </p:nvSpPr>
        <p:spPr>
          <a:xfrm flipV="1">
            <a:off x="1897330" y="6779049"/>
            <a:ext cx="1405916" cy="74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1" name="Shape 63">
            <a:extLst>
              <a:ext uri="{FF2B5EF4-FFF2-40B4-BE49-F238E27FC236}">
                <a16:creationId xmlns:a16="http://schemas.microsoft.com/office/drawing/2014/main" id="{CB00AF99-5C98-110D-6F18-A6ACE1D36FD9}"/>
              </a:ext>
            </a:extLst>
          </p:cNvPr>
          <p:cNvSpPr/>
          <p:nvPr/>
        </p:nvSpPr>
        <p:spPr>
          <a:xfrm>
            <a:off x="1897330" y="7053443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2" name="Shape 64">
            <a:extLst>
              <a:ext uri="{FF2B5EF4-FFF2-40B4-BE49-F238E27FC236}">
                <a16:creationId xmlns:a16="http://schemas.microsoft.com/office/drawing/2014/main" id="{B13F75DE-47A1-4EF5-04EA-33D268FA3215}"/>
              </a:ext>
            </a:extLst>
          </p:cNvPr>
          <p:cNvSpPr/>
          <p:nvPr/>
        </p:nvSpPr>
        <p:spPr>
          <a:xfrm>
            <a:off x="1897330" y="7327763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3" name="Text 61">
            <a:extLst>
              <a:ext uri="{FF2B5EF4-FFF2-40B4-BE49-F238E27FC236}">
                <a16:creationId xmlns:a16="http://schemas.microsoft.com/office/drawing/2014/main" id="{F05A8BFD-F85C-C421-0E7E-740D5FCE6F76}"/>
              </a:ext>
            </a:extLst>
          </p:cNvPr>
          <p:cNvSpPr/>
          <p:nvPr/>
        </p:nvSpPr>
        <p:spPr>
          <a:xfrm>
            <a:off x="3378760" y="6456641"/>
            <a:ext cx="1405916" cy="319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06</a:t>
            </a:r>
            <a:endParaRPr lang="en-US" sz="900" dirty="0"/>
          </a:p>
        </p:txBody>
      </p:sp>
      <p:sp>
        <p:nvSpPr>
          <p:cNvPr id="224" name="Shape 62">
            <a:extLst>
              <a:ext uri="{FF2B5EF4-FFF2-40B4-BE49-F238E27FC236}">
                <a16:creationId xmlns:a16="http://schemas.microsoft.com/office/drawing/2014/main" id="{DA974D03-7BB3-2153-BA2E-0520BD7D7A09}"/>
              </a:ext>
            </a:extLst>
          </p:cNvPr>
          <p:cNvSpPr/>
          <p:nvPr/>
        </p:nvSpPr>
        <p:spPr>
          <a:xfrm flipV="1">
            <a:off x="3378760" y="6776608"/>
            <a:ext cx="1405916" cy="74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5" name="Shape 63">
            <a:extLst>
              <a:ext uri="{FF2B5EF4-FFF2-40B4-BE49-F238E27FC236}">
                <a16:creationId xmlns:a16="http://schemas.microsoft.com/office/drawing/2014/main" id="{CFF6687F-D7BC-F54C-0486-CD5F2634DB04}"/>
              </a:ext>
            </a:extLst>
          </p:cNvPr>
          <p:cNvSpPr/>
          <p:nvPr/>
        </p:nvSpPr>
        <p:spPr>
          <a:xfrm>
            <a:off x="3378760" y="7051002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6" name="Shape 64">
            <a:extLst>
              <a:ext uri="{FF2B5EF4-FFF2-40B4-BE49-F238E27FC236}">
                <a16:creationId xmlns:a16="http://schemas.microsoft.com/office/drawing/2014/main" id="{25A5EDBE-2CD0-DA98-8B74-F904050430F8}"/>
              </a:ext>
            </a:extLst>
          </p:cNvPr>
          <p:cNvSpPr/>
          <p:nvPr/>
        </p:nvSpPr>
        <p:spPr>
          <a:xfrm>
            <a:off x="3378760" y="7325322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44259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595" y="2660333"/>
            <a:ext cx="942975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43" i="1" kern="0" spc="165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743" dirty="0"/>
          </a:p>
        </p:txBody>
      </p:sp>
      <p:sp>
        <p:nvSpPr>
          <p:cNvPr id="3" name="Text 1"/>
          <p:cNvSpPr/>
          <p:nvPr/>
        </p:nvSpPr>
        <p:spPr>
          <a:xfrm>
            <a:off x="3897504" y="2660333"/>
            <a:ext cx="942975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413" b="1" kern="0" spc="330" dirty="0">
                <a:solidFill>
                  <a:srgbClr val="3F4A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</a:t>
            </a:r>
            <a:endParaRPr lang="en-US" sz="413" dirty="0"/>
          </a:p>
        </p:txBody>
      </p:sp>
      <p:sp>
        <p:nvSpPr>
          <p:cNvPr id="4" name="Text 2"/>
          <p:cNvSpPr/>
          <p:nvPr/>
        </p:nvSpPr>
        <p:spPr>
          <a:xfrm>
            <a:off x="188595" y="3226118"/>
            <a:ext cx="4651884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363" i="1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Hobbies.</a:t>
            </a:r>
            <a:endParaRPr lang="en-US" sz="5363" dirty="0"/>
          </a:p>
        </p:txBody>
      </p:sp>
      <p:sp>
        <p:nvSpPr>
          <p:cNvPr id="5" name="Shape 3"/>
          <p:cNvSpPr/>
          <p:nvPr/>
        </p:nvSpPr>
        <p:spPr>
          <a:xfrm>
            <a:off x="188595" y="4546283"/>
            <a:ext cx="1508760" cy="0"/>
          </a:xfrm>
          <a:prstGeom prst="line">
            <a:avLst/>
          </a:prstGeom>
          <a:noFill/>
          <a:ln w="254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6" name="Shape 4"/>
          <p:cNvSpPr/>
          <p:nvPr/>
        </p:nvSpPr>
        <p:spPr>
          <a:xfrm>
            <a:off x="1697355" y="4519879"/>
            <a:ext cx="52807" cy="52807"/>
          </a:xfrm>
          <a:prstGeom prst="ellipse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7" name="Text 5"/>
          <p:cNvSpPr/>
          <p:nvPr/>
        </p:nvSpPr>
        <p:spPr>
          <a:xfrm>
            <a:off x="188595" y="4621721"/>
            <a:ext cx="3394710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78" i="1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slow practice of becoming better at something quiet.</a:t>
            </a:r>
            <a:endParaRPr lang="en-US" sz="578" dirty="0"/>
          </a:p>
        </p:txBody>
      </p:sp>
      <p:sp>
        <p:nvSpPr>
          <p:cNvPr id="8" name="Text 6"/>
          <p:cNvSpPr/>
          <p:nvPr/>
        </p:nvSpPr>
        <p:spPr>
          <a:xfrm>
            <a:off x="3897504" y="4923473"/>
            <a:ext cx="942975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60" dirty="0">
                <a:solidFill>
                  <a:srgbClr val="8FA3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 ✦  ✦</a:t>
            </a:r>
            <a:endParaRPr lang="en-US" sz="660" dirty="0"/>
          </a:p>
        </p:txBody>
      </p:sp>
      <p:sp>
        <p:nvSpPr>
          <p:cNvPr id="9" name="Text 7"/>
          <p:cNvSpPr/>
          <p:nvPr/>
        </p:nvSpPr>
        <p:spPr>
          <a:xfrm>
            <a:off x="188595" y="5074349"/>
            <a:ext cx="301752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1" kern="0" spc="206" dirty="0">
                <a:solidFill>
                  <a:srgbClr val="3F4A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06  ·  HOBBIES</a:t>
            </a:r>
            <a:endParaRPr lang="en-US" sz="371" dirty="0"/>
          </a:p>
        </p:txBody>
      </p:sp>
    </p:spTree>
    <p:extLst>
      <p:ext uri="{BB962C8B-B14F-4D97-AF65-F5344CB8AC3E}">
        <p14:creationId xmlns:p14="http://schemas.microsoft.com/office/powerpoint/2010/main" val="2966537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77316" y="1929753"/>
            <a:ext cx="4308984" cy="605018"/>
          </a:xfrm>
          <a:prstGeom prst="rect">
            <a:avLst/>
          </a:prstGeom>
          <a:solidFill>
            <a:srgbClr val="E7E8D1"/>
          </a:solidFill>
          <a:ln w="508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7" name="Text 5"/>
          <p:cNvSpPr/>
          <p:nvPr/>
        </p:nvSpPr>
        <p:spPr>
          <a:xfrm>
            <a:off x="442822" y="2088932"/>
            <a:ext cx="1131570" cy="2640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hobby 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05417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" name="Shape 7"/>
          <p:cNvSpPr/>
          <p:nvPr/>
        </p:nvSpPr>
        <p:spPr>
          <a:xfrm>
            <a:off x="1688399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" name="Shape 8"/>
          <p:cNvSpPr/>
          <p:nvPr/>
        </p:nvSpPr>
        <p:spPr>
          <a:xfrm>
            <a:off x="1771381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1" name="Shape 9"/>
          <p:cNvSpPr/>
          <p:nvPr/>
        </p:nvSpPr>
        <p:spPr>
          <a:xfrm>
            <a:off x="1854363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2" name="Shape 10"/>
          <p:cNvSpPr/>
          <p:nvPr/>
        </p:nvSpPr>
        <p:spPr>
          <a:xfrm>
            <a:off x="1937344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3" name="Shape 11"/>
          <p:cNvSpPr/>
          <p:nvPr/>
        </p:nvSpPr>
        <p:spPr>
          <a:xfrm>
            <a:off x="2020326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4" name="Shape 12"/>
          <p:cNvSpPr/>
          <p:nvPr/>
        </p:nvSpPr>
        <p:spPr>
          <a:xfrm>
            <a:off x="2103308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5" name="Shape 13"/>
          <p:cNvSpPr/>
          <p:nvPr/>
        </p:nvSpPr>
        <p:spPr>
          <a:xfrm>
            <a:off x="2186290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6" name="Shape 14"/>
          <p:cNvSpPr/>
          <p:nvPr/>
        </p:nvSpPr>
        <p:spPr>
          <a:xfrm>
            <a:off x="2269272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7" name="Shape 15"/>
          <p:cNvSpPr/>
          <p:nvPr/>
        </p:nvSpPr>
        <p:spPr>
          <a:xfrm>
            <a:off x="2352253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8" name="Shape 16"/>
          <p:cNvSpPr/>
          <p:nvPr/>
        </p:nvSpPr>
        <p:spPr>
          <a:xfrm>
            <a:off x="2435235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9" name="Shape 17"/>
          <p:cNvSpPr/>
          <p:nvPr/>
        </p:nvSpPr>
        <p:spPr>
          <a:xfrm>
            <a:off x="2518217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0" name="Shape 18"/>
          <p:cNvSpPr/>
          <p:nvPr/>
        </p:nvSpPr>
        <p:spPr>
          <a:xfrm>
            <a:off x="2601199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1" name="Shape 19"/>
          <p:cNvSpPr/>
          <p:nvPr/>
        </p:nvSpPr>
        <p:spPr>
          <a:xfrm>
            <a:off x="2684181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2" name="Shape 20"/>
          <p:cNvSpPr/>
          <p:nvPr/>
        </p:nvSpPr>
        <p:spPr>
          <a:xfrm>
            <a:off x="2767162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3" name="Shape 21"/>
          <p:cNvSpPr/>
          <p:nvPr/>
        </p:nvSpPr>
        <p:spPr>
          <a:xfrm>
            <a:off x="2850144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4" name="Shape 22"/>
          <p:cNvSpPr/>
          <p:nvPr/>
        </p:nvSpPr>
        <p:spPr>
          <a:xfrm>
            <a:off x="2933126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5" name="Shape 23"/>
          <p:cNvSpPr/>
          <p:nvPr/>
        </p:nvSpPr>
        <p:spPr>
          <a:xfrm>
            <a:off x="3016108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6" name="Shape 24"/>
          <p:cNvSpPr/>
          <p:nvPr/>
        </p:nvSpPr>
        <p:spPr>
          <a:xfrm>
            <a:off x="3099090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7" name="Shape 25"/>
          <p:cNvSpPr/>
          <p:nvPr/>
        </p:nvSpPr>
        <p:spPr>
          <a:xfrm>
            <a:off x="3182071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8" name="Shape 26"/>
          <p:cNvSpPr/>
          <p:nvPr/>
        </p:nvSpPr>
        <p:spPr>
          <a:xfrm>
            <a:off x="3265053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9" name="Shape 27"/>
          <p:cNvSpPr/>
          <p:nvPr/>
        </p:nvSpPr>
        <p:spPr>
          <a:xfrm>
            <a:off x="3348035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0" name="Shape 28"/>
          <p:cNvSpPr/>
          <p:nvPr/>
        </p:nvSpPr>
        <p:spPr>
          <a:xfrm>
            <a:off x="3431017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1" name="Shape 29"/>
          <p:cNvSpPr/>
          <p:nvPr/>
        </p:nvSpPr>
        <p:spPr>
          <a:xfrm>
            <a:off x="3513999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2" name="Shape 30"/>
          <p:cNvSpPr/>
          <p:nvPr/>
        </p:nvSpPr>
        <p:spPr>
          <a:xfrm>
            <a:off x="3596980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3" name="Shape 31"/>
          <p:cNvSpPr/>
          <p:nvPr/>
        </p:nvSpPr>
        <p:spPr>
          <a:xfrm>
            <a:off x="3679962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4" name="Shape 32"/>
          <p:cNvSpPr/>
          <p:nvPr/>
        </p:nvSpPr>
        <p:spPr>
          <a:xfrm>
            <a:off x="3762944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5" name="Shape 33"/>
          <p:cNvSpPr/>
          <p:nvPr/>
        </p:nvSpPr>
        <p:spPr>
          <a:xfrm>
            <a:off x="3845926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6" name="Shape 34"/>
          <p:cNvSpPr/>
          <p:nvPr/>
        </p:nvSpPr>
        <p:spPr>
          <a:xfrm>
            <a:off x="3928908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7" name="Shape 35"/>
          <p:cNvSpPr/>
          <p:nvPr/>
        </p:nvSpPr>
        <p:spPr>
          <a:xfrm>
            <a:off x="4011889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8" name="Shape 36"/>
          <p:cNvSpPr/>
          <p:nvPr/>
        </p:nvSpPr>
        <p:spPr>
          <a:xfrm>
            <a:off x="4094871" y="2192540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9" name="Text 37"/>
          <p:cNvSpPr/>
          <p:nvPr/>
        </p:nvSpPr>
        <p:spPr>
          <a:xfrm>
            <a:off x="4096409" y="2352965"/>
            <a:ext cx="563018" cy="148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FA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✦ /31</a:t>
            </a:r>
            <a:endParaRPr lang="en-US" sz="900" dirty="0"/>
          </a:p>
        </p:txBody>
      </p:sp>
      <p:sp>
        <p:nvSpPr>
          <p:cNvPr id="145" name="Text 3">
            <a:extLst>
              <a:ext uri="{FF2B5EF4-FFF2-40B4-BE49-F238E27FC236}">
                <a16:creationId xmlns:a16="http://schemas.microsoft.com/office/drawing/2014/main" id="{95705659-656C-F648-1AE7-FCC4B10720CC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41</a:t>
            </a:r>
            <a:endParaRPr lang="en-US" sz="800" dirty="0"/>
          </a:p>
        </p:txBody>
      </p:sp>
      <p:sp>
        <p:nvSpPr>
          <p:cNvPr id="146" name="Text 4">
            <a:extLst>
              <a:ext uri="{FF2B5EF4-FFF2-40B4-BE49-F238E27FC236}">
                <a16:creationId xmlns:a16="http://schemas.microsoft.com/office/drawing/2014/main" id="{7819E28B-A674-99D4-469E-7C7AF8F70110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147" name="Shape 0">
            <a:extLst>
              <a:ext uri="{FF2B5EF4-FFF2-40B4-BE49-F238E27FC236}">
                <a16:creationId xmlns:a16="http://schemas.microsoft.com/office/drawing/2014/main" id="{45680722-EF40-4908-B9E2-FEF253FAE8A0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8" name="Text 1">
            <a:extLst>
              <a:ext uri="{FF2B5EF4-FFF2-40B4-BE49-F238E27FC236}">
                <a16:creationId xmlns:a16="http://schemas.microsoft.com/office/drawing/2014/main" id="{F20BA7D9-3374-86DF-71F6-BF2D49C7EBE9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149" name="Text 2">
            <a:extLst>
              <a:ext uri="{FF2B5EF4-FFF2-40B4-BE49-F238E27FC236}">
                <a16:creationId xmlns:a16="http://schemas.microsoft.com/office/drawing/2014/main" id="{BE0DB59B-A462-D374-008F-83131ECA8DD3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HOBBIES</a:t>
            </a:r>
            <a:endParaRPr lang="en-US" sz="700" dirty="0"/>
          </a:p>
        </p:txBody>
      </p:sp>
      <p:sp>
        <p:nvSpPr>
          <p:cNvPr id="150" name="Text 5">
            <a:extLst>
              <a:ext uri="{FF2B5EF4-FFF2-40B4-BE49-F238E27FC236}">
                <a16:creationId xmlns:a16="http://schemas.microsoft.com/office/drawing/2014/main" id="{51FF70E6-B6FB-ADA7-4716-7EBD6FCEB709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</a:rPr>
              <a:t>HOBBY TRACKER</a:t>
            </a:r>
            <a:endParaRPr lang="en-US" sz="800" dirty="0"/>
          </a:p>
        </p:txBody>
      </p:sp>
      <p:sp>
        <p:nvSpPr>
          <p:cNvPr id="151" name="Text 6">
            <a:extLst>
              <a:ext uri="{FF2B5EF4-FFF2-40B4-BE49-F238E27FC236}">
                <a16:creationId xmlns:a16="http://schemas.microsoft.com/office/drawing/2014/main" id="{4892286B-6398-65A0-31AC-EED231F5B187}"/>
              </a:ext>
            </a:extLst>
          </p:cNvPr>
          <p:cNvSpPr/>
          <p:nvPr/>
        </p:nvSpPr>
        <p:spPr>
          <a:xfrm>
            <a:off x="297180" y="933036"/>
            <a:ext cx="4389120" cy="785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spend my time.</a:t>
            </a:r>
            <a:endParaRPr lang="en-US" sz="2800" dirty="0"/>
          </a:p>
        </p:txBody>
      </p:sp>
      <p:sp>
        <p:nvSpPr>
          <p:cNvPr id="152" name="Shape 4">
            <a:extLst>
              <a:ext uri="{FF2B5EF4-FFF2-40B4-BE49-F238E27FC236}">
                <a16:creationId xmlns:a16="http://schemas.microsoft.com/office/drawing/2014/main" id="{60D5D7F9-F88F-CBB9-AD9B-214789BDB357}"/>
              </a:ext>
            </a:extLst>
          </p:cNvPr>
          <p:cNvSpPr/>
          <p:nvPr/>
        </p:nvSpPr>
        <p:spPr>
          <a:xfrm>
            <a:off x="395137" y="2897002"/>
            <a:ext cx="4308984" cy="605018"/>
          </a:xfrm>
          <a:prstGeom prst="rect">
            <a:avLst/>
          </a:prstGeom>
          <a:solidFill>
            <a:srgbClr val="E7E8D1"/>
          </a:solidFill>
          <a:ln w="508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53" name="Text 5">
            <a:extLst>
              <a:ext uri="{FF2B5EF4-FFF2-40B4-BE49-F238E27FC236}">
                <a16:creationId xmlns:a16="http://schemas.microsoft.com/office/drawing/2014/main" id="{71DD9C62-95E9-1339-752E-741BF760BB77}"/>
              </a:ext>
            </a:extLst>
          </p:cNvPr>
          <p:cNvSpPr/>
          <p:nvPr/>
        </p:nvSpPr>
        <p:spPr>
          <a:xfrm>
            <a:off x="460643" y="3056181"/>
            <a:ext cx="1131570" cy="2640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hobby 02</a:t>
            </a:r>
            <a:endParaRPr lang="en-US" sz="1400" dirty="0"/>
          </a:p>
        </p:txBody>
      </p:sp>
      <p:sp>
        <p:nvSpPr>
          <p:cNvPr id="154" name="Shape 6">
            <a:extLst>
              <a:ext uri="{FF2B5EF4-FFF2-40B4-BE49-F238E27FC236}">
                <a16:creationId xmlns:a16="http://schemas.microsoft.com/office/drawing/2014/main" id="{D885BF7E-E23B-73D8-4E36-ED5D9D3EC162}"/>
              </a:ext>
            </a:extLst>
          </p:cNvPr>
          <p:cNvSpPr/>
          <p:nvPr/>
        </p:nvSpPr>
        <p:spPr>
          <a:xfrm>
            <a:off x="1623238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55" name="Shape 7">
            <a:extLst>
              <a:ext uri="{FF2B5EF4-FFF2-40B4-BE49-F238E27FC236}">
                <a16:creationId xmlns:a16="http://schemas.microsoft.com/office/drawing/2014/main" id="{721C9DC0-8112-15AD-8447-8F7FA173C586}"/>
              </a:ext>
            </a:extLst>
          </p:cNvPr>
          <p:cNvSpPr/>
          <p:nvPr/>
        </p:nvSpPr>
        <p:spPr>
          <a:xfrm>
            <a:off x="1706220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56" name="Shape 8">
            <a:extLst>
              <a:ext uri="{FF2B5EF4-FFF2-40B4-BE49-F238E27FC236}">
                <a16:creationId xmlns:a16="http://schemas.microsoft.com/office/drawing/2014/main" id="{8655F06B-C126-8BF7-DB5B-C638DAD94A02}"/>
              </a:ext>
            </a:extLst>
          </p:cNvPr>
          <p:cNvSpPr/>
          <p:nvPr/>
        </p:nvSpPr>
        <p:spPr>
          <a:xfrm>
            <a:off x="1789202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57" name="Shape 9">
            <a:extLst>
              <a:ext uri="{FF2B5EF4-FFF2-40B4-BE49-F238E27FC236}">
                <a16:creationId xmlns:a16="http://schemas.microsoft.com/office/drawing/2014/main" id="{AABDC4C9-C32E-E35B-5C09-BF8BCE238E69}"/>
              </a:ext>
            </a:extLst>
          </p:cNvPr>
          <p:cNvSpPr/>
          <p:nvPr/>
        </p:nvSpPr>
        <p:spPr>
          <a:xfrm>
            <a:off x="1872184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58" name="Shape 10">
            <a:extLst>
              <a:ext uri="{FF2B5EF4-FFF2-40B4-BE49-F238E27FC236}">
                <a16:creationId xmlns:a16="http://schemas.microsoft.com/office/drawing/2014/main" id="{7D96C7FC-44DB-C932-5FB3-72D4991E45F4}"/>
              </a:ext>
            </a:extLst>
          </p:cNvPr>
          <p:cNvSpPr/>
          <p:nvPr/>
        </p:nvSpPr>
        <p:spPr>
          <a:xfrm>
            <a:off x="1955165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59" name="Shape 11">
            <a:extLst>
              <a:ext uri="{FF2B5EF4-FFF2-40B4-BE49-F238E27FC236}">
                <a16:creationId xmlns:a16="http://schemas.microsoft.com/office/drawing/2014/main" id="{195547DF-22B8-449E-6C36-E002C6466926}"/>
              </a:ext>
            </a:extLst>
          </p:cNvPr>
          <p:cNvSpPr/>
          <p:nvPr/>
        </p:nvSpPr>
        <p:spPr>
          <a:xfrm>
            <a:off x="2038147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60" name="Shape 12">
            <a:extLst>
              <a:ext uri="{FF2B5EF4-FFF2-40B4-BE49-F238E27FC236}">
                <a16:creationId xmlns:a16="http://schemas.microsoft.com/office/drawing/2014/main" id="{9EE4E7EA-A0BA-A877-73B7-B1DE9283DB0F}"/>
              </a:ext>
            </a:extLst>
          </p:cNvPr>
          <p:cNvSpPr/>
          <p:nvPr/>
        </p:nvSpPr>
        <p:spPr>
          <a:xfrm>
            <a:off x="2121129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61" name="Shape 13">
            <a:extLst>
              <a:ext uri="{FF2B5EF4-FFF2-40B4-BE49-F238E27FC236}">
                <a16:creationId xmlns:a16="http://schemas.microsoft.com/office/drawing/2014/main" id="{5052F08C-55F6-0D03-9624-43F81EFDD513}"/>
              </a:ext>
            </a:extLst>
          </p:cNvPr>
          <p:cNvSpPr/>
          <p:nvPr/>
        </p:nvSpPr>
        <p:spPr>
          <a:xfrm>
            <a:off x="2204111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62" name="Shape 14">
            <a:extLst>
              <a:ext uri="{FF2B5EF4-FFF2-40B4-BE49-F238E27FC236}">
                <a16:creationId xmlns:a16="http://schemas.microsoft.com/office/drawing/2014/main" id="{3F6B106D-4318-BBAF-FCD2-56E043E4CB86}"/>
              </a:ext>
            </a:extLst>
          </p:cNvPr>
          <p:cNvSpPr/>
          <p:nvPr/>
        </p:nvSpPr>
        <p:spPr>
          <a:xfrm>
            <a:off x="2287093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63" name="Shape 15">
            <a:extLst>
              <a:ext uri="{FF2B5EF4-FFF2-40B4-BE49-F238E27FC236}">
                <a16:creationId xmlns:a16="http://schemas.microsoft.com/office/drawing/2014/main" id="{29AD47B6-B124-7FC9-792F-C112FAF7FC64}"/>
              </a:ext>
            </a:extLst>
          </p:cNvPr>
          <p:cNvSpPr/>
          <p:nvPr/>
        </p:nvSpPr>
        <p:spPr>
          <a:xfrm>
            <a:off x="2370074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64" name="Shape 16">
            <a:extLst>
              <a:ext uri="{FF2B5EF4-FFF2-40B4-BE49-F238E27FC236}">
                <a16:creationId xmlns:a16="http://schemas.microsoft.com/office/drawing/2014/main" id="{14B88F1B-DAF0-704C-39C4-882307E517B5}"/>
              </a:ext>
            </a:extLst>
          </p:cNvPr>
          <p:cNvSpPr/>
          <p:nvPr/>
        </p:nvSpPr>
        <p:spPr>
          <a:xfrm>
            <a:off x="2453056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65" name="Shape 17">
            <a:extLst>
              <a:ext uri="{FF2B5EF4-FFF2-40B4-BE49-F238E27FC236}">
                <a16:creationId xmlns:a16="http://schemas.microsoft.com/office/drawing/2014/main" id="{4C171FCE-236B-7B05-E7D7-116A619C3C63}"/>
              </a:ext>
            </a:extLst>
          </p:cNvPr>
          <p:cNvSpPr/>
          <p:nvPr/>
        </p:nvSpPr>
        <p:spPr>
          <a:xfrm>
            <a:off x="2536038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66" name="Shape 18">
            <a:extLst>
              <a:ext uri="{FF2B5EF4-FFF2-40B4-BE49-F238E27FC236}">
                <a16:creationId xmlns:a16="http://schemas.microsoft.com/office/drawing/2014/main" id="{724D6CDD-3DC4-FB6B-825C-F0B8071FE73F}"/>
              </a:ext>
            </a:extLst>
          </p:cNvPr>
          <p:cNvSpPr/>
          <p:nvPr/>
        </p:nvSpPr>
        <p:spPr>
          <a:xfrm>
            <a:off x="2619020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67" name="Shape 19">
            <a:extLst>
              <a:ext uri="{FF2B5EF4-FFF2-40B4-BE49-F238E27FC236}">
                <a16:creationId xmlns:a16="http://schemas.microsoft.com/office/drawing/2014/main" id="{ABB0CBD3-F007-7C94-FA95-3DC58FAE85D6}"/>
              </a:ext>
            </a:extLst>
          </p:cNvPr>
          <p:cNvSpPr/>
          <p:nvPr/>
        </p:nvSpPr>
        <p:spPr>
          <a:xfrm>
            <a:off x="2702002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68" name="Shape 20">
            <a:extLst>
              <a:ext uri="{FF2B5EF4-FFF2-40B4-BE49-F238E27FC236}">
                <a16:creationId xmlns:a16="http://schemas.microsoft.com/office/drawing/2014/main" id="{32A34AA3-FCF4-FAF1-1925-927F872E1E72}"/>
              </a:ext>
            </a:extLst>
          </p:cNvPr>
          <p:cNvSpPr/>
          <p:nvPr/>
        </p:nvSpPr>
        <p:spPr>
          <a:xfrm>
            <a:off x="2784983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69" name="Shape 21">
            <a:extLst>
              <a:ext uri="{FF2B5EF4-FFF2-40B4-BE49-F238E27FC236}">
                <a16:creationId xmlns:a16="http://schemas.microsoft.com/office/drawing/2014/main" id="{0B7AA7D8-FF7D-11BD-89BB-75F1D256BB7E}"/>
              </a:ext>
            </a:extLst>
          </p:cNvPr>
          <p:cNvSpPr/>
          <p:nvPr/>
        </p:nvSpPr>
        <p:spPr>
          <a:xfrm>
            <a:off x="2867965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70" name="Shape 22">
            <a:extLst>
              <a:ext uri="{FF2B5EF4-FFF2-40B4-BE49-F238E27FC236}">
                <a16:creationId xmlns:a16="http://schemas.microsoft.com/office/drawing/2014/main" id="{F9923AEF-34FE-CA93-308D-96316689281F}"/>
              </a:ext>
            </a:extLst>
          </p:cNvPr>
          <p:cNvSpPr/>
          <p:nvPr/>
        </p:nvSpPr>
        <p:spPr>
          <a:xfrm>
            <a:off x="2950947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71" name="Shape 23">
            <a:extLst>
              <a:ext uri="{FF2B5EF4-FFF2-40B4-BE49-F238E27FC236}">
                <a16:creationId xmlns:a16="http://schemas.microsoft.com/office/drawing/2014/main" id="{05DA6689-E1E8-0A65-56C9-F2987237EFF8}"/>
              </a:ext>
            </a:extLst>
          </p:cNvPr>
          <p:cNvSpPr/>
          <p:nvPr/>
        </p:nvSpPr>
        <p:spPr>
          <a:xfrm>
            <a:off x="3033929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72" name="Shape 24">
            <a:extLst>
              <a:ext uri="{FF2B5EF4-FFF2-40B4-BE49-F238E27FC236}">
                <a16:creationId xmlns:a16="http://schemas.microsoft.com/office/drawing/2014/main" id="{0D3E9A39-0B41-D7E3-89D3-C083F7501A40}"/>
              </a:ext>
            </a:extLst>
          </p:cNvPr>
          <p:cNvSpPr/>
          <p:nvPr/>
        </p:nvSpPr>
        <p:spPr>
          <a:xfrm>
            <a:off x="3116911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73" name="Shape 25">
            <a:extLst>
              <a:ext uri="{FF2B5EF4-FFF2-40B4-BE49-F238E27FC236}">
                <a16:creationId xmlns:a16="http://schemas.microsoft.com/office/drawing/2014/main" id="{FEA3FB64-F4F6-B185-137E-BF56174A95BE}"/>
              </a:ext>
            </a:extLst>
          </p:cNvPr>
          <p:cNvSpPr/>
          <p:nvPr/>
        </p:nvSpPr>
        <p:spPr>
          <a:xfrm>
            <a:off x="3199892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74" name="Shape 26">
            <a:extLst>
              <a:ext uri="{FF2B5EF4-FFF2-40B4-BE49-F238E27FC236}">
                <a16:creationId xmlns:a16="http://schemas.microsoft.com/office/drawing/2014/main" id="{87627468-6FF9-C0C1-9FB4-B344DDEA87F6}"/>
              </a:ext>
            </a:extLst>
          </p:cNvPr>
          <p:cNvSpPr/>
          <p:nvPr/>
        </p:nvSpPr>
        <p:spPr>
          <a:xfrm>
            <a:off x="3282874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75" name="Shape 27">
            <a:extLst>
              <a:ext uri="{FF2B5EF4-FFF2-40B4-BE49-F238E27FC236}">
                <a16:creationId xmlns:a16="http://schemas.microsoft.com/office/drawing/2014/main" id="{98936F74-2082-39F4-AD73-D353D54F47F6}"/>
              </a:ext>
            </a:extLst>
          </p:cNvPr>
          <p:cNvSpPr/>
          <p:nvPr/>
        </p:nvSpPr>
        <p:spPr>
          <a:xfrm>
            <a:off x="3365856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76" name="Shape 28">
            <a:extLst>
              <a:ext uri="{FF2B5EF4-FFF2-40B4-BE49-F238E27FC236}">
                <a16:creationId xmlns:a16="http://schemas.microsoft.com/office/drawing/2014/main" id="{8AB1803F-FCD3-DF05-477C-30DBBD863994}"/>
              </a:ext>
            </a:extLst>
          </p:cNvPr>
          <p:cNvSpPr/>
          <p:nvPr/>
        </p:nvSpPr>
        <p:spPr>
          <a:xfrm>
            <a:off x="3448838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77" name="Shape 29">
            <a:extLst>
              <a:ext uri="{FF2B5EF4-FFF2-40B4-BE49-F238E27FC236}">
                <a16:creationId xmlns:a16="http://schemas.microsoft.com/office/drawing/2014/main" id="{2C328385-B90D-12C2-9A35-16EC537A0E80}"/>
              </a:ext>
            </a:extLst>
          </p:cNvPr>
          <p:cNvSpPr/>
          <p:nvPr/>
        </p:nvSpPr>
        <p:spPr>
          <a:xfrm>
            <a:off x="3531820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78" name="Shape 30">
            <a:extLst>
              <a:ext uri="{FF2B5EF4-FFF2-40B4-BE49-F238E27FC236}">
                <a16:creationId xmlns:a16="http://schemas.microsoft.com/office/drawing/2014/main" id="{C08AC70E-BC2B-5E71-C557-2C7419EC1F7A}"/>
              </a:ext>
            </a:extLst>
          </p:cNvPr>
          <p:cNvSpPr/>
          <p:nvPr/>
        </p:nvSpPr>
        <p:spPr>
          <a:xfrm>
            <a:off x="3614801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79" name="Shape 31">
            <a:extLst>
              <a:ext uri="{FF2B5EF4-FFF2-40B4-BE49-F238E27FC236}">
                <a16:creationId xmlns:a16="http://schemas.microsoft.com/office/drawing/2014/main" id="{E4BE8A20-A98C-3449-7337-015A21BFB1C3}"/>
              </a:ext>
            </a:extLst>
          </p:cNvPr>
          <p:cNvSpPr/>
          <p:nvPr/>
        </p:nvSpPr>
        <p:spPr>
          <a:xfrm>
            <a:off x="3697783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80" name="Shape 32">
            <a:extLst>
              <a:ext uri="{FF2B5EF4-FFF2-40B4-BE49-F238E27FC236}">
                <a16:creationId xmlns:a16="http://schemas.microsoft.com/office/drawing/2014/main" id="{CD8418E4-63FF-C28B-1B48-FE2CE9D621EB}"/>
              </a:ext>
            </a:extLst>
          </p:cNvPr>
          <p:cNvSpPr/>
          <p:nvPr/>
        </p:nvSpPr>
        <p:spPr>
          <a:xfrm>
            <a:off x="3780765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81" name="Shape 33">
            <a:extLst>
              <a:ext uri="{FF2B5EF4-FFF2-40B4-BE49-F238E27FC236}">
                <a16:creationId xmlns:a16="http://schemas.microsoft.com/office/drawing/2014/main" id="{DAC9AEE4-FC22-FBD0-D3D6-C50D3F61DDA2}"/>
              </a:ext>
            </a:extLst>
          </p:cNvPr>
          <p:cNvSpPr/>
          <p:nvPr/>
        </p:nvSpPr>
        <p:spPr>
          <a:xfrm>
            <a:off x="3863747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82" name="Shape 34">
            <a:extLst>
              <a:ext uri="{FF2B5EF4-FFF2-40B4-BE49-F238E27FC236}">
                <a16:creationId xmlns:a16="http://schemas.microsoft.com/office/drawing/2014/main" id="{44B69702-1458-0931-51A9-07B439BD9F90}"/>
              </a:ext>
            </a:extLst>
          </p:cNvPr>
          <p:cNvSpPr/>
          <p:nvPr/>
        </p:nvSpPr>
        <p:spPr>
          <a:xfrm>
            <a:off x="3946729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83" name="Shape 35">
            <a:extLst>
              <a:ext uri="{FF2B5EF4-FFF2-40B4-BE49-F238E27FC236}">
                <a16:creationId xmlns:a16="http://schemas.microsoft.com/office/drawing/2014/main" id="{A779C485-FA25-FE48-58A9-BE41EBE6A53A}"/>
              </a:ext>
            </a:extLst>
          </p:cNvPr>
          <p:cNvSpPr/>
          <p:nvPr/>
        </p:nvSpPr>
        <p:spPr>
          <a:xfrm>
            <a:off x="4029710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84" name="Shape 36">
            <a:extLst>
              <a:ext uri="{FF2B5EF4-FFF2-40B4-BE49-F238E27FC236}">
                <a16:creationId xmlns:a16="http://schemas.microsoft.com/office/drawing/2014/main" id="{A3F61632-ABF4-8FA0-5730-832F169B2E6D}"/>
              </a:ext>
            </a:extLst>
          </p:cNvPr>
          <p:cNvSpPr/>
          <p:nvPr/>
        </p:nvSpPr>
        <p:spPr>
          <a:xfrm>
            <a:off x="4112692" y="315978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85" name="Text 37">
            <a:extLst>
              <a:ext uri="{FF2B5EF4-FFF2-40B4-BE49-F238E27FC236}">
                <a16:creationId xmlns:a16="http://schemas.microsoft.com/office/drawing/2014/main" id="{B0B2846E-1E8F-7AC3-32C7-30719A96B66B}"/>
              </a:ext>
            </a:extLst>
          </p:cNvPr>
          <p:cNvSpPr/>
          <p:nvPr/>
        </p:nvSpPr>
        <p:spPr>
          <a:xfrm>
            <a:off x="4114230" y="3320214"/>
            <a:ext cx="563018" cy="148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FA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✦ /31</a:t>
            </a:r>
            <a:endParaRPr lang="en-US" sz="900" dirty="0"/>
          </a:p>
        </p:txBody>
      </p:sp>
      <p:sp>
        <p:nvSpPr>
          <p:cNvPr id="186" name="Shape 4">
            <a:extLst>
              <a:ext uri="{FF2B5EF4-FFF2-40B4-BE49-F238E27FC236}">
                <a16:creationId xmlns:a16="http://schemas.microsoft.com/office/drawing/2014/main" id="{3D4C1CAD-FE3F-C909-0DFE-E2497D3840F8}"/>
              </a:ext>
            </a:extLst>
          </p:cNvPr>
          <p:cNvSpPr/>
          <p:nvPr/>
        </p:nvSpPr>
        <p:spPr>
          <a:xfrm>
            <a:off x="389223" y="3925232"/>
            <a:ext cx="4308984" cy="605018"/>
          </a:xfrm>
          <a:prstGeom prst="rect">
            <a:avLst/>
          </a:prstGeom>
          <a:solidFill>
            <a:srgbClr val="E7E8D1"/>
          </a:solidFill>
          <a:ln w="508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87" name="Text 5">
            <a:extLst>
              <a:ext uri="{FF2B5EF4-FFF2-40B4-BE49-F238E27FC236}">
                <a16:creationId xmlns:a16="http://schemas.microsoft.com/office/drawing/2014/main" id="{47854EBB-9F66-1852-191E-8497535E10AD}"/>
              </a:ext>
            </a:extLst>
          </p:cNvPr>
          <p:cNvSpPr/>
          <p:nvPr/>
        </p:nvSpPr>
        <p:spPr>
          <a:xfrm>
            <a:off x="454729" y="4084411"/>
            <a:ext cx="1131570" cy="2640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hobby 03</a:t>
            </a:r>
            <a:endParaRPr lang="en-US" sz="1400" dirty="0"/>
          </a:p>
        </p:txBody>
      </p:sp>
      <p:sp>
        <p:nvSpPr>
          <p:cNvPr id="188" name="Shape 6">
            <a:extLst>
              <a:ext uri="{FF2B5EF4-FFF2-40B4-BE49-F238E27FC236}">
                <a16:creationId xmlns:a16="http://schemas.microsoft.com/office/drawing/2014/main" id="{CEB459E2-AFD7-8200-EB07-6ED388C9FF1F}"/>
              </a:ext>
            </a:extLst>
          </p:cNvPr>
          <p:cNvSpPr/>
          <p:nvPr/>
        </p:nvSpPr>
        <p:spPr>
          <a:xfrm>
            <a:off x="1617324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89" name="Shape 7">
            <a:extLst>
              <a:ext uri="{FF2B5EF4-FFF2-40B4-BE49-F238E27FC236}">
                <a16:creationId xmlns:a16="http://schemas.microsoft.com/office/drawing/2014/main" id="{1CA99D06-418F-C3DB-E87A-CB146D2FE9C2}"/>
              </a:ext>
            </a:extLst>
          </p:cNvPr>
          <p:cNvSpPr/>
          <p:nvPr/>
        </p:nvSpPr>
        <p:spPr>
          <a:xfrm>
            <a:off x="1700306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90" name="Shape 8">
            <a:extLst>
              <a:ext uri="{FF2B5EF4-FFF2-40B4-BE49-F238E27FC236}">
                <a16:creationId xmlns:a16="http://schemas.microsoft.com/office/drawing/2014/main" id="{B9092EF3-F02B-9605-36FD-1B755D46F126}"/>
              </a:ext>
            </a:extLst>
          </p:cNvPr>
          <p:cNvSpPr/>
          <p:nvPr/>
        </p:nvSpPr>
        <p:spPr>
          <a:xfrm>
            <a:off x="1783288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91" name="Shape 9">
            <a:extLst>
              <a:ext uri="{FF2B5EF4-FFF2-40B4-BE49-F238E27FC236}">
                <a16:creationId xmlns:a16="http://schemas.microsoft.com/office/drawing/2014/main" id="{6FC6820D-1755-802F-F291-82920FDBDD1F}"/>
              </a:ext>
            </a:extLst>
          </p:cNvPr>
          <p:cNvSpPr/>
          <p:nvPr/>
        </p:nvSpPr>
        <p:spPr>
          <a:xfrm>
            <a:off x="1866270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92" name="Shape 10">
            <a:extLst>
              <a:ext uri="{FF2B5EF4-FFF2-40B4-BE49-F238E27FC236}">
                <a16:creationId xmlns:a16="http://schemas.microsoft.com/office/drawing/2014/main" id="{94B8E20C-85E8-6F4E-667C-7C8332418C54}"/>
              </a:ext>
            </a:extLst>
          </p:cNvPr>
          <p:cNvSpPr/>
          <p:nvPr/>
        </p:nvSpPr>
        <p:spPr>
          <a:xfrm>
            <a:off x="1949251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93" name="Shape 11">
            <a:extLst>
              <a:ext uri="{FF2B5EF4-FFF2-40B4-BE49-F238E27FC236}">
                <a16:creationId xmlns:a16="http://schemas.microsoft.com/office/drawing/2014/main" id="{07F06517-6A95-8EBF-C228-D7883C40337E}"/>
              </a:ext>
            </a:extLst>
          </p:cNvPr>
          <p:cNvSpPr/>
          <p:nvPr/>
        </p:nvSpPr>
        <p:spPr>
          <a:xfrm>
            <a:off x="2032233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94" name="Shape 12">
            <a:extLst>
              <a:ext uri="{FF2B5EF4-FFF2-40B4-BE49-F238E27FC236}">
                <a16:creationId xmlns:a16="http://schemas.microsoft.com/office/drawing/2014/main" id="{E6A9B0CD-7C14-695D-72FB-FAD0C446AA7A}"/>
              </a:ext>
            </a:extLst>
          </p:cNvPr>
          <p:cNvSpPr/>
          <p:nvPr/>
        </p:nvSpPr>
        <p:spPr>
          <a:xfrm>
            <a:off x="2115215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95" name="Shape 13">
            <a:extLst>
              <a:ext uri="{FF2B5EF4-FFF2-40B4-BE49-F238E27FC236}">
                <a16:creationId xmlns:a16="http://schemas.microsoft.com/office/drawing/2014/main" id="{062C2A59-69E5-D979-A74A-D969B9407DBE}"/>
              </a:ext>
            </a:extLst>
          </p:cNvPr>
          <p:cNvSpPr/>
          <p:nvPr/>
        </p:nvSpPr>
        <p:spPr>
          <a:xfrm>
            <a:off x="2198197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96" name="Shape 14">
            <a:extLst>
              <a:ext uri="{FF2B5EF4-FFF2-40B4-BE49-F238E27FC236}">
                <a16:creationId xmlns:a16="http://schemas.microsoft.com/office/drawing/2014/main" id="{E7F7B603-BB82-3A25-8C69-71DFF1EA6672}"/>
              </a:ext>
            </a:extLst>
          </p:cNvPr>
          <p:cNvSpPr/>
          <p:nvPr/>
        </p:nvSpPr>
        <p:spPr>
          <a:xfrm>
            <a:off x="2281179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97" name="Shape 15">
            <a:extLst>
              <a:ext uri="{FF2B5EF4-FFF2-40B4-BE49-F238E27FC236}">
                <a16:creationId xmlns:a16="http://schemas.microsoft.com/office/drawing/2014/main" id="{8F808F0E-D428-2038-48B2-A8E06A449079}"/>
              </a:ext>
            </a:extLst>
          </p:cNvPr>
          <p:cNvSpPr/>
          <p:nvPr/>
        </p:nvSpPr>
        <p:spPr>
          <a:xfrm>
            <a:off x="2364160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98" name="Shape 16">
            <a:extLst>
              <a:ext uri="{FF2B5EF4-FFF2-40B4-BE49-F238E27FC236}">
                <a16:creationId xmlns:a16="http://schemas.microsoft.com/office/drawing/2014/main" id="{0216599E-C383-9EA5-C3C6-9FCB44479C9D}"/>
              </a:ext>
            </a:extLst>
          </p:cNvPr>
          <p:cNvSpPr/>
          <p:nvPr/>
        </p:nvSpPr>
        <p:spPr>
          <a:xfrm>
            <a:off x="2447142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99" name="Shape 17">
            <a:extLst>
              <a:ext uri="{FF2B5EF4-FFF2-40B4-BE49-F238E27FC236}">
                <a16:creationId xmlns:a16="http://schemas.microsoft.com/office/drawing/2014/main" id="{525FEA5F-E9E8-6152-BF73-ABC2B8177E84}"/>
              </a:ext>
            </a:extLst>
          </p:cNvPr>
          <p:cNvSpPr/>
          <p:nvPr/>
        </p:nvSpPr>
        <p:spPr>
          <a:xfrm>
            <a:off x="2530124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00" name="Shape 18">
            <a:extLst>
              <a:ext uri="{FF2B5EF4-FFF2-40B4-BE49-F238E27FC236}">
                <a16:creationId xmlns:a16="http://schemas.microsoft.com/office/drawing/2014/main" id="{0AF8382B-5C20-94CB-CB83-06AC83B3DD48}"/>
              </a:ext>
            </a:extLst>
          </p:cNvPr>
          <p:cNvSpPr/>
          <p:nvPr/>
        </p:nvSpPr>
        <p:spPr>
          <a:xfrm>
            <a:off x="2613106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01" name="Shape 19">
            <a:extLst>
              <a:ext uri="{FF2B5EF4-FFF2-40B4-BE49-F238E27FC236}">
                <a16:creationId xmlns:a16="http://schemas.microsoft.com/office/drawing/2014/main" id="{ADB6B398-8CB8-078F-6980-17FE588BA1FB}"/>
              </a:ext>
            </a:extLst>
          </p:cNvPr>
          <p:cNvSpPr/>
          <p:nvPr/>
        </p:nvSpPr>
        <p:spPr>
          <a:xfrm>
            <a:off x="2696088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02" name="Shape 20">
            <a:extLst>
              <a:ext uri="{FF2B5EF4-FFF2-40B4-BE49-F238E27FC236}">
                <a16:creationId xmlns:a16="http://schemas.microsoft.com/office/drawing/2014/main" id="{E1ADAC1D-1BE2-C5AA-9D54-E78C4AC0252B}"/>
              </a:ext>
            </a:extLst>
          </p:cNvPr>
          <p:cNvSpPr/>
          <p:nvPr/>
        </p:nvSpPr>
        <p:spPr>
          <a:xfrm>
            <a:off x="2779069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03" name="Shape 21">
            <a:extLst>
              <a:ext uri="{FF2B5EF4-FFF2-40B4-BE49-F238E27FC236}">
                <a16:creationId xmlns:a16="http://schemas.microsoft.com/office/drawing/2014/main" id="{DEE20A0C-4003-D6B0-9A9D-A811ACF0F99D}"/>
              </a:ext>
            </a:extLst>
          </p:cNvPr>
          <p:cNvSpPr/>
          <p:nvPr/>
        </p:nvSpPr>
        <p:spPr>
          <a:xfrm>
            <a:off x="2862051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04" name="Shape 22">
            <a:extLst>
              <a:ext uri="{FF2B5EF4-FFF2-40B4-BE49-F238E27FC236}">
                <a16:creationId xmlns:a16="http://schemas.microsoft.com/office/drawing/2014/main" id="{6DA5221E-262F-21C1-74A3-F0D2AA45E965}"/>
              </a:ext>
            </a:extLst>
          </p:cNvPr>
          <p:cNvSpPr/>
          <p:nvPr/>
        </p:nvSpPr>
        <p:spPr>
          <a:xfrm>
            <a:off x="2945033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05" name="Shape 23">
            <a:extLst>
              <a:ext uri="{FF2B5EF4-FFF2-40B4-BE49-F238E27FC236}">
                <a16:creationId xmlns:a16="http://schemas.microsoft.com/office/drawing/2014/main" id="{273E3D25-28C6-3177-4E03-0DEE432C48BC}"/>
              </a:ext>
            </a:extLst>
          </p:cNvPr>
          <p:cNvSpPr/>
          <p:nvPr/>
        </p:nvSpPr>
        <p:spPr>
          <a:xfrm>
            <a:off x="3028015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06" name="Shape 24">
            <a:extLst>
              <a:ext uri="{FF2B5EF4-FFF2-40B4-BE49-F238E27FC236}">
                <a16:creationId xmlns:a16="http://schemas.microsoft.com/office/drawing/2014/main" id="{20B72EF0-4C7E-4916-B2B5-D45806DDDC11}"/>
              </a:ext>
            </a:extLst>
          </p:cNvPr>
          <p:cNvSpPr/>
          <p:nvPr/>
        </p:nvSpPr>
        <p:spPr>
          <a:xfrm>
            <a:off x="3110997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07" name="Shape 25">
            <a:extLst>
              <a:ext uri="{FF2B5EF4-FFF2-40B4-BE49-F238E27FC236}">
                <a16:creationId xmlns:a16="http://schemas.microsoft.com/office/drawing/2014/main" id="{F318F3CD-2C67-1B95-DB3C-B12F0B17D0AF}"/>
              </a:ext>
            </a:extLst>
          </p:cNvPr>
          <p:cNvSpPr/>
          <p:nvPr/>
        </p:nvSpPr>
        <p:spPr>
          <a:xfrm>
            <a:off x="3193978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08" name="Shape 26">
            <a:extLst>
              <a:ext uri="{FF2B5EF4-FFF2-40B4-BE49-F238E27FC236}">
                <a16:creationId xmlns:a16="http://schemas.microsoft.com/office/drawing/2014/main" id="{DA319307-BA21-6E8B-9FCD-4C4971388678}"/>
              </a:ext>
            </a:extLst>
          </p:cNvPr>
          <p:cNvSpPr/>
          <p:nvPr/>
        </p:nvSpPr>
        <p:spPr>
          <a:xfrm>
            <a:off x="3276960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09" name="Shape 27">
            <a:extLst>
              <a:ext uri="{FF2B5EF4-FFF2-40B4-BE49-F238E27FC236}">
                <a16:creationId xmlns:a16="http://schemas.microsoft.com/office/drawing/2014/main" id="{E57D22ED-87C6-2F8C-4683-2CDA63680F32}"/>
              </a:ext>
            </a:extLst>
          </p:cNvPr>
          <p:cNvSpPr/>
          <p:nvPr/>
        </p:nvSpPr>
        <p:spPr>
          <a:xfrm>
            <a:off x="3359942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10" name="Shape 28">
            <a:extLst>
              <a:ext uri="{FF2B5EF4-FFF2-40B4-BE49-F238E27FC236}">
                <a16:creationId xmlns:a16="http://schemas.microsoft.com/office/drawing/2014/main" id="{772BDC0E-8E8C-3A49-9D23-FB75804B2220}"/>
              </a:ext>
            </a:extLst>
          </p:cNvPr>
          <p:cNvSpPr/>
          <p:nvPr/>
        </p:nvSpPr>
        <p:spPr>
          <a:xfrm>
            <a:off x="3442924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11" name="Shape 29">
            <a:extLst>
              <a:ext uri="{FF2B5EF4-FFF2-40B4-BE49-F238E27FC236}">
                <a16:creationId xmlns:a16="http://schemas.microsoft.com/office/drawing/2014/main" id="{3B5F1D61-CF9E-9953-3641-C71E86D60328}"/>
              </a:ext>
            </a:extLst>
          </p:cNvPr>
          <p:cNvSpPr/>
          <p:nvPr/>
        </p:nvSpPr>
        <p:spPr>
          <a:xfrm>
            <a:off x="3525906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12" name="Shape 30">
            <a:extLst>
              <a:ext uri="{FF2B5EF4-FFF2-40B4-BE49-F238E27FC236}">
                <a16:creationId xmlns:a16="http://schemas.microsoft.com/office/drawing/2014/main" id="{096B3C45-E2D2-D4F3-9708-3C011F24DDBE}"/>
              </a:ext>
            </a:extLst>
          </p:cNvPr>
          <p:cNvSpPr/>
          <p:nvPr/>
        </p:nvSpPr>
        <p:spPr>
          <a:xfrm>
            <a:off x="3608887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13" name="Shape 31">
            <a:extLst>
              <a:ext uri="{FF2B5EF4-FFF2-40B4-BE49-F238E27FC236}">
                <a16:creationId xmlns:a16="http://schemas.microsoft.com/office/drawing/2014/main" id="{E19E0915-2149-969C-1B7F-9361A37BA746}"/>
              </a:ext>
            </a:extLst>
          </p:cNvPr>
          <p:cNvSpPr/>
          <p:nvPr/>
        </p:nvSpPr>
        <p:spPr>
          <a:xfrm>
            <a:off x="3691869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14" name="Shape 32">
            <a:extLst>
              <a:ext uri="{FF2B5EF4-FFF2-40B4-BE49-F238E27FC236}">
                <a16:creationId xmlns:a16="http://schemas.microsoft.com/office/drawing/2014/main" id="{79CE2B85-0223-9322-A8EF-1C9DBDBBAD33}"/>
              </a:ext>
            </a:extLst>
          </p:cNvPr>
          <p:cNvSpPr/>
          <p:nvPr/>
        </p:nvSpPr>
        <p:spPr>
          <a:xfrm>
            <a:off x="3774851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15" name="Shape 33">
            <a:extLst>
              <a:ext uri="{FF2B5EF4-FFF2-40B4-BE49-F238E27FC236}">
                <a16:creationId xmlns:a16="http://schemas.microsoft.com/office/drawing/2014/main" id="{9E810CFF-D320-2BC6-0B6B-D4ED55F92CA4}"/>
              </a:ext>
            </a:extLst>
          </p:cNvPr>
          <p:cNvSpPr/>
          <p:nvPr/>
        </p:nvSpPr>
        <p:spPr>
          <a:xfrm>
            <a:off x="3857833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16" name="Shape 34">
            <a:extLst>
              <a:ext uri="{FF2B5EF4-FFF2-40B4-BE49-F238E27FC236}">
                <a16:creationId xmlns:a16="http://schemas.microsoft.com/office/drawing/2014/main" id="{73C3DD0C-6CD9-FF17-D498-35C5FAB456C1}"/>
              </a:ext>
            </a:extLst>
          </p:cNvPr>
          <p:cNvSpPr/>
          <p:nvPr/>
        </p:nvSpPr>
        <p:spPr>
          <a:xfrm>
            <a:off x="3940815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17" name="Shape 35">
            <a:extLst>
              <a:ext uri="{FF2B5EF4-FFF2-40B4-BE49-F238E27FC236}">
                <a16:creationId xmlns:a16="http://schemas.microsoft.com/office/drawing/2014/main" id="{34C5A851-B609-A7DF-F4AB-843550954350}"/>
              </a:ext>
            </a:extLst>
          </p:cNvPr>
          <p:cNvSpPr/>
          <p:nvPr/>
        </p:nvSpPr>
        <p:spPr>
          <a:xfrm>
            <a:off x="4023796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18" name="Shape 36">
            <a:extLst>
              <a:ext uri="{FF2B5EF4-FFF2-40B4-BE49-F238E27FC236}">
                <a16:creationId xmlns:a16="http://schemas.microsoft.com/office/drawing/2014/main" id="{84474F9F-248C-6DF2-9C81-DC663392BF9C}"/>
              </a:ext>
            </a:extLst>
          </p:cNvPr>
          <p:cNvSpPr/>
          <p:nvPr/>
        </p:nvSpPr>
        <p:spPr>
          <a:xfrm>
            <a:off x="4106778" y="418801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19" name="Text 37">
            <a:extLst>
              <a:ext uri="{FF2B5EF4-FFF2-40B4-BE49-F238E27FC236}">
                <a16:creationId xmlns:a16="http://schemas.microsoft.com/office/drawing/2014/main" id="{3BF16D17-C24B-71B1-5E8F-6DD921B699A2}"/>
              </a:ext>
            </a:extLst>
          </p:cNvPr>
          <p:cNvSpPr/>
          <p:nvPr/>
        </p:nvSpPr>
        <p:spPr>
          <a:xfrm>
            <a:off x="4108316" y="4348444"/>
            <a:ext cx="563018" cy="148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FA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✦ /31</a:t>
            </a:r>
            <a:endParaRPr lang="en-US" sz="900" dirty="0"/>
          </a:p>
        </p:txBody>
      </p:sp>
      <p:sp>
        <p:nvSpPr>
          <p:cNvPr id="220" name="Shape 4">
            <a:extLst>
              <a:ext uri="{FF2B5EF4-FFF2-40B4-BE49-F238E27FC236}">
                <a16:creationId xmlns:a16="http://schemas.microsoft.com/office/drawing/2014/main" id="{06B6E112-C6BA-B4DD-6E69-16C026048F94}"/>
              </a:ext>
            </a:extLst>
          </p:cNvPr>
          <p:cNvSpPr/>
          <p:nvPr/>
        </p:nvSpPr>
        <p:spPr>
          <a:xfrm>
            <a:off x="367955" y="4953462"/>
            <a:ext cx="4308984" cy="605018"/>
          </a:xfrm>
          <a:prstGeom prst="rect">
            <a:avLst/>
          </a:prstGeom>
          <a:solidFill>
            <a:srgbClr val="E7E8D1"/>
          </a:solidFill>
          <a:ln w="508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21" name="Text 5">
            <a:extLst>
              <a:ext uri="{FF2B5EF4-FFF2-40B4-BE49-F238E27FC236}">
                <a16:creationId xmlns:a16="http://schemas.microsoft.com/office/drawing/2014/main" id="{1D4527A9-CD42-65BF-5184-80988EB704AC}"/>
              </a:ext>
            </a:extLst>
          </p:cNvPr>
          <p:cNvSpPr/>
          <p:nvPr/>
        </p:nvSpPr>
        <p:spPr>
          <a:xfrm>
            <a:off x="433461" y="5112641"/>
            <a:ext cx="1131570" cy="2640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hobby 04</a:t>
            </a:r>
            <a:endParaRPr lang="en-US" sz="1400" dirty="0"/>
          </a:p>
        </p:txBody>
      </p:sp>
      <p:sp>
        <p:nvSpPr>
          <p:cNvPr id="222" name="Shape 6">
            <a:extLst>
              <a:ext uri="{FF2B5EF4-FFF2-40B4-BE49-F238E27FC236}">
                <a16:creationId xmlns:a16="http://schemas.microsoft.com/office/drawing/2014/main" id="{5C0EDDDF-A4AA-2F4C-FD36-6E69953AEAD1}"/>
              </a:ext>
            </a:extLst>
          </p:cNvPr>
          <p:cNvSpPr/>
          <p:nvPr/>
        </p:nvSpPr>
        <p:spPr>
          <a:xfrm>
            <a:off x="1596056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23" name="Shape 7">
            <a:extLst>
              <a:ext uri="{FF2B5EF4-FFF2-40B4-BE49-F238E27FC236}">
                <a16:creationId xmlns:a16="http://schemas.microsoft.com/office/drawing/2014/main" id="{563B319E-5CD1-93F1-05C3-140078C43E53}"/>
              </a:ext>
            </a:extLst>
          </p:cNvPr>
          <p:cNvSpPr/>
          <p:nvPr/>
        </p:nvSpPr>
        <p:spPr>
          <a:xfrm>
            <a:off x="1679038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24" name="Shape 8">
            <a:extLst>
              <a:ext uri="{FF2B5EF4-FFF2-40B4-BE49-F238E27FC236}">
                <a16:creationId xmlns:a16="http://schemas.microsoft.com/office/drawing/2014/main" id="{F20FB844-5DC4-EA7C-64CE-2E8C09B3DB3B}"/>
              </a:ext>
            </a:extLst>
          </p:cNvPr>
          <p:cNvSpPr/>
          <p:nvPr/>
        </p:nvSpPr>
        <p:spPr>
          <a:xfrm>
            <a:off x="1762020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25" name="Shape 9">
            <a:extLst>
              <a:ext uri="{FF2B5EF4-FFF2-40B4-BE49-F238E27FC236}">
                <a16:creationId xmlns:a16="http://schemas.microsoft.com/office/drawing/2014/main" id="{164D19EE-C26C-AF14-8623-B0344684F39E}"/>
              </a:ext>
            </a:extLst>
          </p:cNvPr>
          <p:cNvSpPr/>
          <p:nvPr/>
        </p:nvSpPr>
        <p:spPr>
          <a:xfrm>
            <a:off x="1845002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26" name="Shape 10">
            <a:extLst>
              <a:ext uri="{FF2B5EF4-FFF2-40B4-BE49-F238E27FC236}">
                <a16:creationId xmlns:a16="http://schemas.microsoft.com/office/drawing/2014/main" id="{CC442347-0ADC-AEE9-CE52-7BB6254E2E6B}"/>
              </a:ext>
            </a:extLst>
          </p:cNvPr>
          <p:cNvSpPr/>
          <p:nvPr/>
        </p:nvSpPr>
        <p:spPr>
          <a:xfrm>
            <a:off x="1927983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27" name="Shape 11">
            <a:extLst>
              <a:ext uri="{FF2B5EF4-FFF2-40B4-BE49-F238E27FC236}">
                <a16:creationId xmlns:a16="http://schemas.microsoft.com/office/drawing/2014/main" id="{B6D8803F-BB47-9A21-6F95-7341EFFF9DD1}"/>
              </a:ext>
            </a:extLst>
          </p:cNvPr>
          <p:cNvSpPr/>
          <p:nvPr/>
        </p:nvSpPr>
        <p:spPr>
          <a:xfrm>
            <a:off x="2010965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28" name="Shape 12">
            <a:extLst>
              <a:ext uri="{FF2B5EF4-FFF2-40B4-BE49-F238E27FC236}">
                <a16:creationId xmlns:a16="http://schemas.microsoft.com/office/drawing/2014/main" id="{27E01994-0AF7-1A44-E192-B0102D3B4AC1}"/>
              </a:ext>
            </a:extLst>
          </p:cNvPr>
          <p:cNvSpPr/>
          <p:nvPr/>
        </p:nvSpPr>
        <p:spPr>
          <a:xfrm>
            <a:off x="2093947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29" name="Shape 13">
            <a:extLst>
              <a:ext uri="{FF2B5EF4-FFF2-40B4-BE49-F238E27FC236}">
                <a16:creationId xmlns:a16="http://schemas.microsoft.com/office/drawing/2014/main" id="{3094A157-A5DC-21C4-4BCF-9AFD713B30A8}"/>
              </a:ext>
            </a:extLst>
          </p:cNvPr>
          <p:cNvSpPr/>
          <p:nvPr/>
        </p:nvSpPr>
        <p:spPr>
          <a:xfrm>
            <a:off x="2176929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30" name="Shape 14">
            <a:extLst>
              <a:ext uri="{FF2B5EF4-FFF2-40B4-BE49-F238E27FC236}">
                <a16:creationId xmlns:a16="http://schemas.microsoft.com/office/drawing/2014/main" id="{B47960ED-2B80-1104-3E4A-098270A7341E}"/>
              </a:ext>
            </a:extLst>
          </p:cNvPr>
          <p:cNvSpPr/>
          <p:nvPr/>
        </p:nvSpPr>
        <p:spPr>
          <a:xfrm>
            <a:off x="2259911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31" name="Shape 15">
            <a:extLst>
              <a:ext uri="{FF2B5EF4-FFF2-40B4-BE49-F238E27FC236}">
                <a16:creationId xmlns:a16="http://schemas.microsoft.com/office/drawing/2014/main" id="{08B2772F-8709-0E23-C15C-6D015C997010}"/>
              </a:ext>
            </a:extLst>
          </p:cNvPr>
          <p:cNvSpPr/>
          <p:nvPr/>
        </p:nvSpPr>
        <p:spPr>
          <a:xfrm>
            <a:off x="2342892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32" name="Shape 16">
            <a:extLst>
              <a:ext uri="{FF2B5EF4-FFF2-40B4-BE49-F238E27FC236}">
                <a16:creationId xmlns:a16="http://schemas.microsoft.com/office/drawing/2014/main" id="{A3F52502-495A-569A-E948-02A7F9E1D86C}"/>
              </a:ext>
            </a:extLst>
          </p:cNvPr>
          <p:cNvSpPr/>
          <p:nvPr/>
        </p:nvSpPr>
        <p:spPr>
          <a:xfrm>
            <a:off x="2425874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33" name="Shape 17">
            <a:extLst>
              <a:ext uri="{FF2B5EF4-FFF2-40B4-BE49-F238E27FC236}">
                <a16:creationId xmlns:a16="http://schemas.microsoft.com/office/drawing/2014/main" id="{F2745ECD-A249-FF5C-BB0A-6D8B0FCC5115}"/>
              </a:ext>
            </a:extLst>
          </p:cNvPr>
          <p:cNvSpPr/>
          <p:nvPr/>
        </p:nvSpPr>
        <p:spPr>
          <a:xfrm>
            <a:off x="2508856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34" name="Shape 18">
            <a:extLst>
              <a:ext uri="{FF2B5EF4-FFF2-40B4-BE49-F238E27FC236}">
                <a16:creationId xmlns:a16="http://schemas.microsoft.com/office/drawing/2014/main" id="{D373E4F1-0444-22B4-3ADC-1FEC85B02DD2}"/>
              </a:ext>
            </a:extLst>
          </p:cNvPr>
          <p:cNvSpPr/>
          <p:nvPr/>
        </p:nvSpPr>
        <p:spPr>
          <a:xfrm>
            <a:off x="2591838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35" name="Shape 19">
            <a:extLst>
              <a:ext uri="{FF2B5EF4-FFF2-40B4-BE49-F238E27FC236}">
                <a16:creationId xmlns:a16="http://schemas.microsoft.com/office/drawing/2014/main" id="{4E5FF683-C0D8-7EED-09CE-59DE7210C539}"/>
              </a:ext>
            </a:extLst>
          </p:cNvPr>
          <p:cNvSpPr/>
          <p:nvPr/>
        </p:nvSpPr>
        <p:spPr>
          <a:xfrm>
            <a:off x="2674820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36" name="Shape 20">
            <a:extLst>
              <a:ext uri="{FF2B5EF4-FFF2-40B4-BE49-F238E27FC236}">
                <a16:creationId xmlns:a16="http://schemas.microsoft.com/office/drawing/2014/main" id="{C1149719-368F-0B03-AFD7-17B5EC8E6AD7}"/>
              </a:ext>
            </a:extLst>
          </p:cNvPr>
          <p:cNvSpPr/>
          <p:nvPr/>
        </p:nvSpPr>
        <p:spPr>
          <a:xfrm>
            <a:off x="2757801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37" name="Shape 21">
            <a:extLst>
              <a:ext uri="{FF2B5EF4-FFF2-40B4-BE49-F238E27FC236}">
                <a16:creationId xmlns:a16="http://schemas.microsoft.com/office/drawing/2014/main" id="{6AD96C64-855A-BD8D-740E-105A9B1CD539}"/>
              </a:ext>
            </a:extLst>
          </p:cNvPr>
          <p:cNvSpPr/>
          <p:nvPr/>
        </p:nvSpPr>
        <p:spPr>
          <a:xfrm>
            <a:off x="2840783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38" name="Shape 22">
            <a:extLst>
              <a:ext uri="{FF2B5EF4-FFF2-40B4-BE49-F238E27FC236}">
                <a16:creationId xmlns:a16="http://schemas.microsoft.com/office/drawing/2014/main" id="{62171C07-F779-0C89-85B7-16ABBB901128}"/>
              </a:ext>
            </a:extLst>
          </p:cNvPr>
          <p:cNvSpPr/>
          <p:nvPr/>
        </p:nvSpPr>
        <p:spPr>
          <a:xfrm>
            <a:off x="2923765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39" name="Shape 23">
            <a:extLst>
              <a:ext uri="{FF2B5EF4-FFF2-40B4-BE49-F238E27FC236}">
                <a16:creationId xmlns:a16="http://schemas.microsoft.com/office/drawing/2014/main" id="{9E722F61-42F9-D0C9-55C6-9C024F1FC446}"/>
              </a:ext>
            </a:extLst>
          </p:cNvPr>
          <p:cNvSpPr/>
          <p:nvPr/>
        </p:nvSpPr>
        <p:spPr>
          <a:xfrm>
            <a:off x="3006747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40" name="Shape 24">
            <a:extLst>
              <a:ext uri="{FF2B5EF4-FFF2-40B4-BE49-F238E27FC236}">
                <a16:creationId xmlns:a16="http://schemas.microsoft.com/office/drawing/2014/main" id="{FE6A277D-40E6-1C29-08DC-691EDB452B12}"/>
              </a:ext>
            </a:extLst>
          </p:cNvPr>
          <p:cNvSpPr/>
          <p:nvPr/>
        </p:nvSpPr>
        <p:spPr>
          <a:xfrm>
            <a:off x="3089729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41" name="Shape 25">
            <a:extLst>
              <a:ext uri="{FF2B5EF4-FFF2-40B4-BE49-F238E27FC236}">
                <a16:creationId xmlns:a16="http://schemas.microsoft.com/office/drawing/2014/main" id="{5EDB297B-0A25-4D9F-9127-89D0D14A9D13}"/>
              </a:ext>
            </a:extLst>
          </p:cNvPr>
          <p:cNvSpPr/>
          <p:nvPr/>
        </p:nvSpPr>
        <p:spPr>
          <a:xfrm>
            <a:off x="3172710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42" name="Shape 26">
            <a:extLst>
              <a:ext uri="{FF2B5EF4-FFF2-40B4-BE49-F238E27FC236}">
                <a16:creationId xmlns:a16="http://schemas.microsoft.com/office/drawing/2014/main" id="{1ED0359B-F30D-C334-C715-9E865F1FC1C8}"/>
              </a:ext>
            </a:extLst>
          </p:cNvPr>
          <p:cNvSpPr/>
          <p:nvPr/>
        </p:nvSpPr>
        <p:spPr>
          <a:xfrm>
            <a:off x="3255692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43" name="Shape 27">
            <a:extLst>
              <a:ext uri="{FF2B5EF4-FFF2-40B4-BE49-F238E27FC236}">
                <a16:creationId xmlns:a16="http://schemas.microsoft.com/office/drawing/2014/main" id="{B6D0BB90-DB65-94F8-D644-024CD51D64C8}"/>
              </a:ext>
            </a:extLst>
          </p:cNvPr>
          <p:cNvSpPr/>
          <p:nvPr/>
        </p:nvSpPr>
        <p:spPr>
          <a:xfrm>
            <a:off x="3338674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44" name="Shape 28">
            <a:extLst>
              <a:ext uri="{FF2B5EF4-FFF2-40B4-BE49-F238E27FC236}">
                <a16:creationId xmlns:a16="http://schemas.microsoft.com/office/drawing/2014/main" id="{D4A4B035-360E-16B2-5269-695C0C1B04ED}"/>
              </a:ext>
            </a:extLst>
          </p:cNvPr>
          <p:cNvSpPr/>
          <p:nvPr/>
        </p:nvSpPr>
        <p:spPr>
          <a:xfrm>
            <a:off x="3421656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45" name="Shape 29">
            <a:extLst>
              <a:ext uri="{FF2B5EF4-FFF2-40B4-BE49-F238E27FC236}">
                <a16:creationId xmlns:a16="http://schemas.microsoft.com/office/drawing/2014/main" id="{DB2972A1-64FD-94E0-7509-975C7A52B0A1}"/>
              </a:ext>
            </a:extLst>
          </p:cNvPr>
          <p:cNvSpPr/>
          <p:nvPr/>
        </p:nvSpPr>
        <p:spPr>
          <a:xfrm>
            <a:off x="3504638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46" name="Shape 30">
            <a:extLst>
              <a:ext uri="{FF2B5EF4-FFF2-40B4-BE49-F238E27FC236}">
                <a16:creationId xmlns:a16="http://schemas.microsoft.com/office/drawing/2014/main" id="{165E11E3-F2AD-A137-5E1E-91F2F8CF54AF}"/>
              </a:ext>
            </a:extLst>
          </p:cNvPr>
          <p:cNvSpPr/>
          <p:nvPr/>
        </p:nvSpPr>
        <p:spPr>
          <a:xfrm>
            <a:off x="3587619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47" name="Shape 31">
            <a:extLst>
              <a:ext uri="{FF2B5EF4-FFF2-40B4-BE49-F238E27FC236}">
                <a16:creationId xmlns:a16="http://schemas.microsoft.com/office/drawing/2014/main" id="{6C1102A7-D079-FFFA-82C4-52AD20C9A6F2}"/>
              </a:ext>
            </a:extLst>
          </p:cNvPr>
          <p:cNvSpPr/>
          <p:nvPr/>
        </p:nvSpPr>
        <p:spPr>
          <a:xfrm>
            <a:off x="3670601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48" name="Shape 32">
            <a:extLst>
              <a:ext uri="{FF2B5EF4-FFF2-40B4-BE49-F238E27FC236}">
                <a16:creationId xmlns:a16="http://schemas.microsoft.com/office/drawing/2014/main" id="{EE9B7934-FE6F-F29D-076C-5B807FC80E47}"/>
              </a:ext>
            </a:extLst>
          </p:cNvPr>
          <p:cNvSpPr/>
          <p:nvPr/>
        </p:nvSpPr>
        <p:spPr>
          <a:xfrm>
            <a:off x="3753583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49" name="Shape 33">
            <a:extLst>
              <a:ext uri="{FF2B5EF4-FFF2-40B4-BE49-F238E27FC236}">
                <a16:creationId xmlns:a16="http://schemas.microsoft.com/office/drawing/2014/main" id="{F7F29AED-7944-06AC-F0F8-FF1B1BB89948}"/>
              </a:ext>
            </a:extLst>
          </p:cNvPr>
          <p:cNvSpPr/>
          <p:nvPr/>
        </p:nvSpPr>
        <p:spPr>
          <a:xfrm>
            <a:off x="3836565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50" name="Shape 34">
            <a:extLst>
              <a:ext uri="{FF2B5EF4-FFF2-40B4-BE49-F238E27FC236}">
                <a16:creationId xmlns:a16="http://schemas.microsoft.com/office/drawing/2014/main" id="{569BD603-2C41-4558-BAEE-CAFBFEE22300}"/>
              </a:ext>
            </a:extLst>
          </p:cNvPr>
          <p:cNvSpPr/>
          <p:nvPr/>
        </p:nvSpPr>
        <p:spPr>
          <a:xfrm>
            <a:off x="3919547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51" name="Shape 35">
            <a:extLst>
              <a:ext uri="{FF2B5EF4-FFF2-40B4-BE49-F238E27FC236}">
                <a16:creationId xmlns:a16="http://schemas.microsoft.com/office/drawing/2014/main" id="{BB4F2E98-29D5-850F-4AEC-CEE5030B420E}"/>
              </a:ext>
            </a:extLst>
          </p:cNvPr>
          <p:cNvSpPr/>
          <p:nvPr/>
        </p:nvSpPr>
        <p:spPr>
          <a:xfrm>
            <a:off x="4002528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52" name="Shape 36">
            <a:extLst>
              <a:ext uri="{FF2B5EF4-FFF2-40B4-BE49-F238E27FC236}">
                <a16:creationId xmlns:a16="http://schemas.microsoft.com/office/drawing/2014/main" id="{EA79EF29-C5FF-F15B-DA5C-5CF1774FBC4F}"/>
              </a:ext>
            </a:extLst>
          </p:cNvPr>
          <p:cNvSpPr/>
          <p:nvPr/>
        </p:nvSpPr>
        <p:spPr>
          <a:xfrm>
            <a:off x="4085510" y="5216249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53" name="Text 37">
            <a:extLst>
              <a:ext uri="{FF2B5EF4-FFF2-40B4-BE49-F238E27FC236}">
                <a16:creationId xmlns:a16="http://schemas.microsoft.com/office/drawing/2014/main" id="{292668D4-63CB-3D88-DB20-348EB1B01951}"/>
              </a:ext>
            </a:extLst>
          </p:cNvPr>
          <p:cNvSpPr/>
          <p:nvPr/>
        </p:nvSpPr>
        <p:spPr>
          <a:xfrm>
            <a:off x="4087048" y="5376674"/>
            <a:ext cx="563018" cy="148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FA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✦ /31</a:t>
            </a:r>
            <a:endParaRPr lang="en-US" sz="900" dirty="0"/>
          </a:p>
        </p:txBody>
      </p:sp>
      <p:sp>
        <p:nvSpPr>
          <p:cNvPr id="254" name="Shape 4">
            <a:extLst>
              <a:ext uri="{FF2B5EF4-FFF2-40B4-BE49-F238E27FC236}">
                <a16:creationId xmlns:a16="http://schemas.microsoft.com/office/drawing/2014/main" id="{029062BA-951C-4EDE-365C-9479D0FDD230}"/>
              </a:ext>
            </a:extLst>
          </p:cNvPr>
          <p:cNvSpPr/>
          <p:nvPr/>
        </p:nvSpPr>
        <p:spPr>
          <a:xfrm>
            <a:off x="381546" y="5920711"/>
            <a:ext cx="4308984" cy="605018"/>
          </a:xfrm>
          <a:prstGeom prst="rect">
            <a:avLst/>
          </a:prstGeom>
          <a:solidFill>
            <a:srgbClr val="E7E8D1"/>
          </a:solidFill>
          <a:ln w="508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55" name="Text 5">
            <a:extLst>
              <a:ext uri="{FF2B5EF4-FFF2-40B4-BE49-F238E27FC236}">
                <a16:creationId xmlns:a16="http://schemas.microsoft.com/office/drawing/2014/main" id="{D902BD2D-3047-B246-D5ED-5895E1D4230C}"/>
              </a:ext>
            </a:extLst>
          </p:cNvPr>
          <p:cNvSpPr/>
          <p:nvPr/>
        </p:nvSpPr>
        <p:spPr>
          <a:xfrm>
            <a:off x="447052" y="6079890"/>
            <a:ext cx="1131570" cy="2640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hobby 05</a:t>
            </a:r>
            <a:endParaRPr lang="en-US" sz="1400" dirty="0"/>
          </a:p>
        </p:txBody>
      </p:sp>
      <p:sp>
        <p:nvSpPr>
          <p:cNvPr id="256" name="Shape 6">
            <a:extLst>
              <a:ext uri="{FF2B5EF4-FFF2-40B4-BE49-F238E27FC236}">
                <a16:creationId xmlns:a16="http://schemas.microsoft.com/office/drawing/2014/main" id="{A18BB014-CA13-0605-761F-1A60771A2B9E}"/>
              </a:ext>
            </a:extLst>
          </p:cNvPr>
          <p:cNvSpPr/>
          <p:nvPr/>
        </p:nvSpPr>
        <p:spPr>
          <a:xfrm>
            <a:off x="1609647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57" name="Shape 7">
            <a:extLst>
              <a:ext uri="{FF2B5EF4-FFF2-40B4-BE49-F238E27FC236}">
                <a16:creationId xmlns:a16="http://schemas.microsoft.com/office/drawing/2014/main" id="{C93AF940-69AC-F974-DC32-86C6FE1B706E}"/>
              </a:ext>
            </a:extLst>
          </p:cNvPr>
          <p:cNvSpPr/>
          <p:nvPr/>
        </p:nvSpPr>
        <p:spPr>
          <a:xfrm>
            <a:off x="1692629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58" name="Shape 8">
            <a:extLst>
              <a:ext uri="{FF2B5EF4-FFF2-40B4-BE49-F238E27FC236}">
                <a16:creationId xmlns:a16="http://schemas.microsoft.com/office/drawing/2014/main" id="{EA0B78A5-77D2-99D3-67AE-4C56B243AD3A}"/>
              </a:ext>
            </a:extLst>
          </p:cNvPr>
          <p:cNvSpPr/>
          <p:nvPr/>
        </p:nvSpPr>
        <p:spPr>
          <a:xfrm>
            <a:off x="1775611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59" name="Shape 9">
            <a:extLst>
              <a:ext uri="{FF2B5EF4-FFF2-40B4-BE49-F238E27FC236}">
                <a16:creationId xmlns:a16="http://schemas.microsoft.com/office/drawing/2014/main" id="{B319439F-80B3-697D-786A-E7E5372F1BE5}"/>
              </a:ext>
            </a:extLst>
          </p:cNvPr>
          <p:cNvSpPr/>
          <p:nvPr/>
        </p:nvSpPr>
        <p:spPr>
          <a:xfrm>
            <a:off x="1858593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60" name="Shape 10">
            <a:extLst>
              <a:ext uri="{FF2B5EF4-FFF2-40B4-BE49-F238E27FC236}">
                <a16:creationId xmlns:a16="http://schemas.microsoft.com/office/drawing/2014/main" id="{D966A05F-7728-B0CC-8563-42CD53364E83}"/>
              </a:ext>
            </a:extLst>
          </p:cNvPr>
          <p:cNvSpPr/>
          <p:nvPr/>
        </p:nvSpPr>
        <p:spPr>
          <a:xfrm>
            <a:off x="1941574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61" name="Shape 11">
            <a:extLst>
              <a:ext uri="{FF2B5EF4-FFF2-40B4-BE49-F238E27FC236}">
                <a16:creationId xmlns:a16="http://schemas.microsoft.com/office/drawing/2014/main" id="{811594CB-4E53-F902-DC1E-7D62973AA01C}"/>
              </a:ext>
            </a:extLst>
          </p:cNvPr>
          <p:cNvSpPr/>
          <p:nvPr/>
        </p:nvSpPr>
        <p:spPr>
          <a:xfrm>
            <a:off x="2024556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62" name="Shape 12">
            <a:extLst>
              <a:ext uri="{FF2B5EF4-FFF2-40B4-BE49-F238E27FC236}">
                <a16:creationId xmlns:a16="http://schemas.microsoft.com/office/drawing/2014/main" id="{6779B9EB-FDC9-3EA4-1560-9A810E8B424C}"/>
              </a:ext>
            </a:extLst>
          </p:cNvPr>
          <p:cNvSpPr/>
          <p:nvPr/>
        </p:nvSpPr>
        <p:spPr>
          <a:xfrm>
            <a:off x="2107538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63" name="Shape 13">
            <a:extLst>
              <a:ext uri="{FF2B5EF4-FFF2-40B4-BE49-F238E27FC236}">
                <a16:creationId xmlns:a16="http://schemas.microsoft.com/office/drawing/2014/main" id="{AA3BF409-E3B5-71A2-96B8-929503F10F18}"/>
              </a:ext>
            </a:extLst>
          </p:cNvPr>
          <p:cNvSpPr/>
          <p:nvPr/>
        </p:nvSpPr>
        <p:spPr>
          <a:xfrm>
            <a:off x="2190520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64" name="Shape 14">
            <a:extLst>
              <a:ext uri="{FF2B5EF4-FFF2-40B4-BE49-F238E27FC236}">
                <a16:creationId xmlns:a16="http://schemas.microsoft.com/office/drawing/2014/main" id="{C60AE26C-3634-ECC6-25A0-FEF45ACDF205}"/>
              </a:ext>
            </a:extLst>
          </p:cNvPr>
          <p:cNvSpPr/>
          <p:nvPr/>
        </p:nvSpPr>
        <p:spPr>
          <a:xfrm>
            <a:off x="2273502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65" name="Shape 15">
            <a:extLst>
              <a:ext uri="{FF2B5EF4-FFF2-40B4-BE49-F238E27FC236}">
                <a16:creationId xmlns:a16="http://schemas.microsoft.com/office/drawing/2014/main" id="{747FBC2D-A8EE-F910-4B80-1E18DA77840A}"/>
              </a:ext>
            </a:extLst>
          </p:cNvPr>
          <p:cNvSpPr/>
          <p:nvPr/>
        </p:nvSpPr>
        <p:spPr>
          <a:xfrm>
            <a:off x="2356483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66" name="Shape 16">
            <a:extLst>
              <a:ext uri="{FF2B5EF4-FFF2-40B4-BE49-F238E27FC236}">
                <a16:creationId xmlns:a16="http://schemas.microsoft.com/office/drawing/2014/main" id="{A1C8AAEB-A24D-5DCE-1EC8-11FFD80422FD}"/>
              </a:ext>
            </a:extLst>
          </p:cNvPr>
          <p:cNvSpPr/>
          <p:nvPr/>
        </p:nvSpPr>
        <p:spPr>
          <a:xfrm>
            <a:off x="2439465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67" name="Shape 17">
            <a:extLst>
              <a:ext uri="{FF2B5EF4-FFF2-40B4-BE49-F238E27FC236}">
                <a16:creationId xmlns:a16="http://schemas.microsoft.com/office/drawing/2014/main" id="{2D81B00A-AD5B-691F-1F52-9CA733CBEF26}"/>
              </a:ext>
            </a:extLst>
          </p:cNvPr>
          <p:cNvSpPr/>
          <p:nvPr/>
        </p:nvSpPr>
        <p:spPr>
          <a:xfrm>
            <a:off x="2522447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68" name="Shape 18">
            <a:extLst>
              <a:ext uri="{FF2B5EF4-FFF2-40B4-BE49-F238E27FC236}">
                <a16:creationId xmlns:a16="http://schemas.microsoft.com/office/drawing/2014/main" id="{66436612-AC0D-4559-007B-C08D00992BBC}"/>
              </a:ext>
            </a:extLst>
          </p:cNvPr>
          <p:cNvSpPr/>
          <p:nvPr/>
        </p:nvSpPr>
        <p:spPr>
          <a:xfrm>
            <a:off x="2605429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69" name="Shape 19">
            <a:extLst>
              <a:ext uri="{FF2B5EF4-FFF2-40B4-BE49-F238E27FC236}">
                <a16:creationId xmlns:a16="http://schemas.microsoft.com/office/drawing/2014/main" id="{06B6325F-9D7E-CC60-FC77-D89FC34F1831}"/>
              </a:ext>
            </a:extLst>
          </p:cNvPr>
          <p:cNvSpPr/>
          <p:nvPr/>
        </p:nvSpPr>
        <p:spPr>
          <a:xfrm>
            <a:off x="2688411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70" name="Shape 20">
            <a:extLst>
              <a:ext uri="{FF2B5EF4-FFF2-40B4-BE49-F238E27FC236}">
                <a16:creationId xmlns:a16="http://schemas.microsoft.com/office/drawing/2014/main" id="{F33320FA-C132-EABF-B088-131DA1B3916C}"/>
              </a:ext>
            </a:extLst>
          </p:cNvPr>
          <p:cNvSpPr/>
          <p:nvPr/>
        </p:nvSpPr>
        <p:spPr>
          <a:xfrm>
            <a:off x="2771392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71" name="Shape 21">
            <a:extLst>
              <a:ext uri="{FF2B5EF4-FFF2-40B4-BE49-F238E27FC236}">
                <a16:creationId xmlns:a16="http://schemas.microsoft.com/office/drawing/2014/main" id="{AB8ACEF7-79E4-F90E-4C72-69BBC266DD61}"/>
              </a:ext>
            </a:extLst>
          </p:cNvPr>
          <p:cNvSpPr/>
          <p:nvPr/>
        </p:nvSpPr>
        <p:spPr>
          <a:xfrm>
            <a:off x="2854374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72" name="Shape 22">
            <a:extLst>
              <a:ext uri="{FF2B5EF4-FFF2-40B4-BE49-F238E27FC236}">
                <a16:creationId xmlns:a16="http://schemas.microsoft.com/office/drawing/2014/main" id="{E17F6A39-5FDD-E5C3-D074-0F69DCB2C9B5}"/>
              </a:ext>
            </a:extLst>
          </p:cNvPr>
          <p:cNvSpPr/>
          <p:nvPr/>
        </p:nvSpPr>
        <p:spPr>
          <a:xfrm>
            <a:off x="2937356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73" name="Shape 23">
            <a:extLst>
              <a:ext uri="{FF2B5EF4-FFF2-40B4-BE49-F238E27FC236}">
                <a16:creationId xmlns:a16="http://schemas.microsoft.com/office/drawing/2014/main" id="{812CE5D9-24DC-8A45-572D-FB5A02C41A31}"/>
              </a:ext>
            </a:extLst>
          </p:cNvPr>
          <p:cNvSpPr/>
          <p:nvPr/>
        </p:nvSpPr>
        <p:spPr>
          <a:xfrm>
            <a:off x="3020338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74" name="Shape 24">
            <a:extLst>
              <a:ext uri="{FF2B5EF4-FFF2-40B4-BE49-F238E27FC236}">
                <a16:creationId xmlns:a16="http://schemas.microsoft.com/office/drawing/2014/main" id="{081DFA5E-2C42-A1A8-AACB-DC205ACB1E08}"/>
              </a:ext>
            </a:extLst>
          </p:cNvPr>
          <p:cNvSpPr/>
          <p:nvPr/>
        </p:nvSpPr>
        <p:spPr>
          <a:xfrm>
            <a:off x="3103320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75" name="Shape 25">
            <a:extLst>
              <a:ext uri="{FF2B5EF4-FFF2-40B4-BE49-F238E27FC236}">
                <a16:creationId xmlns:a16="http://schemas.microsoft.com/office/drawing/2014/main" id="{0FCD07E0-6E47-CEA8-C486-7EE109C63459}"/>
              </a:ext>
            </a:extLst>
          </p:cNvPr>
          <p:cNvSpPr/>
          <p:nvPr/>
        </p:nvSpPr>
        <p:spPr>
          <a:xfrm>
            <a:off x="3186301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76" name="Shape 26">
            <a:extLst>
              <a:ext uri="{FF2B5EF4-FFF2-40B4-BE49-F238E27FC236}">
                <a16:creationId xmlns:a16="http://schemas.microsoft.com/office/drawing/2014/main" id="{BCFFE537-FDEF-7199-0669-94F009559439}"/>
              </a:ext>
            </a:extLst>
          </p:cNvPr>
          <p:cNvSpPr/>
          <p:nvPr/>
        </p:nvSpPr>
        <p:spPr>
          <a:xfrm>
            <a:off x="3269283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77" name="Shape 27">
            <a:extLst>
              <a:ext uri="{FF2B5EF4-FFF2-40B4-BE49-F238E27FC236}">
                <a16:creationId xmlns:a16="http://schemas.microsoft.com/office/drawing/2014/main" id="{C7FEB5A7-AA65-4FDB-FA9F-EF47AB01DE04}"/>
              </a:ext>
            </a:extLst>
          </p:cNvPr>
          <p:cNvSpPr/>
          <p:nvPr/>
        </p:nvSpPr>
        <p:spPr>
          <a:xfrm>
            <a:off x="3352265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78" name="Shape 28">
            <a:extLst>
              <a:ext uri="{FF2B5EF4-FFF2-40B4-BE49-F238E27FC236}">
                <a16:creationId xmlns:a16="http://schemas.microsoft.com/office/drawing/2014/main" id="{15CE70C0-233A-BF2D-921E-9B3635348B95}"/>
              </a:ext>
            </a:extLst>
          </p:cNvPr>
          <p:cNvSpPr/>
          <p:nvPr/>
        </p:nvSpPr>
        <p:spPr>
          <a:xfrm>
            <a:off x="3435247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79" name="Shape 29">
            <a:extLst>
              <a:ext uri="{FF2B5EF4-FFF2-40B4-BE49-F238E27FC236}">
                <a16:creationId xmlns:a16="http://schemas.microsoft.com/office/drawing/2014/main" id="{5ADE2B68-7459-A6F4-1EB5-EC355334EF37}"/>
              </a:ext>
            </a:extLst>
          </p:cNvPr>
          <p:cNvSpPr/>
          <p:nvPr/>
        </p:nvSpPr>
        <p:spPr>
          <a:xfrm>
            <a:off x="3518229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80" name="Shape 30">
            <a:extLst>
              <a:ext uri="{FF2B5EF4-FFF2-40B4-BE49-F238E27FC236}">
                <a16:creationId xmlns:a16="http://schemas.microsoft.com/office/drawing/2014/main" id="{694819DB-5FC8-C87B-61CA-B5C24AE3C14B}"/>
              </a:ext>
            </a:extLst>
          </p:cNvPr>
          <p:cNvSpPr/>
          <p:nvPr/>
        </p:nvSpPr>
        <p:spPr>
          <a:xfrm>
            <a:off x="3601210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81" name="Shape 31">
            <a:extLst>
              <a:ext uri="{FF2B5EF4-FFF2-40B4-BE49-F238E27FC236}">
                <a16:creationId xmlns:a16="http://schemas.microsoft.com/office/drawing/2014/main" id="{B3BBEBA5-8147-1620-4427-37A685A843C2}"/>
              </a:ext>
            </a:extLst>
          </p:cNvPr>
          <p:cNvSpPr/>
          <p:nvPr/>
        </p:nvSpPr>
        <p:spPr>
          <a:xfrm>
            <a:off x="3684192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82" name="Shape 32">
            <a:extLst>
              <a:ext uri="{FF2B5EF4-FFF2-40B4-BE49-F238E27FC236}">
                <a16:creationId xmlns:a16="http://schemas.microsoft.com/office/drawing/2014/main" id="{EB0E7C19-7203-6CA1-95A2-0D62A636BEA4}"/>
              </a:ext>
            </a:extLst>
          </p:cNvPr>
          <p:cNvSpPr/>
          <p:nvPr/>
        </p:nvSpPr>
        <p:spPr>
          <a:xfrm>
            <a:off x="3767174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83" name="Shape 33">
            <a:extLst>
              <a:ext uri="{FF2B5EF4-FFF2-40B4-BE49-F238E27FC236}">
                <a16:creationId xmlns:a16="http://schemas.microsoft.com/office/drawing/2014/main" id="{265C64A0-FBF4-270D-855E-9D04897A0A4F}"/>
              </a:ext>
            </a:extLst>
          </p:cNvPr>
          <p:cNvSpPr/>
          <p:nvPr/>
        </p:nvSpPr>
        <p:spPr>
          <a:xfrm>
            <a:off x="3850156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84" name="Shape 34">
            <a:extLst>
              <a:ext uri="{FF2B5EF4-FFF2-40B4-BE49-F238E27FC236}">
                <a16:creationId xmlns:a16="http://schemas.microsoft.com/office/drawing/2014/main" id="{8681C4E1-8D1D-0E47-D27E-7AD56CB90EA0}"/>
              </a:ext>
            </a:extLst>
          </p:cNvPr>
          <p:cNvSpPr/>
          <p:nvPr/>
        </p:nvSpPr>
        <p:spPr>
          <a:xfrm>
            <a:off x="3933138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85" name="Shape 35">
            <a:extLst>
              <a:ext uri="{FF2B5EF4-FFF2-40B4-BE49-F238E27FC236}">
                <a16:creationId xmlns:a16="http://schemas.microsoft.com/office/drawing/2014/main" id="{B812787E-B737-1749-25ED-F8893487C607}"/>
              </a:ext>
            </a:extLst>
          </p:cNvPr>
          <p:cNvSpPr/>
          <p:nvPr/>
        </p:nvSpPr>
        <p:spPr>
          <a:xfrm>
            <a:off x="4016119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86" name="Shape 36">
            <a:extLst>
              <a:ext uri="{FF2B5EF4-FFF2-40B4-BE49-F238E27FC236}">
                <a16:creationId xmlns:a16="http://schemas.microsoft.com/office/drawing/2014/main" id="{FA9144A9-9A15-9FD0-A219-7BB6B5432062}"/>
              </a:ext>
            </a:extLst>
          </p:cNvPr>
          <p:cNvSpPr/>
          <p:nvPr/>
        </p:nvSpPr>
        <p:spPr>
          <a:xfrm>
            <a:off x="4099101" y="6183498"/>
            <a:ext cx="67894" cy="67894"/>
          </a:xfrm>
          <a:prstGeom prst="ellipse">
            <a:avLst/>
          </a:prstGeom>
          <a:solidFill>
            <a:srgbClr val="EFE9DD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87" name="Text 37">
            <a:extLst>
              <a:ext uri="{FF2B5EF4-FFF2-40B4-BE49-F238E27FC236}">
                <a16:creationId xmlns:a16="http://schemas.microsoft.com/office/drawing/2014/main" id="{4C2ABC86-8DE0-7D7E-6E12-4968B2635024}"/>
              </a:ext>
            </a:extLst>
          </p:cNvPr>
          <p:cNvSpPr/>
          <p:nvPr/>
        </p:nvSpPr>
        <p:spPr>
          <a:xfrm>
            <a:off x="4100639" y="6343923"/>
            <a:ext cx="563018" cy="148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FA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✦ /31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62523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20040" y="1831302"/>
            <a:ext cx="4389120" cy="2334647"/>
          </a:xfrm>
          <a:prstGeom prst="rect">
            <a:avLst/>
          </a:prstGeom>
          <a:solidFill>
            <a:srgbClr val="EFE9DD"/>
          </a:solidFill>
          <a:ln w="9525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 dirty="0"/>
          </a:p>
        </p:txBody>
      </p:sp>
      <p:sp>
        <p:nvSpPr>
          <p:cNvPr id="7" name="Text 5"/>
          <p:cNvSpPr/>
          <p:nvPr/>
        </p:nvSpPr>
        <p:spPr>
          <a:xfrm>
            <a:off x="364617" y="3920775"/>
            <a:ext cx="2149983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3F4A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the practice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4442414"/>
            <a:ext cx="4389120" cy="2590753"/>
          </a:xfrm>
          <a:prstGeom prst="rect">
            <a:avLst/>
          </a:prstGeom>
          <a:solidFill>
            <a:srgbClr val="E7E8D1"/>
          </a:solidFill>
          <a:ln w="635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" name="Text 7"/>
          <p:cNvSpPr/>
          <p:nvPr/>
        </p:nvSpPr>
        <p:spPr>
          <a:xfrm>
            <a:off x="395478" y="4480134"/>
            <a:ext cx="3856482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i="1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</a:t>
            </a:r>
            <a:r>
              <a:rPr lang="en-US" sz="2400" dirty="0"/>
              <a:t> </a:t>
            </a:r>
            <a:r>
              <a:rPr lang="en-US" sz="2400" i="1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hobby.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95478" y="5099814"/>
            <a:ext cx="104737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24" dirty="0">
                <a:solidFill>
                  <a:srgbClr val="8FA3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741" y="5264334"/>
            <a:ext cx="4004388" cy="7942"/>
          </a:xfrm>
          <a:prstGeom prst="line">
            <a:avLst/>
          </a:prstGeom>
          <a:noFill/>
          <a:ln w="508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1000"/>
          </a:p>
        </p:txBody>
      </p:sp>
      <p:sp>
        <p:nvSpPr>
          <p:cNvPr id="12" name="Text 10"/>
          <p:cNvSpPr/>
          <p:nvPr/>
        </p:nvSpPr>
        <p:spPr>
          <a:xfrm>
            <a:off x="386716" y="5532549"/>
            <a:ext cx="75438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24" dirty="0">
                <a:solidFill>
                  <a:srgbClr val="3F4A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effort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29691" y="5551408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4" name="Shape 12"/>
          <p:cNvSpPr/>
          <p:nvPr/>
        </p:nvSpPr>
        <p:spPr>
          <a:xfrm>
            <a:off x="1457936" y="5551408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5" name="Shape 13"/>
          <p:cNvSpPr/>
          <p:nvPr/>
        </p:nvSpPr>
        <p:spPr>
          <a:xfrm>
            <a:off x="1586180" y="5551408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6" name="Shape 14"/>
          <p:cNvSpPr/>
          <p:nvPr/>
        </p:nvSpPr>
        <p:spPr>
          <a:xfrm>
            <a:off x="1714425" y="5551408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7" name="Shape 15"/>
          <p:cNvSpPr/>
          <p:nvPr/>
        </p:nvSpPr>
        <p:spPr>
          <a:xfrm>
            <a:off x="1842669" y="5551408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8" name="Text 16"/>
          <p:cNvSpPr/>
          <p:nvPr/>
        </p:nvSpPr>
        <p:spPr>
          <a:xfrm>
            <a:off x="386715" y="5908021"/>
            <a:ext cx="927887" cy="15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24" dirty="0">
                <a:solidFill>
                  <a:srgbClr val="3F4A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difficulty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29691" y="5933088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0" name="Shape 18"/>
          <p:cNvSpPr/>
          <p:nvPr/>
        </p:nvSpPr>
        <p:spPr>
          <a:xfrm>
            <a:off x="1457936" y="5933088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1" name="Shape 19"/>
          <p:cNvSpPr/>
          <p:nvPr/>
        </p:nvSpPr>
        <p:spPr>
          <a:xfrm>
            <a:off x="1586180" y="5933088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2" name="Shape 20"/>
          <p:cNvSpPr/>
          <p:nvPr/>
        </p:nvSpPr>
        <p:spPr>
          <a:xfrm>
            <a:off x="1714425" y="5933088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3" name="Shape 21"/>
          <p:cNvSpPr/>
          <p:nvPr/>
        </p:nvSpPr>
        <p:spPr>
          <a:xfrm>
            <a:off x="1842669" y="5933088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4" name="Text 22"/>
          <p:cNvSpPr/>
          <p:nvPr/>
        </p:nvSpPr>
        <p:spPr>
          <a:xfrm>
            <a:off x="2815668" y="5532550"/>
            <a:ext cx="75438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24" dirty="0">
                <a:solidFill>
                  <a:srgbClr val="3F4A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58643" y="5551409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6" name="Shape 24"/>
          <p:cNvSpPr/>
          <p:nvPr/>
        </p:nvSpPr>
        <p:spPr>
          <a:xfrm>
            <a:off x="3886888" y="5551409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7" name="Shape 25"/>
          <p:cNvSpPr/>
          <p:nvPr/>
        </p:nvSpPr>
        <p:spPr>
          <a:xfrm>
            <a:off x="4015132" y="5551409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8" name="Shape 26"/>
          <p:cNvSpPr/>
          <p:nvPr/>
        </p:nvSpPr>
        <p:spPr>
          <a:xfrm>
            <a:off x="4143377" y="5551409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9" name="Shape 27"/>
          <p:cNvSpPr/>
          <p:nvPr/>
        </p:nvSpPr>
        <p:spPr>
          <a:xfrm>
            <a:off x="4271621" y="5551409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0" name="Text 28"/>
          <p:cNvSpPr/>
          <p:nvPr/>
        </p:nvSpPr>
        <p:spPr>
          <a:xfrm>
            <a:off x="2830756" y="5924838"/>
            <a:ext cx="75438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24" dirty="0">
                <a:solidFill>
                  <a:srgbClr val="3F4A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reward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73731" y="5943698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2" name="Shape 30"/>
          <p:cNvSpPr/>
          <p:nvPr/>
        </p:nvSpPr>
        <p:spPr>
          <a:xfrm>
            <a:off x="3901976" y="5943698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3" name="Shape 31"/>
          <p:cNvSpPr/>
          <p:nvPr/>
        </p:nvSpPr>
        <p:spPr>
          <a:xfrm>
            <a:off x="4030220" y="5943698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4" name="Shape 32"/>
          <p:cNvSpPr/>
          <p:nvPr/>
        </p:nvSpPr>
        <p:spPr>
          <a:xfrm>
            <a:off x="4158465" y="5943698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5" name="Shape 33"/>
          <p:cNvSpPr/>
          <p:nvPr/>
        </p:nvSpPr>
        <p:spPr>
          <a:xfrm>
            <a:off x="4286709" y="5943698"/>
            <a:ext cx="113157" cy="113157"/>
          </a:xfrm>
          <a:prstGeom prst="star5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6" name="Text 34"/>
          <p:cNvSpPr/>
          <p:nvPr/>
        </p:nvSpPr>
        <p:spPr>
          <a:xfrm>
            <a:off x="386715" y="6726207"/>
            <a:ext cx="113157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8FA3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i continue? →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592847" y="6682064"/>
            <a:ext cx="586738" cy="223627"/>
          </a:xfrm>
          <a:prstGeom prst="roundRect">
            <a:avLst>
              <a:gd name="adj" fmla="val 50000"/>
            </a:avLst>
          </a:prstGeom>
          <a:solidFill>
            <a:srgbClr val="8FA386"/>
          </a:solidFill>
          <a:ln w="762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38" name="Text 36"/>
          <p:cNvSpPr/>
          <p:nvPr/>
        </p:nvSpPr>
        <p:spPr>
          <a:xfrm>
            <a:off x="1592847" y="6682064"/>
            <a:ext cx="586738" cy="223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65" dirty="0">
                <a:solidFill>
                  <a:srgbClr val="E7E8D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18349" y="6674523"/>
            <a:ext cx="586738" cy="22362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40" name="Text 38"/>
          <p:cNvSpPr/>
          <p:nvPr/>
        </p:nvSpPr>
        <p:spPr>
          <a:xfrm>
            <a:off x="2406739" y="6733526"/>
            <a:ext cx="452628" cy="120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65" dirty="0">
                <a:solidFill>
                  <a:srgbClr val="3F4A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</a:t>
            </a:r>
            <a:endParaRPr lang="en-US" sz="900" dirty="0"/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43A0105D-E5B7-DA49-B135-B0A0CF0047DD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41</a:t>
            </a:r>
            <a:endParaRPr lang="en-US" sz="800" dirty="0"/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9B693870-E301-280A-D33C-5723B17CD55C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6" name="Shape 0">
            <a:extLst>
              <a:ext uri="{FF2B5EF4-FFF2-40B4-BE49-F238E27FC236}">
                <a16:creationId xmlns:a16="http://schemas.microsoft.com/office/drawing/2014/main" id="{91A7F2A6-C83A-8067-08CB-455A7991555E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7013218D-0A7E-0714-2E23-E66D5564502C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8" name="Text 2">
            <a:extLst>
              <a:ext uri="{FF2B5EF4-FFF2-40B4-BE49-F238E27FC236}">
                <a16:creationId xmlns:a16="http://schemas.microsoft.com/office/drawing/2014/main" id="{925D396D-8ADE-0DD7-9CC5-7355EA8A823A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HOBBIES</a:t>
            </a:r>
            <a:endParaRPr lang="en-US" sz="700" dirty="0"/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EA6426BF-393B-287F-8AAF-28B7BA2773E1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</a:rPr>
              <a:t>NEW HOBBY</a:t>
            </a:r>
            <a:endParaRPr lang="en-US" sz="800" dirty="0"/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04AA0999-901C-8876-034A-EA880C42BE83}"/>
              </a:ext>
            </a:extLst>
          </p:cNvPr>
          <p:cNvSpPr/>
          <p:nvPr/>
        </p:nvSpPr>
        <p:spPr>
          <a:xfrm>
            <a:off x="297180" y="933036"/>
            <a:ext cx="4389120" cy="785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Trying out new things.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92772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20040" y="1619214"/>
            <a:ext cx="4389120" cy="2561336"/>
          </a:xfrm>
          <a:prstGeom prst="rect">
            <a:avLst/>
          </a:prstGeom>
          <a:solidFill>
            <a:srgbClr val="EFE9DD"/>
          </a:solidFill>
          <a:ln w="9525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" name="Text 5"/>
          <p:cNvSpPr/>
          <p:nvPr/>
        </p:nvSpPr>
        <p:spPr>
          <a:xfrm>
            <a:off x="376619" y="3354288"/>
            <a:ext cx="196138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3F4A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photo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4302277"/>
            <a:ext cx="2127801" cy="1482603"/>
          </a:xfrm>
          <a:prstGeom prst="rect">
            <a:avLst/>
          </a:prstGeom>
          <a:solidFill>
            <a:srgbClr val="EFE9DD"/>
          </a:solidFill>
          <a:ln w="9525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" name="Text 7"/>
          <p:cNvSpPr/>
          <p:nvPr/>
        </p:nvSpPr>
        <p:spPr>
          <a:xfrm>
            <a:off x="343659" y="5580538"/>
            <a:ext cx="1093851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3F4A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photo</a:t>
            </a:r>
            <a:endParaRPr lang="en-US" sz="9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1D70D849-4DA0-DEDC-1CDC-447BBA553326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41</a:t>
            </a:r>
            <a:endParaRPr lang="en-US" sz="8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9599DB85-41B4-841B-B030-67AB7683139C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4FC66EAD-C269-4C1F-8067-2A8A97F76DB9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5E6EDD07-B3F3-E8DE-AA86-7D65C415AAD9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61F22E9C-C688-BDF5-FD50-A865BB247382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HOBBIES</a:t>
            </a:r>
            <a:endParaRPr lang="en-US" sz="7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676E6C52-59BF-226D-9066-760B70C6608B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</a:rPr>
              <a:t>HOBBY GALLERY</a:t>
            </a:r>
            <a:endParaRPr lang="en-US" sz="8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FF995304-3216-23F4-51C0-47B1F4099BB3}"/>
              </a:ext>
            </a:extLst>
          </p:cNvPr>
          <p:cNvSpPr/>
          <p:nvPr/>
        </p:nvSpPr>
        <p:spPr>
          <a:xfrm>
            <a:off x="297180" y="933036"/>
            <a:ext cx="4389120" cy="785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Hobby Gallery.</a:t>
            </a:r>
            <a:endParaRPr lang="en-US" sz="280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DC162E12-1456-679F-5768-E4A140EEF6D9}"/>
              </a:ext>
            </a:extLst>
          </p:cNvPr>
          <p:cNvSpPr/>
          <p:nvPr/>
        </p:nvSpPr>
        <p:spPr>
          <a:xfrm>
            <a:off x="2557740" y="4302277"/>
            <a:ext cx="2127801" cy="1482603"/>
          </a:xfrm>
          <a:prstGeom prst="rect">
            <a:avLst/>
          </a:prstGeom>
          <a:solidFill>
            <a:srgbClr val="EFE9DD"/>
          </a:solidFill>
          <a:ln w="9525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13340144-2CC6-28E2-C86D-4D490EE461C2}"/>
              </a:ext>
            </a:extLst>
          </p:cNvPr>
          <p:cNvSpPr/>
          <p:nvPr/>
        </p:nvSpPr>
        <p:spPr>
          <a:xfrm>
            <a:off x="2637938" y="5056658"/>
            <a:ext cx="1093851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3F4A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photo</a:t>
            </a:r>
            <a:endParaRPr lang="en-US" sz="900" dirty="0"/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2C1D4D1D-75A6-3F0C-05D8-8260AD87B1D8}"/>
              </a:ext>
            </a:extLst>
          </p:cNvPr>
          <p:cNvSpPr/>
          <p:nvPr/>
        </p:nvSpPr>
        <p:spPr>
          <a:xfrm>
            <a:off x="316999" y="5901754"/>
            <a:ext cx="2127801" cy="1482603"/>
          </a:xfrm>
          <a:prstGeom prst="rect">
            <a:avLst/>
          </a:prstGeom>
          <a:solidFill>
            <a:srgbClr val="EFE9DD"/>
          </a:solidFill>
          <a:ln w="9525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63A3BAFE-1E0B-5E47-4670-35B021916989}"/>
              </a:ext>
            </a:extLst>
          </p:cNvPr>
          <p:cNvSpPr/>
          <p:nvPr/>
        </p:nvSpPr>
        <p:spPr>
          <a:xfrm>
            <a:off x="376619" y="7140659"/>
            <a:ext cx="1093851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3F4A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photo</a:t>
            </a:r>
            <a:endParaRPr lang="en-US" sz="9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92487518-E08A-98A7-0A62-CD47CD3D8DFB}"/>
              </a:ext>
            </a:extLst>
          </p:cNvPr>
          <p:cNvSpPr/>
          <p:nvPr/>
        </p:nvSpPr>
        <p:spPr>
          <a:xfrm>
            <a:off x="2554699" y="5901754"/>
            <a:ext cx="2127801" cy="1482603"/>
          </a:xfrm>
          <a:prstGeom prst="rect">
            <a:avLst/>
          </a:prstGeom>
          <a:solidFill>
            <a:srgbClr val="EFE9DD"/>
          </a:solidFill>
          <a:ln w="9525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4F201BAC-9AD0-957A-40EC-EFD4919983F6}"/>
              </a:ext>
            </a:extLst>
          </p:cNvPr>
          <p:cNvSpPr/>
          <p:nvPr/>
        </p:nvSpPr>
        <p:spPr>
          <a:xfrm>
            <a:off x="2634897" y="6656135"/>
            <a:ext cx="1093851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3F4A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photo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64859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20040" y="1819465"/>
            <a:ext cx="2414016" cy="1815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technique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39" y="2005638"/>
            <a:ext cx="113538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kern="0" spc="83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last month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20164" y="2044677"/>
            <a:ext cx="2931795" cy="69519"/>
          </a:xfrm>
          <a:prstGeom prst="rect">
            <a:avLst/>
          </a:prstGeom>
          <a:solidFill>
            <a:srgbClr val="E7E8D1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" name="Shape 7"/>
          <p:cNvSpPr/>
          <p:nvPr/>
        </p:nvSpPr>
        <p:spPr>
          <a:xfrm>
            <a:off x="1320165" y="2044677"/>
            <a:ext cx="528066" cy="56579"/>
          </a:xfrm>
          <a:prstGeom prst="rect">
            <a:avLst/>
          </a:prstGeom>
          <a:solidFill>
            <a:srgbClr val="EFE9DD"/>
          </a:solidFill>
          <a:ln w="12700">
            <a:solidFill>
              <a:srgbClr val="EFE9DD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0" name="Text 8"/>
          <p:cNvSpPr/>
          <p:nvPr/>
        </p:nvSpPr>
        <p:spPr>
          <a:xfrm>
            <a:off x="320040" y="2151915"/>
            <a:ext cx="1082040" cy="120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kern="0" spc="83" dirty="0">
                <a:solidFill>
                  <a:srgbClr val="8FA3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20165" y="2176694"/>
            <a:ext cx="2931794" cy="63008"/>
          </a:xfrm>
          <a:prstGeom prst="rect">
            <a:avLst/>
          </a:prstGeom>
          <a:solidFill>
            <a:srgbClr val="E7E8D1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" name="Shape 10"/>
          <p:cNvSpPr/>
          <p:nvPr/>
        </p:nvSpPr>
        <p:spPr>
          <a:xfrm>
            <a:off x="1320165" y="2176694"/>
            <a:ext cx="829818" cy="56579"/>
          </a:xfrm>
          <a:prstGeom prst="rect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3" name="Text 11"/>
          <p:cNvSpPr/>
          <p:nvPr/>
        </p:nvSpPr>
        <p:spPr>
          <a:xfrm>
            <a:off x="4266819" y="2114196"/>
            <a:ext cx="442341" cy="157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FA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+5%</a:t>
            </a:r>
            <a:endParaRPr lang="en-US" sz="90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D7FCEF79-D8FA-9CC7-7B1B-1F3A8845E60A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41</a:t>
            </a:r>
            <a:endParaRPr lang="en-US" sz="800" dirty="0"/>
          </a:p>
        </p:txBody>
      </p:sp>
      <p:sp>
        <p:nvSpPr>
          <p:cNvPr id="58" name="Text 4">
            <a:extLst>
              <a:ext uri="{FF2B5EF4-FFF2-40B4-BE49-F238E27FC236}">
                <a16:creationId xmlns:a16="http://schemas.microsoft.com/office/drawing/2014/main" id="{646B5AA3-1484-AC14-97A3-C564F73B5E4A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9" name="Shape 0">
            <a:extLst>
              <a:ext uri="{FF2B5EF4-FFF2-40B4-BE49-F238E27FC236}">
                <a16:creationId xmlns:a16="http://schemas.microsoft.com/office/drawing/2014/main" id="{66636E05-EA68-1813-CAED-9ABE50CD0F35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197A6F13-A50C-ABF9-61A7-8BA1276F6193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61" name="Text 2">
            <a:extLst>
              <a:ext uri="{FF2B5EF4-FFF2-40B4-BE49-F238E27FC236}">
                <a16:creationId xmlns:a16="http://schemas.microsoft.com/office/drawing/2014/main" id="{367B1CFA-8A29-C796-B611-EC17CA75CA86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HOBBIES</a:t>
            </a:r>
            <a:endParaRPr lang="en-US" sz="700" dirty="0"/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04A4A856-4C3E-69EA-FCF4-FCB43C9CCBE6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</a:rPr>
              <a:t>PROGRESS TRACKER</a:t>
            </a:r>
            <a:endParaRPr lang="en-US" sz="800" dirty="0"/>
          </a:p>
        </p:txBody>
      </p:sp>
      <p:sp>
        <p:nvSpPr>
          <p:cNvPr id="63" name="Text 6">
            <a:extLst>
              <a:ext uri="{FF2B5EF4-FFF2-40B4-BE49-F238E27FC236}">
                <a16:creationId xmlns:a16="http://schemas.microsoft.com/office/drawing/2014/main" id="{05AF0F07-31E4-E31F-D2DD-F05C6C3AC7A7}"/>
              </a:ext>
            </a:extLst>
          </p:cNvPr>
          <p:cNvSpPr/>
          <p:nvPr/>
        </p:nvSpPr>
        <p:spPr>
          <a:xfrm>
            <a:off x="297180" y="933036"/>
            <a:ext cx="4389120" cy="785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Progress.</a:t>
            </a:r>
            <a:endParaRPr lang="en-US" sz="2800" dirty="0"/>
          </a:p>
        </p:txBody>
      </p:sp>
      <p:sp>
        <p:nvSpPr>
          <p:cNvPr id="64" name="Text 4">
            <a:extLst>
              <a:ext uri="{FF2B5EF4-FFF2-40B4-BE49-F238E27FC236}">
                <a16:creationId xmlns:a16="http://schemas.microsoft.com/office/drawing/2014/main" id="{013A2FFD-BB07-B76A-400E-ADA21FD1A89A}"/>
              </a:ext>
            </a:extLst>
          </p:cNvPr>
          <p:cNvSpPr/>
          <p:nvPr/>
        </p:nvSpPr>
        <p:spPr>
          <a:xfrm>
            <a:off x="320039" y="2632745"/>
            <a:ext cx="2414016" cy="1815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</a:t>
            </a:r>
            <a:endParaRPr lang="en-US" sz="900" dirty="0"/>
          </a:p>
        </p:txBody>
      </p:sp>
      <p:sp>
        <p:nvSpPr>
          <p:cNvPr id="65" name="Text 5">
            <a:extLst>
              <a:ext uri="{FF2B5EF4-FFF2-40B4-BE49-F238E27FC236}">
                <a16:creationId xmlns:a16="http://schemas.microsoft.com/office/drawing/2014/main" id="{5E32C910-61A5-D80E-809E-B4083808C2DE}"/>
              </a:ext>
            </a:extLst>
          </p:cNvPr>
          <p:cNvSpPr/>
          <p:nvPr/>
        </p:nvSpPr>
        <p:spPr>
          <a:xfrm>
            <a:off x="297179" y="2802068"/>
            <a:ext cx="113538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kern="0" spc="83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last month</a:t>
            </a:r>
            <a:endParaRPr lang="en-US" sz="800" dirty="0"/>
          </a:p>
        </p:txBody>
      </p:sp>
      <p:sp>
        <p:nvSpPr>
          <p:cNvPr id="66" name="Shape 6">
            <a:extLst>
              <a:ext uri="{FF2B5EF4-FFF2-40B4-BE49-F238E27FC236}">
                <a16:creationId xmlns:a16="http://schemas.microsoft.com/office/drawing/2014/main" id="{F9B6F5DB-06B1-2B0B-E8D9-F71CC3EACA9A}"/>
              </a:ext>
            </a:extLst>
          </p:cNvPr>
          <p:cNvSpPr/>
          <p:nvPr/>
        </p:nvSpPr>
        <p:spPr>
          <a:xfrm>
            <a:off x="1297304" y="2841107"/>
            <a:ext cx="2931795" cy="69519"/>
          </a:xfrm>
          <a:prstGeom prst="rect">
            <a:avLst/>
          </a:prstGeom>
          <a:solidFill>
            <a:srgbClr val="E7E8D1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7" name="Shape 7">
            <a:extLst>
              <a:ext uri="{FF2B5EF4-FFF2-40B4-BE49-F238E27FC236}">
                <a16:creationId xmlns:a16="http://schemas.microsoft.com/office/drawing/2014/main" id="{A964234C-F630-CC1E-E038-23CF5B73DFFA}"/>
              </a:ext>
            </a:extLst>
          </p:cNvPr>
          <p:cNvSpPr/>
          <p:nvPr/>
        </p:nvSpPr>
        <p:spPr>
          <a:xfrm>
            <a:off x="1297305" y="2841107"/>
            <a:ext cx="528066" cy="56579"/>
          </a:xfrm>
          <a:prstGeom prst="rect">
            <a:avLst/>
          </a:prstGeom>
          <a:solidFill>
            <a:srgbClr val="EFE9DD"/>
          </a:solidFill>
          <a:ln w="12700">
            <a:solidFill>
              <a:srgbClr val="EFE9DD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8B88C1BC-6FDD-6094-7BAD-A30CE9CD62CC}"/>
              </a:ext>
            </a:extLst>
          </p:cNvPr>
          <p:cNvSpPr/>
          <p:nvPr/>
        </p:nvSpPr>
        <p:spPr>
          <a:xfrm>
            <a:off x="297180" y="2948345"/>
            <a:ext cx="1082040" cy="120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kern="0" spc="83" dirty="0">
                <a:solidFill>
                  <a:srgbClr val="8FA3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800" dirty="0"/>
          </a:p>
        </p:txBody>
      </p:sp>
      <p:sp>
        <p:nvSpPr>
          <p:cNvPr id="69" name="Shape 9">
            <a:extLst>
              <a:ext uri="{FF2B5EF4-FFF2-40B4-BE49-F238E27FC236}">
                <a16:creationId xmlns:a16="http://schemas.microsoft.com/office/drawing/2014/main" id="{F9F2967D-EB02-E200-7F15-785813CDD80B}"/>
              </a:ext>
            </a:extLst>
          </p:cNvPr>
          <p:cNvSpPr/>
          <p:nvPr/>
        </p:nvSpPr>
        <p:spPr>
          <a:xfrm>
            <a:off x="1297305" y="2973124"/>
            <a:ext cx="2931794" cy="63008"/>
          </a:xfrm>
          <a:prstGeom prst="rect">
            <a:avLst/>
          </a:prstGeom>
          <a:solidFill>
            <a:srgbClr val="E7E8D1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0" name="Shape 10">
            <a:extLst>
              <a:ext uri="{FF2B5EF4-FFF2-40B4-BE49-F238E27FC236}">
                <a16:creationId xmlns:a16="http://schemas.microsoft.com/office/drawing/2014/main" id="{DD800E71-325E-AA3E-1C51-49D9FC4C2F7F}"/>
              </a:ext>
            </a:extLst>
          </p:cNvPr>
          <p:cNvSpPr/>
          <p:nvPr/>
        </p:nvSpPr>
        <p:spPr>
          <a:xfrm>
            <a:off x="1297305" y="2973124"/>
            <a:ext cx="829818" cy="56579"/>
          </a:xfrm>
          <a:prstGeom prst="rect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1" name="Text 11">
            <a:extLst>
              <a:ext uri="{FF2B5EF4-FFF2-40B4-BE49-F238E27FC236}">
                <a16:creationId xmlns:a16="http://schemas.microsoft.com/office/drawing/2014/main" id="{CD1FC034-3505-CB47-EDAE-3145A33206A4}"/>
              </a:ext>
            </a:extLst>
          </p:cNvPr>
          <p:cNvSpPr/>
          <p:nvPr/>
        </p:nvSpPr>
        <p:spPr>
          <a:xfrm>
            <a:off x="4243959" y="2910626"/>
            <a:ext cx="442341" cy="157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FA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+5%</a:t>
            </a:r>
            <a:endParaRPr lang="en-US" sz="900" dirty="0"/>
          </a:p>
        </p:txBody>
      </p:sp>
      <p:sp>
        <p:nvSpPr>
          <p:cNvPr id="72" name="Text 4">
            <a:extLst>
              <a:ext uri="{FF2B5EF4-FFF2-40B4-BE49-F238E27FC236}">
                <a16:creationId xmlns:a16="http://schemas.microsoft.com/office/drawing/2014/main" id="{202E361A-2BBC-E225-95D4-08AF9E359503}"/>
              </a:ext>
            </a:extLst>
          </p:cNvPr>
          <p:cNvSpPr/>
          <p:nvPr/>
        </p:nvSpPr>
        <p:spPr>
          <a:xfrm>
            <a:off x="307147" y="3503051"/>
            <a:ext cx="2414016" cy="1815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consistency</a:t>
            </a:r>
            <a:endParaRPr lang="en-US" sz="900" dirty="0"/>
          </a:p>
        </p:txBody>
      </p:sp>
      <p:sp>
        <p:nvSpPr>
          <p:cNvPr id="73" name="Text 5">
            <a:extLst>
              <a:ext uri="{FF2B5EF4-FFF2-40B4-BE49-F238E27FC236}">
                <a16:creationId xmlns:a16="http://schemas.microsoft.com/office/drawing/2014/main" id="{8BEC3BAE-1BD0-9051-EC9A-E047DEBECCB2}"/>
              </a:ext>
            </a:extLst>
          </p:cNvPr>
          <p:cNvSpPr/>
          <p:nvPr/>
        </p:nvSpPr>
        <p:spPr>
          <a:xfrm>
            <a:off x="307146" y="3689224"/>
            <a:ext cx="113538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kern="0" spc="83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last month</a:t>
            </a:r>
            <a:endParaRPr lang="en-US" sz="800" dirty="0"/>
          </a:p>
        </p:txBody>
      </p:sp>
      <p:sp>
        <p:nvSpPr>
          <p:cNvPr id="74" name="Shape 6">
            <a:extLst>
              <a:ext uri="{FF2B5EF4-FFF2-40B4-BE49-F238E27FC236}">
                <a16:creationId xmlns:a16="http://schemas.microsoft.com/office/drawing/2014/main" id="{D834F1BD-EFE0-D7BB-3A0C-6F1978B3FDE9}"/>
              </a:ext>
            </a:extLst>
          </p:cNvPr>
          <p:cNvSpPr/>
          <p:nvPr/>
        </p:nvSpPr>
        <p:spPr>
          <a:xfrm>
            <a:off x="1307271" y="3728263"/>
            <a:ext cx="2931795" cy="69519"/>
          </a:xfrm>
          <a:prstGeom prst="rect">
            <a:avLst/>
          </a:prstGeom>
          <a:solidFill>
            <a:srgbClr val="E7E8D1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5" name="Shape 7">
            <a:extLst>
              <a:ext uri="{FF2B5EF4-FFF2-40B4-BE49-F238E27FC236}">
                <a16:creationId xmlns:a16="http://schemas.microsoft.com/office/drawing/2014/main" id="{EDE69EC1-7932-FB93-C594-82E280D1DA98}"/>
              </a:ext>
            </a:extLst>
          </p:cNvPr>
          <p:cNvSpPr/>
          <p:nvPr/>
        </p:nvSpPr>
        <p:spPr>
          <a:xfrm>
            <a:off x="1307272" y="3728263"/>
            <a:ext cx="528066" cy="56579"/>
          </a:xfrm>
          <a:prstGeom prst="rect">
            <a:avLst/>
          </a:prstGeom>
          <a:solidFill>
            <a:srgbClr val="EFE9DD"/>
          </a:solidFill>
          <a:ln w="12700">
            <a:solidFill>
              <a:srgbClr val="EFE9DD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CBBA2DB3-D23C-7805-34A8-6272F6AEA28B}"/>
              </a:ext>
            </a:extLst>
          </p:cNvPr>
          <p:cNvSpPr/>
          <p:nvPr/>
        </p:nvSpPr>
        <p:spPr>
          <a:xfrm>
            <a:off x="307147" y="3835501"/>
            <a:ext cx="1082040" cy="120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kern="0" spc="83" dirty="0">
                <a:solidFill>
                  <a:srgbClr val="8FA3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800" dirty="0"/>
          </a:p>
        </p:txBody>
      </p:sp>
      <p:sp>
        <p:nvSpPr>
          <p:cNvPr id="77" name="Shape 9">
            <a:extLst>
              <a:ext uri="{FF2B5EF4-FFF2-40B4-BE49-F238E27FC236}">
                <a16:creationId xmlns:a16="http://schemas.microsoft.com/office/drawing/2014/main" id="{0C418D68-1C20-EA3A-3F80-B947DC7AD3C5}"/>
              </a:ext>
            </a:extLst>
          </p:cNvPr>
          <p:cNvSpPr/>
          <p:nvPr/>
        </p:nvSpPr>
        <p:spPr>
          <a:xfrm>
            <a:off x="1307272" y="3860280"/>
            <a:ext cx="2931794" cy="63008"/>
          </a:xfrm>
          <a:prstGeom prst="rect">
            <a:avLst/>
          </a:prstGeom>
          <a:solidFill>
            <a:srgbClr val="E7E8D1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8" name="Shape 10">
            <a:extLst>
              <a:ext uri="{FF2B5EF4-FFF2-40B4-BE49-F238E27FC236}">
                <a16:creationId xmlns:a16="http://schemas.microsoft.com/office/drawing/2014/main" id="{53FAC59A-3FFC-CA27-41AC-4A5A6553D083}"/>
              </a:ext>
            </a:extLst>
          </p:cNvPr>
          <p:cNvSpPr/>
          <p:nvPr/>
        </p:nvSpPr>
        <p:spPr>
          <a:xfrm>
            <a:off x="1307272" y="3860280"/>
            <a:ext cx="829818" cy="56579"/>
          </a:xfrm>
          <a:prstGeom prst="rect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9" name="Text 11">
            <a:extLst>
              <a:ext uri="{FF2B5EF4-FFF2-40B4-BE49-F238E27FC236}">
                <a16:creationId xmlns:a16="http://schemas.microsoft.com/office/drawing/2014/main" id="{16D371C5-4601-9FD8-D0C7-6C22627F90F3}"/>
              </a:ext>
            </a:extLst>
          </p:cNvPr>
          <p:cNvSpPr/>
          <p:nvPr/>
        </p:nvSpPr>
        <p:spPr>
          <a:xfrm>
            <a:off x="4253926" y="3797782"/>
            <a:ext cx="442341" cy="157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FA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+5%</a:t>
            </a:r>
            <a:endParaRPr lang="en-US" sz="900" dirty="0"/>
          </a:p>
        </p:txBody>
      </p:sp>
      <p:sp>
        <p:nvSpPr>
          <p:cNvPr id="80" name="Text 4">
            <a:extLst>
              <a:ext uri="{FF2B5EF4-FFF2-40B4-BE49-F238E27FC236}">
                <a16:creationId xmlns:a16="http://schemas.microsoft.com/office/drawing/2014/main" id="{7D93F4A5-C321-B517-D86E-0DE20EA7025D}"/>
              </a:ext>
            </a:extLst>
          </p:cNvPr>
          <p:cNvSpPr/>
          <p:nvPr/>
        </p:nvSpPr>
        <p:spPr>
          <a:xfrm>
            <a:off x="297181" y="4450638"/>
            <a:ext cx="2414016" cy="1815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</a:t>
            </a:r>
            <a:endParaRPr lang="en-US" sz="900" dirty="0"/>
          </a:p>
        </p:txBody>
      </p:sp>
      <p:sp>
        <p:nvSpPr>
          <p:cNvPr id="81" name="Text 5">
            <a:extLst>
              <a:ext uri="{FF2B5EF4-FFF2-40B4-BE49-F238E27FC236}">
                <a16:creationId xmlns:a16="http://schemas.microsoft.com/office/drawing/2014/main" id="{B979EB5C-CD97-B977-699F-AE5B3128CDE9}"/>
              </a:ext>
            </a:extLst>
          </p:cNvPr>
          <p:cNvSpPr/>
          <p:nvPr/>
        </p:nvSpPr>
        <p:spPr>
          <a:xfrm>
            <a:off x="297180" y="4636811"/>
            <a:ext cx="113538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kern="0" spc="83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last month</a:t>
            </a:r>
            <a:endParaRPr lang="en-US" sz="800" dirty="0"/>
          </a:p>
        </p:txBody>
      </p:sp>
      <p:sp>
        <p:nvSpPr>
          <p:cNvPr id="82" name="Shape 6">
            <a:extLst>
              <a:ext uri="{FF2B5EF4-FFF2-40B4-BE49-F238E27FC236}">
                <a16:creationId xmlns:a16="http://schemas.microsoft.com/office/drawing/2014/main" id="{C896A863-1CD0-63D3-F49E-0F003BA7E48C}"/>
              </a:ext>
            </a:extLst>
          </p:cNvPr>
          <p:cNvSpPr/>
          <p:nvPr/>
        </p:nvSpPr>
        <p:spPr>
          <a:xfrm>
            <a:off x="1297305" y="4675850"/>
            <a:ext cx="2931795" cy="69519"/>
          </a:xfrm>
          <a:prstGeom prst="rect">
            <a:avLst/>
          </a:prstGeom>
          <a:solidFill>
            <a:srgbClr val="E7E8D1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3" name="Shape 7">
            <a:extLst>
              <a:ext uri="{FF2B5EF4-FFF2-40B4-BE49-F238E27FC236}">
                <a16:creationId xmlns:a16="http://schemas.microsoft.com/office/drawing/2014/main" id="{2D604CD1-588B-C3D3-785C-4F3821069303}"/>
              </a:ext>
            </a:extLst>
          </p:cNvPr>
          <p:cNvSpPr/>
          <p:nvPr/>
        </p:nvSpPr>
        <p:spPr>
          <a:xfrm>
            <a:off x="1297306" y="4675850"/>
            <a:ext cx="528066" cy="56579"/>
          </a:xfrm>
          <a:prstGeom prst="rect">
            <a:avLst/>
          </a:prstGeom>
          <a:solidFill>
            <a:srgbClr val="EFE9DD"/>
          </a:solidFill>
          <a:ln w="12700">
            <a:solidFill>
              <a:srgbClr val="EFE9DD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4" name="Text 8">
            <a:extLst>
              <a:ext uri="{FF2B5EF4-FFF2-40B4-BE49-F238E27FC236}">
                <a16:creationId xmlns:a16="http://schemas.microsoft.com/office/drawing/2014/main" id="{BB15CBD5-9AE3-6767-BCC6-92836B4755A6}"/>
              </a:ext>
            </a:extLst>
          </p:cNvPr>
          <p:cNvSpPr/>
          <p:nvPr/>
        </p:nvSpPr>
        <p:spPr>
          <a:xfrm>
            <a:off x="297181" y="4783088"/>
            <a:ext cx="1082040" cy="120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kern="0" spc="83" dirty="0">
                <a:solidFill>
                  <a:srgbClr val="8FA3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800" dirty="0"/>
          </a:p>
        </p:txBody>
      </p:sp>
      <p:sp>
        <p:nvSpPr>
          <p:cNvPr id="85" name="Shape 9">
            <a:extLst>
              <a:ext uri="{FF2B5EF4-FFF2-40B4-BE49-F238E27FC236}">
                <a16:creationId xmlns:a16="http://schemas.microsoft.com/office/drawing/2014/main" id="{D5CB26BF-48BA-F93A-8929-F092DED4F770}"/>
              </a:ext>
            </a:extLst>
          </p:cNvPr>
          <p:cNvSpPr/>
          <p:nvPr/>
        </p:nvSpPr>
        <p:spPr>
          <a:xfrm>
            <a:off x="1297306" y="4807867"/>
            <a:ext cx="2931794" cy="63008"/>
          </a:xfrm>
          <a:prstGeom prst="rect">
            <a:avLst/>
          </a:prstGeom>
          <a:solidFill>
            <a:srgbClr val="E7E8D1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6" name="Shape 10">
            <a:extLst>
              <a:ext uri="{FF2B5EF4-FFF2-40B4-BE49-F238E27FC236}">
                <a16:creationId xmlns:a16="http://schemas.microsoft.com/office/drawing/2014/main" id="{B2ED21C3-A8DC-E371-D96B-E58FEDB789FC}"/>
              </a:ext>
            </a:extLst>
          </p:cNvPr>
          <p:cNvSpPr/>
          <p:nvPr/>
        </p:nvSpPr>
        <p:spPr>
          <a:xfrm>
            <a:off x="1297306" y="4807867"/>
            <a:ext cx="829818" cy="56579"/>
          </a:xfrm>
          <a:prstGeom prst="rect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7" name="Text 11">
            <a:extLst>
              <a:ext uri="{FF2B5EF4-FFF2-40B4-BE49-F238E27FC236}">
                <a16:creationId xmlns:a16="http://schemas.microsoft.com/office/drawing/2014/main" id="{83688CF4-B404-1847-07ED-10797B84343A}"/>
              </a:ext>
            </a:extLst>
          </p:cNvPr>
          <p:cNvSpPr/>
          <p:nvPr/>
        </p:nvSpPr>
        <p:spPr>
          <a:xfrm>
            <a:off x="4243960" y="4745369"/>
            <a:ext cx="442341" cy="157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FA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+5%</a:t>
            </a:r>
            <a:endParaRPr lang="en-US" sz="900" dirty="0"/>
          </a:p>
        </p:txBody>
      </p:sp>
      <p:sp>
        <p:nvSpPr>
          <p:cNvPr id="88" name="Text 4">
            <a:extLst>
              <a:ext uri="{FF2B5EF4-FFF2-40B4-BE49-F238E27FC236}">
                <a16:creationId xmlns:a16="http://schemas.microsoft.com/office/drawing/2014/main" id="{5DC7A708-11B2-B661-C6F0-DF9CF7A1C47F}"/>
              </a:ext>
            </a:extLst>
          </p:cNvPr>
          <p:cNvSpPr/>
          <p:nvPr/>
        </p:nvSpPr>
        <p:spPr>
          <a:xfrm>
            <a:off x="297180" y="5344100"/>
            <a:ext cx="2414016" cy="1815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creativity</a:t>
            </a:r>
            <a:endParaRPr lang="en-US" sz="900" dirty="0"/>
          </a:p>
        </p:txBody>
      </p:sp>
      <p:sp>
        <p:nvSpPr>
          <p:cNvPr id="89" name="Text 5">
            <a:extLst>
              <a:ext uri="{FF2B5EF4-FFF2-40B4-BE49-F238E27FC236}">
                <a16:creationId xmlns:a16="http://schemas.microsoft.com/office/drawing/2014/main" id="{EA1E4E2B-F74F-BF7F-D498-560AF72EE793}"/>
              </a:ext>
            </a:extLst>
          </p:cNvPr>
          <p:cNvSpPr/>
          <p:nvPr/>
        </p:nvSpPr>
        <p:spPr>
          <a:xfrm>
            <a:off x="297179" y="5530273"/>
            <a:ext cx="113538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kern="0" spc="83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last month</a:t>
            </a:r>
            <a:endParaRPr lang="en-US" sz="800" dirty="0"/>
          </a:p>
        </p:txBody>
      </p:sp>
      <p:sp>
        <p:nvSpPr>
          <p:cNvPr id="90" name="Shape 6">
            <a:extLst>
              <a:ext uri="{FF2B5EF4-FFF2-40B4-BE49-F238E27FC236}">
                <a16:creationId xmlns:a16="http://schemas.microsoft.com/office/drawing/2014/main" id="{FCA3AA78-862F-9A67-C48B-6432478E427E}"/>
              </a:ext>
            </a:extLst>
          </p:cNvPr>
          <p:cNvSpPr/>
          <p:nvPr/>
        </p:nvSpPr>
        <p:spPr>
          <a:xfrm>
            <a:off x="1297304" y="5569312"/>
            <a:ext cx="2931795" cy="69519"/>
          </a:xfrm>
          <a:prstGeom prst="rect">
            <a:avLst/>
          </a:prstGeom>
          <a:solidFill>
            <a:srgbClr val="E7E8D1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1" name="Shape 7">
            <a:extLst>
              <a:ext uri="{FF2B5EF4-FFF2-40B4-BE49-F238E27FC236}">
                <a16:creationId xmlns:a16="http://schemas.microsoft.com/office/drawing/2014/main" id="{F60FDEB5-299E-FE26-8462-3D0A15BCB308}"/>
              </a:ext>
            </a:extLst>
          </p:cNvPr>
          <p:cNvSpPr/>
          <p:nvPr/>
        </p:nvSpPr>
        <p:spPr>
          <a:xfrm>
            <a:off x="1297305" y="5569312"/>
            <a:ext cx="528066" cy="56579"/>
          </a:xfrm>
          <a:prstGeom prst="rect">
            <a:avLst/>
          </a:prstGeom>
          <a:solidFill>
            <a:srgbClr val="EFE9DD"/>
          </a:solidFill>
          <a:ln w="12700">
            <a:solidFill>
              <a:srgbClr val="EFE9DD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2" name="Text 8">
            <a:extLst>
              <a:ext uri="{FF2B5EF4-FFF2-40B4-BE49-F238E27FC236}">
                <a16:creationId xmlns:a16="http://schemas.microsoft.com/office/drawing/2014/main" id="{B85A5F30-7887-A19D-B3BC-8FA157356106}"/>
              </a:ext>
            </a:extLst>
          </p:cNvPr>
          <p:cNvSpPr/>
          <p:nvPr/>
        </p:nvSpPr>
        <p:spPr>
          <a:xfrm>
            <a:off x="297180" y="5676550"/>
            <a:ext cx="1082040" cy="120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kern="0" spc="83" dirty="0">
                <a:solidFill>
                  <a:srgbClr val="8FA3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800" dirty="0"/>
          </a:p>
        </p:txBody>
      </p:sp>
      <p:sp>
        <p:nvSpPr>
          <p:cNvPr id="93" name="Shape 9">
            <a:extLst>
              <a:ext uri="{FF2B5EF4-FFF2-40B4-BE49-F238E27FC236}">
                <a16:creationId xmlns:a16="http://schemas.microsoft.com/office/drawing/2014/main" id="{20DCFEEC-643D-3BAB-2586-F5B998914A70}"/>
              </a:ext>
            </a:extLst>
          </p:cNvPr>
          <p:cNvSpPr/>
          <p:nvPr/>
        </p:nvSpPr>
        <p:spPr>
          <a:xfrm>
            <a:off x="1297305" y="5701329"/>
            <a:ext cx="2931794" cy="63008"/>
          </a:xfrm>
          <a:prstGeom prst="rect">
            <a:avLst/>
          </a:prstGeom>
          <a:solidFill>
            <a:srgbClr val="E7E8D1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4" name="Shape 10">
            <a:extLst>
              <a:ext uri="{FF2B5EF4-FFF2-40B4-BE49-F238E27FC236}">
                <a16:creationId xmlns:a16="http://schemas.microsoft.com/office/drawing/2014/main" id="{736CD2DA-1A01-A628-DA9E-F8AE35E781F9}"/>
              </a:ext>
            </a:extLst>
          </p:cNvPr>
          <p:cNvSpPr/>
          <p:nvPr/>
        </p:nvSpPr>
        <p:spPr>
          <a:xfrm>
            <a:off x="1297305" y="5701329"/>
            <a:ext cx="829818" cy="56579"/>
          </a:xfrm>
          <a:prstGeom prst="rect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5" name="Text 11">
            <a:extLst>
              <a:ext uri="{FF2B5EF4-FFF2-40B4-BE49-F238E27FC236}">
                <a16:creationId xmlns:a16="http://schemas.microsoft.com/office/drawing/2014/main" id="{0B87F937-07CE-44D9-9C03-52BBC38FD640}"/>
              </a:ext>
            </a:extLst>
          </p:cNvPr>
          <p:cNvSpPr/>
          <p:nvPr/>
        </p:nvSpPr>
        <p:spPr>
          <a:xfrm>
            <a:off x="4243959" y="5638831"/>
            <a:ext cx="442341" cy="157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FA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+5%</a:t>
            </a:r>
            <a:endParaRPr lang="en-US" sz="900" dirty="0"/>
          </a:p>
        </p:txBody>
      </p:sp>
      <p:sp>
        <p:nvSpPr>
          <p:cNvPr id="96" name="Text 4">
            <a:extLst>
              <a:ext uri="{FF2B5EF4-FFF2-40B4-BE49-F238E27FC236}">
                <a16:creationId xmlns:a16="http://schemas.microsoft.com/office/drawing/2014/main" id="{1537E347-EE01-07D0-D443-D61C78FF5260}"/>
              </a:ext>
            </a:extLst>
          </p:cNvPr>
          <p:cNvSpPr/>
          <p:nvPr/>
        </p:nvSpPr>
        <p:spPr>
          <a:xfrm>
            <a:off x="278524" y="6252981"/>
            <a:ext cx="2414016" cy="1815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97" name="Text 5">
            <a:extLst>
              <a:ext uri="{FF2B5EF4-FFF2-40B4-BE49-F238E27FC236}">
                <a16:creationId xmlns:a16="http://schemas.microsoft.com/office/drawing/2014/main" id="{66A2E9FB-B97B-0371-E6F7-3A57D61E90C4}"/>
              </a:ext>
            </a:extLst>
          </p:cNvPr>
          <p:cNvSpPr/>
          <p:nvPr/>
        </p:nvSpPr>
        <p:spPr>
          <a:xfrm>
            <a:off x="278523" y="6439154"/>
            <a:ext cx="113538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kern="0" spc="83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last month</a:t>
            </a:r>
            <a:endParaRPr lang="en-US" sz="800" dirty="0"/>
          </a:p>
        </p:txBody>
      </p:sp>
      <p:sp>
        <p:nvSpPr>
          <p:cNvPr id="98" name="Shape 6">
            <a:extLst>
              <a:ext uri="{FF2B5EF4-FFF2-40B4-BE49-F238E27FC236}">
                <a16:creationId xmlns:a16="http://schemas.microsoft.com/office/drawing/2014/main" id="{0DE1D825-87CE-AA67-AE5F-5258623CC1BA}"/>
              </a:ext>
            </a:extLst>
          </p:cNvPr>
          <p:cNvSpPr/>
          <p:nvPr/>
        </p:nvSpPr>
        <p:spPr>
          <a:xfrm>
            <a:off x="1278648" y="6478193"/>
            <a:ext cx="2931795" cy="69519"/>
          </a:xfrm>
          <a:prstGeom prst="rect">
            <a:avLst/>
          </a:prstGeom>
          <a:solidFill>
            <a:srgbClr val="E7E8D1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9" name="Shape 7">
            <a:extLst>
              <a:ext uri="{FF2B5EF4-FFF2-40B4-BE49-F238E27FC236}">
                <a16:creationId xmlns:a16="http://schemas.microsoft.com/office/drawing/2014/main" id="{43AD6B84-424F-4676-28B3-3258B3FCC980}"/>
              </a:ext>
            </a:extLst>
          </p:cNvPr>
          <p:cNvSpPr/>
          <p:nvPr/>
        </p:nvSpPr>
        <p:spPr>
          <a:xfrm>
            <a:off x="1278649" y="6478193"/>
            <a:ext cx="528066" cy="56579"/>
          </a:xfrm>
          <a:prstGeom prst="rect">
            <a:avLst/>
          </a:prstGeom>
          <a:solidFill>
            <a:srgbClr val="EFE9DD"/>
          </a:solidFill>
          <a:ln w="12700">
            <a:solidFill>
              <a:srgbClr val="EFE9DD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00" name="Text 8">
            <a:extLst>
              <a:ext uri="{FF2B5EF4-FFF2-40B4-BE49-F238E27FC236}">
                <a16:creationId xmlns:a16="http://schemas.microsoft.com/office/drawing/2014/main" id="{85228100-6FC2-4704-296F-8CE7CC0D86A9}"/>
              </a:ext>
            </a:extLst>
          </p:cNvPr>
          <p:cNvSpPr/>
          <p:nvPr/>
        </p:nvSpPr>
        <p:spPr>
          <a:xfrm>
            <a:off x="278524" y="6585431"/>
            <a:ext cx="1082040" cy="120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kern="0" spc="83" dirty="0">
                <a:solidFill>
                  <a:srgbClr val="8FA3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800" dirty="0"/>
          </a:p>
        </p:txBody>
      </p:sp>
      <p:sp>
        <p:nvSpPr>
          <p:cNvPr id="101" name="Shape 9">
            <a:extLst>
              <a:ext uri="{FF2B5EF4-FFF2-40B4-BE49-F238E27FC236}">
                <a16:creationId xmlns:a16="http://schemas.microsoft.com/office/drawing/2014/main" id="{52BA3031-70B8-66CA-869F-33F9DE0DC3F0}"/>
              </a:ext>
            </a:extLst>
          </p:cNvPr>
          <p:cNvSpPr/>
          <p:nvPr/>
        </p:nvSpPr>
        <p:spPr>
          <a:xfrm>
            <a:off x="1278649" y="6610210"/>
            <a:ext cx="2931794" cy="63008"/>
          </a:xfrm>
          <a:prstGeom prst="rect">
            <a:avLst/>
          </a:prstGeom>
          <a:solidFill>
            <a:srgbClr val="E7E8D1"/>
          </a:solidFill>
          <a:ln w="3810">
            <a:solidFill>
              <a:srgbClr val="3F4A35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02" name="Shape 10">
            <a:extLst>
              <a:ext uri="{FF2B5EF4-FFF2-40B4-BE49-F238E27FC236}">
                <a16:creationId xmlns:a16="http://schemas.microsoft.com/office/drawing/2014/main" id="{CA8BB506-0158-33FD-6743-34171BDA8E60}"/>
              </a:ext>
            </a:extLst>
          </p:cNvPr>
          <p:cNvSpPr/>
          <p:nvPr/>
        </p:nvSpPr>
        <p:spPr>
          <a:xfrm>
            <a:off x="1278649" y="6610210"/>
            <a:ext cx="829818" cy="56579"/>
          </a:xfrm>
          <a:prstGeom prst="rect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03" name="Text 11">
            <a:extLst>
              <a:ext uri="{FF2B5EF4-FFF2-40B4-BE49-F238E27FC236}">
                <a16:creationId xmlns:a16="http://schemas.microsoft.com/office/drawing/2014/main" id="{5ED5C218-9E90-BACF-EA41-16ED12B2A665}"/>
              </a:ext>
            </a:extLst>
          </p:cNvPr>
          <p:cNvSpPr/>
          <p:nvPr/>
        </p:nvSpPr>
        <p:spPr>
          <a:xfrm>
            <a:off x="4225303" y="6547712"/>
            <a:ext cx="442341" cy="157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FA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+5%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13609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6060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i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965960" y="3977640"/>
            <a:ext cx="1097280" cy="0"/>
          </a:xfrm>
          <a:prstGeom prst="line">
            <a:avLst/>
          </a:prstGeom>
          <a:noFill/>
          <a:ln w="10160">
            <a:solidFill>
              <a:srgbClr val="2A0E1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34170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went.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15240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0E1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WITH  __________________________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8440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0E1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 ________________________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164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0E1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WHEN  ____ / ____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32461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IMPRESSIONS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3611880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20040" y="3886200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320040" y="4160520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20040" y="4526280"/>
            <a:ext cx="4389120" cy="0"/>
          </a:xfrm>
          <a:prstGeom prst="line">
            <a:avLst/>
          </a:prstGeom>
          <a:noFill/>
          <a:ln w="635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0F46B923-0C07-3350-CEBF-98718F821AF4}"/>
              </a:ext>
            </a:extLst>
          </p:cNvPr>
          <p:cNvSpPr/>
          <p:nvPr/>
        </p:nvSpPr>
        <p:spPr>
          <a:xfrm>
            <a:off x="2823781" y="1338806"/>
            <a:ext cx="1885950" cy="1697355"/>
          </a:xfrm>
          <a:prstGeom prst="rect">
            <a:avLst/>
          </a:prstGeom>
          <a:solidFill>
            <a:srgbClr val="E8CFC4"/>
          </a:solidFill>
          <a:ln w="9525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6C559811-EA53-280A-06E7-125BDDE2CFF0}"/>
              </a:ext>
            </a:extLst>
          </p:cNvPr>
          <p:cNvSpPr/>
          <p:nvPr/>
        </p:nvSpPr>
        <p:spPr>
          <a:xfrm>
            <a:off x="2880360" y="2885285"/>
            <a:ext cx="1772793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" kern="0" spc="83" dirty="0">
                <a:solidFill>
                  <a:srgbClr val="6E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the date</a:t>
            </a:r>
            <a:endParaRPr lang="en-US" sz="330" dirty="0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047427D1-DECB-70FB-EFB1-878F68BEAA5B}"/>
              </a:ext>
            </a:extLst>
          </p:cNvPr>
          <p:cNvSpPr/>
          <p:nvPr/>
        </p:nvSpPr>
        <p:spPr>
          <a:xfrm rot="-300000">
            <a:off x="3087814" y="1263368"/>
            <a:ext cx="565785" cy="113157"/>
          </a:xfrm>
          <a:prstGeom prst="rect">
            <a:avLst/>
          </a:prstGeom>
          <a:solidFill>
            <a:srgbClr val="E8DCC8">
              <a:alpha val="65000"/>
            </a:srgbClr>
          </a:solidFill>
          <a:ln w="12700">
            <a:solidFill>
              <a:srgbClr val="C9B89C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20E9A131-F8FE-FC85-D096-AF6963A553C2}"/>
              </a:ext>
            </a:extLst>
          </p:cNvPr>
          <p:cNvSpPr/>
          <p:nvPr/>
        </p:nvSpPr>
        <p:spPr>
          <a:xfrm>
            <a:off x="315467" y="4749166"/>
            <a:ext cx="4389119" cy="1743068"/>
          </a:xfrm>
          <a:prstGeom prst="rect">
            <a:avLst/>
          </a:prstGeom>
          <a:solidFill>
            <a:srgbClr val="F7F2E8"/>
          </a:solidFill>
          <a:ln w="635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 dirty="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9B8963C8-99C1-EB61-0C13-5596EF660FE6}"/>
              </a:ext>
            </a:extLst>
          </p:cNvPr>
          <p:cNvSpPr/>
          <p:nvPr/>
        </p:nvSpPr>
        <p:spPr>
          <a:xfrm>
            <a:off x="390906" y="4805745"/>
            <a:ext cx="2414016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check.</a:t>
            </a:r>
            <a:endParaRPr lang="en-US" sz="1100" dirty="0"/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E6D9EDD6-DB93-E991-7CCC-361FCC90CDF5}"/>
              </a:ext>
            </a:extLst>
          </p:cNvPr>
          <p:cNvSpPr/>
          <p:nvPr/>
        </p:nvSpPr>
        <p:spPr>
          <a:xfrm>
            <a:off x="383508" y="5188079"/>
            <a:ext cx="113157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6E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conversation</a:t>
            </a:r>
            <a:endParaRPr lang="en-US" sz="900" dirty="0"/>
          </a:p>
        </p:txBody>
      </p:sp>
      <p:sp>
        <p:nvSpPr>
          <p:cNvPr id="33" name="Shape 20">
            <a:extLst>
              <a:ext uri="{FF2B5EF4-FFF2-40B4-BE49-F238E27FC236}">
                <a16:creationId xmlns:a16="http://schemas.microsoft.com/office/drawing/2014/main" id="{4CBEBB89-565B-8306-1337-02E6E46F6DDE}"/>
              </a:ext>
            </a:extLst>
          </p:cNvPr>
          <p:cNvSpPr/>
          <p:nvPr/>
        </p:nvSpPr>
        <p:spPr>
          <a:xfrm>
            <a:off x="1628235" y="5196532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4" name="Shape 21">
            <a:extLst>
              <a:ext uri="{FF2B5EF4-FFF2-40B4-BE49-F238E27FC236}">
                <a16:creationId xmlns:a16="http://schemas.microsoft.com/office/drawing/2014/main" id="{69745893-B484-9837-6867-F616F976C959}"/>
              </a:ext>
            </a:extLst>
          </p:cNvPr>
          <p:cNvSpPr/>
          <p:nvPr/>
        </p:nvSpPr>
        <p:spPr>
          <a:xfrm>
            <a:off x="1775063" y="5196532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5" name="Shape 22">
            <a:extLst>
              <a:ext uri="{FF2B5EF4-FFF2-40B4-BE49-F238E27FC236}">
                <a16:creationId xmlns:a16="http://schemas.microsoft.com/office/drawing/2014/main" id="{46616DC5-3FE5-700C-9264-0FDF1332745C}"/>
              </a:ext>
            </a:extLst>
          </p:cNvPr>
          <p:cNvSpPr/>
          <p:nvPr/>
        </p:nvSpPr>
        <p:spPr>
          <a:xfrm>
            <a:off x="1921891" y="5196532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6" name="Shape 23">
            <a:extLst>
              <a:ext uri="{FF2B5EF4-FFF2-40B4-BE49-F238E27FC236}">
                <a16:creationId xmlns:a16="http://schemas.microsoft.com/office/drawing/2014/main" id="{27A36077-C127-D9C1-A9A6-13D67BF06796}"/>
              </a:ext>
            </a:extLst>
          </p:cNvPr>
          <p:cNvSpPr/>
          <p:nvPr/>
        </p:nvSpPr>
        <p:spPr>
          <a:xfrm>
            <a:off x="2068719" y="5196532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7" name="Shape 24">
            <a:extLst>
              <a:ext uri="{FF2B5EF4-FFF2-40B4-BE49-F238E27FC236}">
                <a16:creationId xmlns:a16="http://schemas.microsoft.com/office/drawing/2014/main" id="{306F34CB-5A04-9B40-87B1-1F7360FB53B3}"/>
              </a:ext>
            </a:extLst>
          </p:cNvPr>
          <p:cNvSpPr/>
          <p:nvPr/>
        </p:nvSpPr>
        <p:spPr>
          <a:xfrm>
            <a:off x="2215546" y="5196532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7E044595-95BF-7928-F7C9-8A81B394CDDF}"/>
              </a:ext>
            </a:extLst>
          </p:cNvPr>
          <p:cNvSpPr/>
          <p:nvPr/>
        </p:nvSpPr>
        <p:spPr>
          <a:xfrm>
            <a:off x="383508" y="5534152"/>
            <a:ext cx="113157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6E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chemistry</a:t>
            </a:r>
            <a:endParaRPr lang="en-US" sz="900" dirty="0"/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0F76FAF9-57EF-C9BC-2A2C-36311195F268}"/>
              </a:ext>
            </a:extLst>
          </p:cNvPr>
          <p:cNvSpPr/>
          <p:nvPr/>
        </p:nvSpPr>
        <p:spPr>
          <a:xfrm>
            <a:off x="410009" y="5885526"/>
            <a:ext cx="113157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6E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humor</a:t>
            </a:r>
            <a:endParaRPr lang="en-US" sz="900" dirty="0"/>
          </a:p>
        </p:txBody>
      </p:sp>
      <p:sp>
        <p:nvSpPr>
          <p:cNvPr id="50" name="Text 37">
            <a:extLst>
              <a:ext uri="{FF2B5EF4-FFF2-40B4-BE49-F238E27FC236}">
                <a16:creationId xmlns:a16="http://schemas.microsoft.com/office/drawing/2014/main" id="{341236AC-FF0A-AA38-35C2-DBF2903BA086}"/>
              </a:ext>
            </a:extLst>
          </p:cNvPr>
          <p:cNvSpPr/>
          <p:nvPr/>
        </p:nvSpPr>
        <p:spPr>
          <a:xfrm>
            <a:off x="410009" y="6237991"/>
            <a:ext cx="113157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6E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manners</a:t>
            </a:r>
            <a:endParaRPr lang="en-US" sz="900" dirty="0"/>
          </a:p>
        </p:txBody>
      </p:sp>
      <p:sp>
        <p:nvSpPr>
          <p:cNvPr id="56" name="Text 43">
            <a:extLst>
              <a:ext uri="{FF2B5EF4-FFF2-40B4-BE49-F238E27FC236}">
                <a16:creationId xmlns:a16="http://schemas.microsoft.com/office/drawing/2014/main" id="{B0C5F380-6BF7-ADA4-9B36-DE8F5C106D48}"/>
              </a:ext>
            </a:extLst>
          </p:cNvPr>
          <p:cNvSpPr/>
          <p:nvPr/>
        </p:nvSpPr>
        <p:spPr>
          <a:xfrm>
            <a:off x="3014338" y="5188079"/>
            <a:ext cx="113157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6E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looks</a:t>
            </a:r>
            <a:endParaRPr lang="en-US" sz="900" dirty="0"/>
          </a:p>
        </p:txBody>
      </p:sp>
      <p:sp>
        <p:nvSpPr>
          <p:cNvPr id="62" name="Text 49">
            <a:extLst>
              <a:ext uri="{FF2B5EF4-FFF2-40B4-BE49-F238E27FC236}">
                <a16:creationId xmlns:a16="http://schemas.microsoft.com/office/drawing/2014/main" id="{76703029-401A-CB96-1FCF-765B889B3980}"/>
              </a:ext>
            </a:extLst>
          </p:cNvPr>
          <p:cNvSpPr/>
          <p:nvPr/>
        </p:nvSpPr>
        <p:spPr>
          <a:xfrm>
            <a:off x="3014775" y="5534152"/>
            <a:ext cx="113157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6E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presence</a:t>
            </a:r>
            <a:endParaRPr lang="en-US" sz="900" dirty="0"/>
          </a:p>
        </p:txBody>
      </p:sp>
      <p:sp>
        <p:nvSpPr>
          <p:cNvPr id="68" name="Text 55">
            <a:extLst>
              <a:ext uri="{FF2B5EF4-FFF2-40B4-BE49-F238E27FC236}">
                <a16:creationId xmlns:a16="http://schemas.microsoft.com/office/drawing/2014/main" id="{C2250626-FEA6-9EC4-4BA1-2290AE352FED}"/>
              </a:ext>
            </a:extLst>
          </p:cNvPr>
          <p:cNvSpPr/>
          <p:nvPr/>
        </p:nvSpPr>
        <p:spPr>
          <a:xfrm>
            <a:off x="3014338" y="5882441"/>
            <a:ext cx="113157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</a:t>
            </a:r>
            <a:endParaRPr lang="en-US" sz="900" dirty="0"/>
          </a:p>
        </p:txBody>
      </p:sp>
      <p:sp>
        <p:nvSpPr>
          <p:cNvPr id="74" name="Shape 61">
            <a:extLst>
              <a:ext uri="{FF2B5EF4-FFF2-40B4-BE49-F238E27FC236}">
                <a16:creationId xmlns:a16="http://schemas.microsoft.com/office/drawing/2014/main" id="{7AD89BA3-59E5-5440-2DCD-40DF177188AC}"/>
              </a:ext>
            </a:extLst>
          </p:cNvPr>
          <p:cNvSpPr/>
          <p:nvPr/>
        </p:nvSpPr>
        <p:spPr>
          <a:xfrm>
            <a:off x="368313" y="6897151"/>
            <a:ext cx="624162" cy="214216"/>
          </a:xfrm>
          <a:prstGeom prst="roundRect">
            <a:avLst>
              <a:gd name="adj" fmla="val 50000"/>
            </a:avLst>
          </a:prstGeom>
          <a:solidFill>
            <a:srgbClr val="B97C73"/>
          </a:solidFill>
          <a:ln w="762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5" name="Text 62">
            <a:extLst>
              <a:ext uri="{FF2B5EF4-FFF2-40B4-BE49-F238E27FC236}">
                <a16:creationId xmlns:a16="http://schemas.microsoft.com/office/drawing/2014/main" id="{70751A67-8693-5B58-EC5F-2CD5E7FE5614}"/>
              </a:ext>
            </a:extLst>
          </p:cNvPr>
          <p:cNvSpPr/>
          <p:nvPr/>
        </p:nvSpPr>
        <p:spPr>
          <a:xfrm>
            <a:off x="435220" y="6949366"/>
            <a:ext cx="490347" cy="120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65" dirty="0">
                <a:solidFill>
                  <a:srgbClr val="F7F2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YES</a:t>
            </a:r>
            <a:endParaRPr lang="en-US" sz="900" dirty="0"/>
          </a:p>
        </p:txBody>
      </p:sp>
      <p:sp>
        <p:nvSpPr>
          <p:cNvPr id="76" name="Shape 63">
            <a:extLst>
              <a:ext uri="{FF2B5EF4-FFF2-40B4-BE49-F238E27FC236}">
                <a16:creationId xmlns:a16="http://schemas.microsoft.com/office/drawing/2014/main" id="{D24BA269-AFBA-551D-5B9D-3E15FBF943C8}"/>
              </a:ext>
            </a:extLst>
          </p:cNvPr>
          <p:cNvSpPr/>
          <p:nvPr/>
        </p:nvSpPr>
        <p:spPr>
          <a:xfrm>
            <a:off x="1273210" y="6895522"/>
            <a:ext cx="707514" cy="211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7" name="Text 64">
            <a:extLst>
              <a:ext uri="{FF2B5EF4-FFF2-40B4-BE49-F238E27FC236}">
                <a16:creationId xmlns:a16="http://schemas.microsoft.com/office/drawing/2014/main" id="{CE6E5AC3-869A-F011-5B15-D0362C914F39}"/>
              </a:ext>
            </a:extLst>
          </p:cNvPr>
          <p:cNvSpPr/>
          <p:nvPr/>
        </p:nvSpPr>
        <p:spPr>
          <a:xfrm>
            <a:off x="1273210" y="6895522"/>
            <a:ext cx="707514" cy="21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65" dirty="0">
                <a:solidFill>
                  <a:srgbClr val="6E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MAYBE</a:t>
            </a:r>
            <a:endParaRPr lang="en-US" sz="900" dirty="0"/>
          </a:p>
        </p:txBody>
      </p:sp>
      <p:sp>
        <p:nvSpPr>
          <p:cNvPr id="78" name="Shape 65">
            <a:extLst>
              <a:ext uri="{FF2B5EF4-FFF2-40B4-BE49-F238E27FC236}">
                <a16:creationId xmlns:a16="http://schemas.microsoft.com/office/drawing/2014/main" id="{36CEE375-9AF0-794B-9936-27268CC8E45D}"/>
              </a:ext>
            </a:extLst>
          </p:cNvPr>
          <p:cNvSpPr/>
          <p:nvPr/>
        </p:nvSpPr>
        <p:spPr>
          <a:xfrm>
            <a:off x="2261459" y="6882767"/>
            <a:ext cx="707514" cy="2285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9" name="Text 66">
            <a:extLst>
              <a:ext uri="{FF2B5EF4-FFF2-40B4-BE49-F238E27FC236}">
                <a16:creationId xmlns:a16="http://schemas.microsoft.com/office/drawing/2014/main" id="{3E651BB9-BEE0-0410-41B9-D019905485D5}"/>
              </a:ext>
            </a:extLst>
          </p:cNvPr>
          <p:cNvSpPr/>
          <p:nvPr/>
        </p:nvSpPr>
        <p:spPr>
          <a:xfrm>
            <a:off x="2261459" y="6882767"/>
            <a:ext cx="707514" cy="2285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65" dirty="0">
                <a:solidFill>
                  <a:srgbClr val="6E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NEVER</a:t>
            </a:r>
            <a:endParaRPr lang="en-US" sz="900" dirty="0"/>
          </a:p>
        </p:txBody>
      </p:sp>
      <p:sp>
        <p:nvSpPr>
          <p:cNvPr id="81" name="Shape 20">
            <a:extLst>
              <a:ext uri="{FF2B5EF4-FFF2-40B4-BE49-F238E27FC236}">
                <a16:creationId xmlns:a16="http://schemas.microsoft.com/office/drawing/2014/main" id="{8A0DD318-9C47-68F3-6643-D6E8489676F0}"/>
              </a:ext>
            </a:extLst>
          </p:cNvPr>
          <p:cNvSpPr/>
          <p:nvPr/>
        </p:nvSpPr>
        <p:spPr>
          <a:xfrm>
            <a:off x="1614603" y="5537493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82" name="Shape 21">
            <a:extLst>
              <a:ext uri="{FF2B5EF4-FFF2-40B4-BE49-F238E27FC236}">
                <a16:creationId xmlns:a16="http://schemas.microsoft.com/office/drawing/2014/main" id="{572DB5A5-ABB3-9905-CB69-C32B6753857D}"/>
              </a:ext>
            </a:extLst>
          </p:cNvPr>
          <p:cNvSpPr/>
          <p:nvPr/>
        </p:nvSpPr>
        <p:spPr>
          <a:xfrm>
            <a:off x="1761431" y="5537493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83" name="Shape 22">
            <a:extLst>
              <a:ext uri="{FF2B5EF4-FFF2-40B4-BE49-F238E27FC236}">
                <a16:creationId xmlns:a16="http://schemas.microsoft.com/office/drawing/2014/main" id="{5317D4DF-3FEB-AA66-B668-C3CB29213278}"/>
              </a:ext>
            </a:extLst>
          </p:cNvPr>
          <p:cNvSpPr/>
          <p:nvPr/>
        </p:nvSpPr>
        <p:spPr>
          <a:xfrm>
            <a:off x="1908259" y="5537493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84" name="Shape 23">
            <a:extLst>
              <a:ext uri="{FF2B5EF4-FFF2-40B4-BE49-F238E27FC236}">
                <a16:creationId xmlns:a16="http://schemas.microsoft.com/office/drawing/2014/main" id="{FE41D087-64CD-F838-AE2C-F0A69C4DBF7A}"/>
              </a:ext>
            </a:extLst>
          </p:cNvPr>
          <p:cNvSpPr/>
          <p:nvPr/>
        </p:nvSpPr>
        <p:spPr>
          <a:xfrm>
            <a:off x="2055087" y="5537493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85" name="Shape 24">
            <a:extLst>
              <a:ext uri="{FF2B5EF4-FFF2-40B4-BE49-F238E27FC236}">
                <a16:creationId xmlns:a16="http://schemas.microsoft.com/office/drawing/2014/main" id="{5C7DBEED-6C7B-CCF8-8277-730B944E1B46}"/>
              </a:ext>
            </a:extLst>
          </p:cNvPr>
          <p:cNvSpPr/>
          <p:nvPr/>
        </p:nvSpPr>
        <p:spPr>
          <a:xfrm>
            <a:off x="2201914" y="5537493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86" name="Shape 20">
            <a:extLst>
              <a:ext uri="{FF2B5EF4-FFF2-40B4-BE49-F238E27FC236}">
                <a16:creationId xmlns:a16="http://schemas.microsoft.com/office/drawing/2014/main" id="{FA5424E1-0C8E-D757-CF71-8C6B334BCB80}"/>
              </a:ext>
            </a:extLst>
          </p:cNvPr>
          <p:cNvSpPr/>
          <p:nvPr/>
        </p:nvSpPr>
        <p:spPr>
          <a:xfrm>
            <a:off x="1614603" y="5889424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87" name="Shape 21">
            <a:extLst>
              <a:ext uri="{FF2B5EF4-FFF2-40B4-BE49-F238E27FC236}">
                <a16:creationId xmlns:a16="http://schemas.microsoft.com/office/drawing/2014/main" id="{AB870D8C-28E8-4918-B092-D49795F2B564}"/>
              </a:ext>
            </a:extLst>
          </p:cNvPr>
          <p:cNvSpPr/>
          <p:nvPr/>
        </p:nvSpPr>
        <p:spPr>
          <a:xfrm>
            <a:off x="1761431" y="5889424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88" name="Shape 22">
            <a:extLst>
              <a:ext uri="{FF2B5EF4-FFF2-40B4-BE49-F238E27FC236}">
                <a16:creationId xmlns:a16="http://schemas.microsoft.com/office/drawing/2014/main" id="{C8E6CC1D-5AD8-FC18-597D-2EEC36F7F6DE}"/>
              </a:ext>
            </a:extLst>
          </p:cNvPr>
          <p:cNvSpPr/>
          <p:nvPr/>
        </p:nvSpPr>
        <p:spPr>
          <a:xfrm>
            <a:off x="1908259" y="5889424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89" name="Shape 23">
            <a:extLst>
              <a:ext uri="{FF2B5EF4-FFF2-40B4-BE49-F238E27FC236}">
                <a16:creationId xmlns:a16="http://schemas.microsoft.com/office/drawing/2014/main" id="{BDA73515-CEFF-32CC-83BE-72BE3C2CE713}"/>
              </a:ext>
            </a:extLst>
          </p:cNvPr>
          <p:cNvSpPr/>
          <p:nvPr/>
        </p:nvSpPr>
        <p:spPr>
          <a:xfrm>
            <a:off x="2055087" y="5889424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0" name="Shape 24">
            <a:extLst>
              <a:ext uri="{FF2B5EF4-FFF2-40B4-BE49-F238E27FC236}">
                <a16:creationId xmlns:a16="http://schemas.microsoft.com/office/drawing/2014/main" id="{48A32B97-F453-0386-55BC-FE90B696F57B}"/>
              </a:ext>
            </a:extLst>
          </p:cNvPr>
          <p:cNvSpPr/>
          <p:nvPr/>
        </p:nvSpPr>
        <p:spPr>
          <a:xfrm>
            <a:off x="2201914" y="5889424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1" name="Shape 20">
            <a:extLst>
              <a:ext uri="{FF2B5EF4-FFF2-40B4-BE49-F238E27FC236}">
                <a16:creationId xmlns:a16="http://schemas.microsoft.com/office/drawing/2014/main" id="{52BEC5E5-91D9-DEB5-2958-66A627C29739}"/>
              </a:ext>
            </a:extLst>
          </p:cNvPr>
          <p:cNvSpPr/>
          <p:nvPr/>
        </p:nvSpPr>
        <p:spPr>
          <a:xfrm>
            <a:off x="1604048" y="6248400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2" name="Shape 21">
            <a:extLst>
              <a:ext uri="{FF2B5EF4-FFF2-40B4-BE49-F238E27FC236}">
                <a16:creationId xmlns:a16="http://schemas.microsoft.com/office/drawing/2014/main" id="{9621E293-6F4F-EBB0-CF3A-FB6B13E336EF}"/>
              </a:ext>
            </a:extLst>
          </p:cNvPr>
          <p:cNvSpPr/>
          <p:nvPr/>
        </p:nvSpPr>
        <p:spPr>
          <a:xfrm>
            <a:off x="1750876" y="6248400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3" name="Shape 22">
            <a:extLst>
              <a:ext uri="{FF2B5EF4-FFF2-40B4-BE49-F238E27FC236}">
                <a16:creationId xmlns:a16="http://schemas.microsoft.com/office/drawing/2014/main" id="{01FFC899-1A73-EA24-0D9E-AA971F6CE62C}"/>
              </a:ext>
            </a:extLst>
          </p:cNvPr>
          <p:cNvSpPr/>
          <p:nvPr/>
        </p:nvSpPr>
        <p:spPr>
          <a:xfrm>
            <a:off x="1897704" y="6248400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4" name="Shape 23">
            <a:extLst>
              <a:ext uri="{FF2B5EF4-FFF2-40B4-BE49-F238E27FC236}">
                <a16:creationId xmlns:a16="http://schemas.microsoft.com/office/drawing/2014/main" id="{347B17DB-9AEE-92D7-B9CF-EB46443CAA6A}"/>
              </a:ext>
            </a:extLst>
          </p:cNvPr>
          <p:cNvSpPr/>
          <p:nvPr/>
        </p:nvSpPr>
        <p:spPr>
          <a:xfrm>
            <a:off x="2044532" y="6248400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5" name="Shape 24">
            <a:extLst>
              <a:ext uri="{FF2B5EF4-FFF2-40B4-BE49-F238E27FC236}">
                <a16:creationId xmlns:a16="http://schemas.microsoft.com/office/drawing/2014/main" id="{A125E40A-AF1E-3292-6184-5669F2CA72C9}"/>
              </a:ext>
            </a:extLst>
          </p:cNvPr>
          <p:cNvSpPr/>
          <p:nvPr/>
        </p:nvSpPr>
        <p:spPr>
          <a:xfrm>
            <a:off x="2191359" y="6248400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6" name="Shape 20">
            <a:extLst>
              <a:ext uri="{FF2B5EF4-FFF2-40B4-BE49-F238E27FC236}">
                <a16:creationId xmlns:a16="http://schemas.microsoft.com/office/drawing/2014/main" id="{79747D1D-20D8-5D91-AB92-D9652FCFA6F4}"/>
              </a:ext>
            </a:extLst>
          </p:cNvPr>
          <p:cNvSpPr/>
          <p:nvPr/>
        </p:nvSpPr>
        <p:spPr>
          <a:xfrm>
            <a:off x="3900806" y="5203595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7" name="Shape 21">
            <a:extLst>
              <a:ext uri="{FF2B5EF4-FFF2-40B4-BE49-F238E27FC236}">
                <a16:creationId xmlns:a16="http://schemas.microsoft.com/office/drawing/2014/main" id="{CF0EDD8F-2004-7D85-4BD8-9153297D5BEA}"/>
              </a:ext>
            </a:extLst>
          </p:cNvPr>
          <p:cNvSpPr/>
          <p:nvPr/>
        </p:nvSpPr>
        <p:spPr>
          <a:xfrm>
            <a:off x="4047634" y="5203595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8" name="Shape 22">
            <a:extLst>
              <a:ext uri="{FF2B5EF4-FFF2-40B4-BE49-F238E27FC236}">
                <a16:creationId xmlns:a16="http://schemas.microsoft.com/office/drawing/2014/main" id="{4D9ED699-F7F8-EC25-81A7-F17D3199932E}"/>
              </a:ext>
            </a:extLst>
          </p:cNvPr>
          <p:cNvSpPr/>
          <p:nvPr/>
        </p:nvSpPr>
        <p:spPr>
          <a:xfrm>
            <a:off x="4194462" y="5203595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9" name="Shape 23">
            <a:extLst>
              <a:ext uri="{FF2B5EF4-FFF2-40B4-BE49-F238E27FC236}">
                <a16:creationId xmlns:a16="http://schemas.microsoft.com/office/drawing/2014/main" id="{6FC3122A-0F33-9D80-D2AB-FA85F3BD4B3F}"/>
              </a:ext>
            </a:extLst>
          </p:cNvPr>
          <p:cNvSpPr/>
          <p:nvPr/>
        </p:nvSpPr>
        <p:spPr>
          <a:xfrm>
            <a:off x="4341290" y="5203595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0" name="Shape 24">
            <a:extLst>
              <a:ext uri="{FF2B5EF4-FFF2-40B4-BE49-F238E27FC236}">
                <a16:creationId xmlns:a16="http://schemas.microsoft.com/office/drawing/2014/main" id="{BAF33D1F-41AE-AF0E-D0E5-3FE1979A0BA1}"/>
              </a:ext>
            </a:extLst>
          </p:cNvPr>
          <p:cNvSpPr/>
          <p:nvPr/>
        </p:nvSpPr>
        <p:spPr>
          <a:xfrm>
            <a:off x="4488117" y="5203595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1" name="Shape 20">
            <a:extLst>
              <a:ext uri="{FF2B5EF4-FFF2-40B4-BE49-F238E27FC236}">
                <a16:creationId xmlns:a16="http://schemas.microsoft.com/office/drawing/2014/main" id="{88396F57-7BBE-943B-A89B-DC30E083F25D}"/>
              </a:ext>
            </a:extLst>
          </p:cNvPr>
          <p:cNvSpPr/>
          <p:nvPr/>
        </p:nvSpPr>
        <p:spPr>
          <a:xfrm>
            <a:off x="3900806" y="5553384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2" name="Shape 21">
            <a:extLst>
              <a:ext uri="{FF2B5EF4-FFF2-40B4-BE49-F238E27FC236}">
                <a16:creationId xmlns:a16="http://schemas.microsoft.com/office/drawing/2014/main" id="{1E654FD3-D215-3873-19D6-1C5ABFEBBC24}"/>
              </a:ext>
            </a:extLst>
          </p:cNvPr>
          <p:cNvSpPr/>
          <p:nvPr/>
        </p:nvSpPr>
        <p:spPr>
          <a:xfrm>
            <a:off x="4047634" y="5553384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3" name="Shape 22">
            <a:extLst>
              <a:ext uri="{FF2B5EF4-FFF2-40B4-BE49-F238E27FC236}">
                <a16:creationId xmlns:a16="http://schemas.microsoft.com/office/drawing/2014/main" id="{01E833EE-66E3-07CA-3705-62CF80CE0A17}"/>
              </a:ext>
            </a:extLst>
          </p:cNvPr>
          <p:cNvSpPr/>
          <p:nvPr/>
        </p:nvSpPr>
        <p:spPr>
          <a:xfrm>
            <a:off x="4194462" y="5553384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4" name="Shape 23">
            <a:extLst>
              <a:ext uri="{FF2B5EF4-FFF2-40B4-BE49-F238E27FC236}">
                <a16:creationId xmlns:a16="http://schemas.microsoft.com/office/drawing/2014/main" id="{73D0C729-799E-3524-6AEA-D38384A1EA20}"/>
              </a:ext>
            </a:extLst>
          </p:cNvPr>
          <p:cNvSpPr/>
          <p:nvPr/>
        </p:nvSpPr>
        <p:spPr>
          <a:xfrm>
            <a:off x="4341290" y="5553384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5" name="Shape 24">
            <a:extLst>
              <a:ext uri="{FF2B5EF4-FFF2-40B4-BE49-F238E27FC236}">
                <a16:creationId xmlns:a16="http://schemas.microsoft.com/office/drawing/2014/main" id="{B688034A-8E9D-5626-3D37-00528084257A}"/>
              </a:ext>
            </a:extLst>
          </p:cNvPr>
          <p:cNvSpPr/>
          <p:nvPr/>
        </p:nvSpPr>
        <p:spPr>
          <a:xfrm>
            <a:off x="4488117" y="5553384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6" name="Shape 20">
            <a:extLst>
              <a:ext uri="{FF2B5EF4-FFF2-40B4-BE49-F238E27FC236}">
                <a16:creationId xmlns:a16="http://schemas.microsoft.com/office/drawing/2014/main" id="{27B60D33-502C-9EAB-9D1C-2A18260827CB}"/>
              </a:ext>
            </a:extLst>
          </p:cNvPr>
          <p:cNvSpPr/>
          <p:nvPr/>
        </p:nvSpPr>
        <p:spPr>
          <a:xfrm>
            <a:off x="3905930" y="5897853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7" name="Shape 21">
            <a:extLst>
              <a:ext uri="{FF2B5EF4-FFF2-40B4-BE49-F238E27FC236}">
                <a16:creationId xmlns:a16="http://schemas.microsoft.com/office/drawing/2014/main" id="{E4F8DDA7-4D1B-D56F-FD29-17FEA5F70978}"/>
              </a:ext>
            </a:extLst>
          </p:cNvPr>
          <p:cNvSpPr/>
          <p:nvPr/>
        </p:nvSpPr>
        <p:spPr>
          <a:xfrm>
            <a:off x="4052758" y="5897853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8" name="Shape 22">
            <a:extLst>
              <a:ext uri="{FF2B5EF4-FFF2-40B4-BE49-F238E27FC236}">
                <a16:creationId xmlns:a16="http://schemas.microsoft.com/office/drawing/2014/main" id="{3A898895-6B2B-BCE7-9E3B-DD3DB42D9420}"/>
              </a:ext>
            </a:extLst>
          </p:cNvPr>
          <p:cNvSpPr/>
          <p:nvPr/>
        </p:nvSpPr>
        <p:spPr>
          <a:xfrm>
            <a:off x="4199586" y="5897853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9" name="Shape 23">
            <a:extLst>
              <a:ext uri="{FF2B5EF4-FFF2-40B4-BE49-F238E27FC236}">
                <a16:creationId xmlns:a16="http://schemas.microsoft.com/office/drawing/2014/main" id="{9853E8DE-BF5B-6EC3-7D18-DAEC2AF2BA8D}"/>
              </a:ext>
            </a:extLst>
          </p:cNvPr>
          <p:cNvSpPr/>
          <p:nvPr/>
        </p:nvSpPr>
        <p:spPr>
          <a:xfrm>
            <a:off x="4346414" y="5897853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10" name="Shape 24">
            <a:extLst>
              <a:ext uri="{FF2B5EF4-FFF2-40B4-BE49-F238E27FC236}">
                <a16:creationId xmlns:a16="http://schemas.microsoft.com/office/drawing/2014/main" id="{75937440-A79C-538C-C0F3-1AA0BCEA7DB8}"/>
              </a:ext>
            </a:extLst>
          </p:cNvPr>
          <p:cNvSpPr/>
          <p:nvPr/>
        </p:nvSpPr>
        <p:spPr>
          <a:xfrm>
            <a:off x="4493241" y="5897853"/>
            <a:ext cx="105613" cy="105613"/>
          </a:xfrm>
          <a:prstGeom prst="star5">
            <a:avLst/>
          </a:prstGeom>
          <a:solidFill>
            <a:srgbClr val="B97C73"/>
          </a:solidFill>
          <a:ln w="12700">
            <a:solidFill>
              <a:srgbClr val="B97C73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9F672FA3-9ABD-7E4D-6810-11A51ECC5407}"/>
              </a:ext>
            </a:extLst>
          </p:cNvPr>
          <p:cNvSpPr/>
          <p:nvPr/>
        </p:nvSpPr>
        <p:spPr>
          <a:xfrm>
            <a:off x="315467" y="6624905"/>
            <a:ext cx="4150057" cy="1927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</a:rPr>
              <a:t>DO I WANT TO SEE THIS PERSON AGAIN?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54224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>
            <a:extLst>
              <a:ext uri="{FF2B5EF4-FFF2-40B4-BE49-F238E27FC236}">
                <a16:creationId xmlns:a16="http://schemas.microsoft.com/office/drawing/2014/main" id="{5FCF3D7C-CEF8-6192-FA58-9F343E7B1512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2" name="Text 1">
            <a:extLst>
              <a:ext uri="{FF2B5EF4-FFF2-40B4-BE49-F238E27FC236}">
                <a16:creationId xmlns:a16="http://schemas.microsoft.com/office/drawing/2014/main" id="{B7841A3D-900F-D3DD-A9F4-9AC22C27E1AE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83" name="Text 2">
            <a:extLst>
              <a:ext uri="{FF2B5EF4-FFF2-40B4-BE49-F238E27FC236}">
                <a16:creationId xmlns:a16="http://schemas.microsoft.com/office/drawing/2014/main" id="{424E06E3-121E-7858-6D41-10EE0F0078A4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</a:t>
            </a:r>
            <a:endParaRPr lang="en-US" sz="700" dirty="0"/>
          </a:p>
        </p:txBody>
      </p:sp>
      <p:sp>
        <p:nvSpPr>
          <p:cNvPr id="84" name="Text 5">
            <a:extLst>
              <a:ext uri="{FF2B5EF4-FFF2-40B4-BE49-F238E27FC236}">
                <a16:creationId xmlns:a16="http://schemas.microsoft.com/office/drawing/2014/main" id="{997C41A8-DA6A-D037-06B4-69F72505FBE8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REVIEW</a:t>
            </a:r>
            <a:endParaRPr lang="en-US" sz="800" dirty="0"/>
          </a:p>
        </p:txBody>
      </p:sp>
      <p:sp>
        <p:nvSpPr>
          <p:cNvPr id="85" name="Text 6">
            <a:extLst>
              <a:ext uri="{FF2B5EF4-FFF2-40B4-BE49-F238E27FC236}">
                <a16:creationId xmlns:a16="http://schemas.microsoft.com/office/drawing/2014/main" id="{56A05DF3-265B-7313-2DC3-1355E9268257}"/>
              </a:ext>
            </a:extLst>
          </p:cNvPr>
          <p:cNvSpPr/>
          <p:nvPr/>
        </p:nvSpPr>
        <p:spPr>
          <a:xfrm>
            <a:off x="320040" y="868680"/>
            <a:ext cx="4389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Ranking.</a:t>
            </a:r>
            <a:endParaRPr lang="en-US" sz="3000" dirty="0"/>
          </a:p>
        </p:txBody>
      </p:sp>
      <p:sp>
        <p:nvSpPr>
          <p:cNvPr id="86" name="Text 3">
            <a:extLst>
              <a:ext uri="{FF2B5EF4-FFF2-40B4-BE49-F238E27FC236}">
                <a16:creationId xmlns:a16="http://schemas.microsoft.com/office/drawing/2014/main" id="{D5DD9CF9-881B-F57C-47DF-66FAF102A12F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</a:t>
            </a:r>
            <a:endParaRPr lang="en-US" sz="800" dirty="0"/>
          </a:p>
        </p:txBody>
      </p:sp>
      <p:sp>
        <p:nvSpPr>
          <p:cNvPr id="87" name="Text 4">
            <a:extLst>
              <a:ext uri="{FF2B5EF4-FFF2-40B4-BE49-F238E27FC236}">
                <a16:creationId xmlns:a16="http://schemas.microsoft.com/office/drawing/2014/main" id="{39378F5B-4276-5C3E-5F1B-F6B661768C88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102" name="Shape 4">
            <a:extLst>
              <a:ext uri="{FF2B5EF4-FFF2-40B4-BE49-F238E27FC236}">
                <a16:creationId xmlns:a16="http://schemas.microsoft.com/office/drawing/2014/main" id="{2659A536-2733-1A47-4998-B02DAC03ABFA}"/>
              </a:ext>
            </a:extLst>
          </p:cNvPr>
          <p:cNvSpPr/>
          <p:nvPr/>
        </p:nvSpPr>
        <p:spPr>
          <a:xfrm>
            <a:off x="320040" y="1461597"/>
            <a:ext cx="4389120" cy="1812627"/>
          </a:xfrm>
          <a:prstGeom prst="rect">
            <a:avLst/>
          </a:prstGeom>
          <a:solidFill>
            <a:srgbClr val="F2E4C9"/>
          </a:solidFill>
          <a:ln w="6350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3" name="Shape 5">
            <a:extLst>
              <a:ext uri="{FF2B5EF4-FFF2-40B4-BE49-F238E27FC236}">
                <a16:creationId xmlns:a16="http://schemas.microsoft.com/office/drawing/2014/main" id="{A85FFE5F-6415-8D85-7782-73DB189C60B0}"/>
              </a:ext>
            </a:extLst>
          </p:cNvPr>
          <p:cNvSpPr/>
          <p:nvPr/>
        </p:nvSpPr>
        <p:spPr>
          <a:xfrm>
            <a:off x="395478" y="1816511"/>
            <a:ext cx="1123832" cy="1375331"/>
          </a:xfrm>
          <a:prstGeom prst="rect">
            <a:avLst/>
          </a:prstGeom>
          <a:solidFill>
            <a:srgbClr val="EFE9DD"/>
          </a:solidFill>
          <a:ln w="9525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743" dirty="0"/>
          </a:p>
        </p:txBody>
      </p:sp>
      <p:sp>
        <p:nvSpPr>
          <p:cNvPr id="104" name="Text 6">
            <a:extLst>
              <a:ext uri="{FF2B5EF4-FFF2-40B4-BE49-F238E27FC236}">
                <a16:creationId xmlns:a16="http://schemas.microsoft.com/office/drawing/2014/main" id="{A6CE906D-A04B-7DAF-B673-DDDEEB71E120}"/>
              </a:ext>
            </a:extLst>
          </p:cNvPr>
          <p:cNvSpPr/>
          <p:nvPr/>
        </p:nvSpPr>
        <p:spPr>
          <a:xfrm>
            <a:off x="395477" y="3005513"/>
            <a:ext cx="49034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kern="0" spc="83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</a:t>
            </a:r>
            <a:endParaRPr lang="en-US" sz="800" dirty="0"/>
          </a:p>
        </p:txBody>
      </p:sp>
      <p:sp>
        <p:nvSpPr>
          <p:cNvPr id="106" name="Text 8">
            <a:extLst>
              <a:ext uri="{FF2B5EF4-FFF2-40B4-BE49-F238E27FC236}">
                <a16:creationId xmlns:a16="http://schemas.microsoft.com/office/drawing/2014/main" id="{CC40F08F-45BD-A663-5810-0ABD20450D3B}"/>
              </a:ext>
            </a:extLst>
          </p:cNvPr>
          <p:cNvSpPr/>
          <p:nvPr/>
        </p:nvSpPr>
        <p:spPr>
          <a:xfrm>
            <a:off x="1760220" y="1884643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900" dirty="0"/>
          </a:p>
        </p:txBody>
      </p:sp>
      <p:sp>
        <p:nvSpPr>
          <p:cNvPr id="107" name="Shape 9">
            <a:extLst>
              <a:ext uri="{FF2B5EF4-FFF2-40B4-BE49-F238E27FC236}">
                <a16:creationId xmlns:a16="http://schemas.microsoft.com/office/drawing/2014/main" id="{757DDEEF-DEF3-DBFD-D64D-64043A151602}"/>
              </a:ext>
            </a:extLst>
          </p:cNvPr>
          <p:cNvSpPr/>
          <p:nvPr/>
        </p:nvSpPr>
        <p:spPr>
          <a:xfrm>
            <a:off x="1851659" y="2697578"/>
            <a:ext cx="187681" cy="137170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1200"/>
          </a:p>
        </p:txBody>
      </p:sp>
      <p:sp>
        <p:nvSpPr>
          <p:cNvPr id="108" name="Shape 10">
            <a:extLst>
              <a:ext uri="{FF2B5EF4-FFF2-40B4-BE49-F238E27FC236}">
                <a16:creationId xmlns:a16="http://schemas.microsoft.com/office/drawing/2014/main" id="{77AA4674-4980-45F4-7101-F434F52ED8F1}"/>
              </a:ext>
            </a:extLst>
          </p:cNvPr>
          <p:cNvSpPr/>
          <p:nvPr/>
        </p:nvSpPr>
        <p:spPr>
          <a:xfrm>
            <a:off x="2088215" y="2697578"/>
            <a:ext cx="187681" cy="137170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1200"/>
          </a:p>
        </p:txBody>
      </p:sp>
      <p:sp>
        <p:nvSpPr>
          <p:cNvPr id="109" name="Shape 11">
            <a:extLst>
              <a:ext uri="{FF2B5EF4-FFF2-40B4-BE49-F238E27FC236}">
                <a16:creationId xmlns:a16="http://schemas.microsoft.com/office/drawing/2014/main" id="{3A5F238B-4051-FFA4-ECBB-7A81E0D30411}"/>
              </a:ext>
            </a:extLst>
          </p:cNvPr>
          <p:cNvSpPr/>
          <p:nvPr/>
        </p:nvSpPr>
        <p:spPr>
          <a:xfrm>
            <a:off x="2336881" y="2697578"/>
            <a:ext cx="187681" cy="137170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1200"/>
          </a:p>
        </p:txBody>
      </p:sp>
      <p:sp>
        <p:nvSpPr>
          <p:cNvPr id="110" name="Shape 12">
            <a:extLst>
              <a:ext uri="{FF2B5EF4-FFF2-40B4-BE49-F238E27FC236}">
                <a16:creationId xmlns:a16="http://schemas.microsoft.com/office/drawing/2014/main" id="{7406119C-673E-54B9-F6DB-53A6397CFF9C}"/>
              </a:ext>
            </a:extLst>
          </p:cNvPr>
          <p:cNvSpPr/>
          <p:nvPr/>
        </p:nvSpPr>
        <p:spPr>
          <a:xfrm>
            <a:off x="2579492" y="2697578"/>
            <a:ext cx="187681" cy="137170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1200"/>
          </a:p>
        </p:txBody>
      </p:sp>
      <p:sp>
        <p:nvSpPr>
          <p:cNvPr id="111" name="Shape 13">
            <a:extLst>
              <a:ext uri="{FF2B5EF4-FFF2-40B4-BE49-F238E27FC236}">
                <a16:creationId xmlns:a16="http://schemas.microsoft.com/office/drawing/2014/main" id="{AE9146F0-0F99-DDED-63AD-4475A98B0732}"/>
              </a:ext>
            </a:extLst>
          </p:cNvPr>
          <p:cNvSpPr/>
          <p:nvPr/>
        </p:nvSpPr>
        <p:spPr>
          <a:xfrm>
            <a:off x="2828158" y="2697578"/>
            <a:ext cx="187681" cy="137170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1200"/>
          </a:p>
        </p:txBody>
      </p:sp>
      <p:sp>
        <p:nvSpPr>
          <p:cNvPr id="112" name="Text 14">
            <a:extLst>
              <a:ext uri="{FF2B5EF4-FFF2-40B4-BE49-F238E27FC236}">
                <a16:creationId xmlns:a16="http://schemas.microsoft.com/office/drawing/2014/main" id="{CA4F2F9F-37F2-C373-A708-49FD2F6671E4}"/>
              </a:ext>
            </a:extLst>
          </p:cNvPr>
          <p:cNvSpPr/>
          <p:nvPr/>
        </p:nvSpPr>
        <p:spPr>
          <a:xfrm>
            <a:off x="1760220" y="3053764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4A2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see again </a:t>
            </a:r>
            <a:r>
              <a:rPr lang="en-US" sz="900" i="1" dirty="0">
                <a:solidFill>
                  <a:srgbClr val="4A2F1A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Wingdings" pitchFamily="2" charset="2"/>
              </a:rPr>
              <a:t> </a:t>
            </a:r>
            <a:endParaRPr lang="en-US" sz="900" dirty="0"/>
          </a:p>
        </p:txBody>
      </p:sp>
      <p:sp>
        <p:nvSpPr>
          <p:cNvPr id="115" name="Text 8">
            <a:extLst>
              <a:ext uri="{FF2B5EF4-FFF2-40B4-BE49-F238E27FC236}">
                <a16:creationId xmlns:a16="http://schemas.microsoft.com/office/drawing/2014/main" id="{8FCCBA62-4EBB-C748-0772-0F54CFDBA21B}"/>
              </a:ext>
            </a:extLst>
          </p:cNvPr>
          <p:cNvSpPr/>
          <p:nvPr/>
        </p:nvSpPr>
        <p:spPr>
          <a:xfrm>
            <a:off x="1760220" y="2250084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</a:t>
            </a:r>
            <a:endParaRPr lang="en-US" sz="900" dirty="0"/>
          </a:p>
        </p:txBody>
      </p:sp>
      <p:sp>
        <p:nvSpPr>
          <p:cNvPr id="116" name="Text 7">
            <a:extLst>
              <a:ext uri="{FF2B5EF4-FFF2-40B4-BE49-F238E27FC236}">
                <a16:creationId xmlns:a16="http://schemas.microsoft.com/office/drawing/2014/main" id="{7D352F47-819A-0E0A-13F6-E858A279C107}"/>
              </a:ext>
            </a:extLst>
          </p:cNvPr>
          <p:cNvSpPr/>
          <p:nvPr/>
        </p:nvSpPr>
        <p:spPr>
          <a:xfrm>
            <a:off x="390188" y="1526975"/>
            <a:ext cx="150876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4A2F1A"/>
                </a:solidFill>
                <a:latin typeface="Georgia" pitchFamily="34" charset="0"/>
              </a:rPr>
              <a:t>N° 01</a:t>
            </a:r>
            <a:endParaRPr lang="en-US" sz="1400" dirty="0"/>
          </a:p>
        </p:txBody>
      </p:sp>
      <p:sp>
        <p:nvSpPr>
          <p:cNvPr id="117" name="Text 8">
            <a:extLst>
              <a:ext uri="{FF2B5EF4-FFF2-40B4-BE49-F238E27FC236}">
                <a16:creationId xmlns:a16="http://schemas.microsoft.com/office/drawing/2014/main" id="{CF5E74DC-A58F-2FF3-7751-8DF778B4EA53}"/>
              </a:ext>
            </a:extLst>
          </p:cNvPr>
          <p:cNvSpPr/>
          <p:nvPr/>
        </p:nvSpPr>
        <p:spPr>
          <a:xfrm>
            <a:off x="2730473" y="2247157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18" name="Shape 9">
            <a:extLst>
              <a:ext uri="{FF2B5EF4-FFF2-40B4-BE49-F238E27FC236}">
                <a16:creationId xmlns:a16="http://schemas.microsoft.com/office/drawing/2014/main" id="{9C6D3A47-E1FD-3464-BF6C-3AB4C15C4362}"/>
              </a:ext>
            </a:extLst>
          </p:cNvPr>
          <p:cNvSpPr/>
          <p:nvPr/>
        </p:nvSpPr>
        <p:spPr>
          <a:xfrm flipV="1">
            <a:off x="1851659" y="2152860"/>
            <a:ext cx="2686785" cy="1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19" name="Shape 9">
            <a:extLst>
              <a:ext uri="{FF2B5EF4-FFF2-40B4-BE49-F238E27FC236}">
                <a16:creationId xmlns:a16="http://schemas.microsoft.com/office/drawing/2014/main" id="{9811065B-4FB3-6205-7936-3E37589225C4}"/>
              </a:ext>
            </a:extLst>
          </p:cNvPr>
          <p:cNvSpPr/>
          <p:nvPr/>
        </p:nvSpPr>
        <p:spPr>
          <a:xfrm flipV="1">
            <a:off x="1878224" y="2540152"/>
            <a:ext cx="2686785" cy="1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22" name="Shape 18">
            <a:extLst>
              <a:ext uri="{FF2B5EF4-FFF2-40B4-BE49-F238E27FC236}">
                <a16:creationId xmlns:a16="http://schemas.microsoft.com/office/drawing/2014/main" id="{B493A585-628F-AFC8-BA62-0E3526E6E842}"/>
              </a:ext>
            </a:extLst>
          </p:cNvPr>
          <p:cNvSpPr/>
          <p:nvPr/>
        </p:nvSpPr>
        <p:spPr>
          <a:xfrm>
            <a:off x="3063240" y="3053624"/>
            <a:ext cx="341141" cy="156987"/>
          </a:xfrm>
          <a:prstGeom prst="roundRect">
            <a:avLst>
              <a:gd name="adj" fmla="val 50000"/>
            </a:avLst>
          </a:prstGeom>
          <a:solidFill>
            <a:srgbClr val="B97C73"/>
          </a:solidFill>
          <a:ln w="762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23" name="Text 19">
            <a:extLst>
              <a:ext uri="{FF2B5EF4-FFF2-40B4-BE49-F238E27FC236}">
                <a16:creationId xmlns:a16="http://schemas.microsoft.com/office/drawing/2014/main" id="{C2C83988-C88B-DC99-3F73-159408839DB7}"/>
              </a:ext>
            </a:extLst>
          </p:cNvPr>
          <p:cNvSpPr/>
          <p:nvPr/>
        </p:nvSpPr>
        <p:spPr>
          <a:xfrm>
            <a:off x="3143997" y="3088344"/>
            <a:ext cx="226314" cy="105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65" dirty="0">
                <a:solidFill>
                  <a:srgbClr val="F7F2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</a:t>
            </a:r>
            <a:endParaRPr lang="en-US" sz="900" dirty="0"/>
          </a:p>
        </p:txBody>
      </p:sp>
      <p:sp>
        <p:nvSpPr>
          <p:cNvPr id="124" name="Shape 20">
            <a:extLst>
              <a:ext uri="{FF2B5EF4-FFF2-40B4-BE49-F238E27FC236}">
                <a16:creationId xmlns:a16="http://schemas.microsoft.com/office/drawing/2014/main" id="{A609CD90-BFA5-A41E-22BD-838D12EDFD5D}"/>
              </a:ext>
            </a:extLst>
          </p:cNvPr>
          <p:cNvSpPr/>
          <p:nvPr/>
        </p:nvSpPr>
        <p:spPr>
          <a:xfrm>
            <a:off x="3545059" y="3044649"/>
            <a:ext cx="341141" cy="1659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25" name="Text 21">
            <a:extLst>
              <a:ext uri="{FF2B5EF4-FFF2-40B4-BE49-F238E27FC236}">
                <a16:creationId xmlns:a16="http://schemas.microsoft.com/office/drawing/2014/main" id="{35FBD96D-2658-CAF8-C461-54EDA9BF6A8A}"/>
              </a:ext>
            </a:extLst>
          </p:cNvPr>
          <p:cNvSpPr/>
          <p:nvPr/>
        </p:nvSpPr>
        <p:spPr>
          <a:xfrm>
            <a:off x="3602472" y="3079368"/>
            <a:ext cx="226314" cy="105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65" dirty="0">
                <a:solidFill>
                  <a:srgbClr val="6E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</a:t>
            </a:r>
            <a:endParaRPr lang="en-US" sz="900" dirty="0"/>
          </a:p>
        </p:txBody>
      </p:sp>
      <p:sp>
        <p:nvSpPr>
          <p:cNvPr id="126" name="Shape 4">
            <a:extLst>
              <a:ext uri="{FF2B5EF4-FFF2-40B4-BE49-F238E27FC236}">
                <a16:creationId xmlns:a16="http://schemas.microsoft.com/office/drawing/2014/main" id="{3BF037AC-29AC-FCE8-D222-B01CB3936D37}"/>
              </a:ext>
            </a:extLst>
          </p:cNvPr>
          <p:cNvSpPr/>
          <p:nvPr/>
        </p:nvSpPr>
        <p:spPr>
          <a:xfrm>
            <a:off x="320040" y="3398634"/>
            <a:ext cx="4389120" cy="1812627"/>
          </a:xfrm>
          <a:prstGeom prst="rect">
            <a:avLst/>
          </a:prstGeom>
          <a:solidFill>
            <a:srgbClr val="F2E4C9"/>
          </a:solidFill>
          <a:ln w="6350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27" name="Shape 5">
            <a:extLst>
              <a:ext uri="{FF2B5EF4-FFF2-40B4-BE49-F238E27FC236}">
                <a16:creationId xmlns:a16="http://schemas.microsoft.com/office/drawing/2014/main" id="{3468E4F3-B8E9-92E7-E5AC-4841BF530812}"/>
              </a:ext>
            </a:extLst>
          </p:cNvPr>
          <p:cNvSpPr/>
          <p:nvPr/>
        </p:nvSpPr>
        <p:spPr>
          <a:xfrm>
            <a:off x="395478" y="3753548"/>
            <a:ext cx="1123832" cy="1375331"/>
          </a:xfrm>
          <a:prstGeom prst="rect">
            <a:avLst/>
          </a:prstGeom>
          <a:solidFill>
            <a:srgbClr val="EFE9DD"/>
          </a:solidFill>
          <a:ln w="9525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743" dirty="0"/>
          </a:p>
        </p:txBody>
      </p:sp>
      <p:sp>
        <p:nvSpPr>
          <p:cNvPr id="128" name="Text 6">
            <a:extLst>
              <a:ext uri="{FF2B5EF4-FFF2-40B4-BE49-F238E27FC236}">
                <a16:creationId xmlns:a16="http://schemas.microsoft.com/office/drawing/2014/main" id="{DB12B394-39A7-E584-017C-D8FB0C63366D}"/>
              </a:ext>
            </a:extLst>
          </p:cNvPr>
          <p:cNvSpPr/>
          <p:nvPr/>
        </p:nvSpPr>
        <p:spPr>
          <a:xfrm>
            <a:off x="395477" y="4942550"/>
            <a:ext cx="49034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kern="0" spc="83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</a:t>
            </a:r>
            <a:endParaRPr lang="en-US" sz="800" dirty="0"/>
          </a:p>
        </p:txBody>
      </p:sp>
      <p:sp>
        <p:nvSpPr>
          <p:cNvPr id="129" name="Text 8">
            <a:extLst>
              <a:ext uri="{FF2B5EF4-FFF2-40B4-BE49-F238E27FC236}">
                <a16:creationId xmlns:a16="http://schemas.microsoft.com/office/drawing/2014/main" id="{64BE7E2C-0D1B-2473-EE3F-C641C94F0F92}"/>
              </a:ext>
            </a:extLst>
          </p:cNvPr>
          <p:cNvSpPr/>
          <p:nvPr/>
        </p:nvSpPr>
        <p:spPr>
          <a:xfrm>
            <a:off x="1760220" y="3821680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900" dirty="0"/>
          </a:p>
        </p:txBody>
      </p:sp>
      <p:sp>
        <p:nvSpPr>
          <p:cNvPr id="130" name="Shape 9">
            <a:extLst>
              <a:ext uri="{FF2B5EF4-FFF2-40B4-BE49-F238E27FC236}">
                <a16:creationId xmlns:a16="http://schemas.microsoft.com/office/drawing/2014/main" id="{B16C5993-B839-07E8-D108-773EB5F93224}"/>
              </a:ext>
            </a:extLst>
          </p:cNvPr>
          <p:cNvSpPr/>
          <p:nvPr/>
        </p:nvSpPr>
        <p:spPr>
          <a:xfrm>
            <a:off x="1851659" y="4634615"/>
            <a:ext cx="187681" cy="137170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1200"/>
          </a:p>
        </p:txBody>
      </p:sp>
      <p:sp>
        <p:nvSpPr>
          <p:cNvPr id="131" name="Shape 10">
            <a:extLst>
              <a:ext uri="{FF2B5EF4-FFF2-40B4-BE49-F238E27FC236}">
                <a16:creationId xmlns:a16="http://schemas.microsoft.com/office/drawing/2014/main" id="{FBC99704-5051-BAFD-197F-FE3CB01A8632}"/>
              </a:ext>
            </a:extLst>
          </p:cNvPr>
          <p:cNvSpPr/>
          <p:nvPr/>
        </p:nvSpPr>
        <p:spPr>
          <a:xfrm>
            <a:off x="2088215" y="4634615"/>
            <a:ext cx="187681" cy="137170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1200"/>
          </a:p>
        </p:txBody>
      </p:sp>
      <p:sp>
        <p:nvSpPr>
          <p:cNvPr id="132" name="Shape 11">
            <a:extLst>
              <a:ext uri="{FF2B5EF4-FFF2-40B4-BE49-F238E27FC236}">
                <a16:creationId xmlns:a16="http://schemas.microsoft.com/office/drawing/2014/main" id="{2CAEC416-7F30-0073-5D28-78E49FE2BA54}"/>
              </a:ext>
            </a:extLst>
          </p:cNvPr>
          <p:cNvSpPr/>
          <p:nvPr/>
        </p:nvSpPr>
        <p:spPr>
          <a:xfrm>
            <a:off x="2336881" y="4634615"/>
            <a:ext cx="187681" cy="137170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1200"/>
          </a:p>
        </p:txBody>
      </p:sp>
      <p:sp>
        <p:nvSpPr>
          <p:cNvPr id="133" name="Shape 12">
            <a:extLst>
              <a:ext uri="{FF2B5EF4-FFF2-40B4-BE49-F238E27FC236}">
                <a16:creationId xmlns:a16="http://schemas.microsoft.com/office/drawing/2014/main" id="{CC891AFB-DE41-C56B-646E-E6878176CBF3}"/>
              </a:ext>
            </a:extLst>
          </p:cNvPr>
          <p:cNvSpPr/>
          <p:nvPr/>
        </p:nvSpPr>
        <p:spPr>
          <a:xfrm>
            <a:off x="2579492" y="4634615"/>
            <a:ext cx="187681" cy="137170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1200"/>
          </a:p>
        </p:txBody>
      </p:sp>
      <p:sp>
        <p:nvSpPr>
          <p:cNvPr id="134" name="Shape 13">
            <a:extLst>
              <a:ext uri="{FF2B5EF4-FFF2-40B4-BE49-F238E27FC236}">
                <a16:creationId xmlns:a16="http://schemas.microsoft.com/office/drawing/2014/main" id="{8054D5E1-300B-5E0C-9295-765EA1991CA4}"/>
              </a:ext>
            </a:extLst>
          </p:cNvPr>
          <p:cNvSpPr/>
          <p:nvPr/>
        </p:nvSpPr>
        <p:spPr>
          <a:xfrm>
            <a:off x="2828158" y="4634615"/>
            <a:ext cx="187681" cy="137170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1200"/>
          </a:p>
        </p:txBody>
      </p:sp>
      <p:sp>
        <p:nvSpPr>
          <p:cNvPr id="135" name="Text 14">
            <a:extLst>
              <a:ext uri="{FF2B5EF4-FFF2-40B4-BE49-F238E27FC236}">
                <a16:creationId xmlns:a16="http://schemas.microsoft.com/office/drawing/2014/main" id="{D8B33717-8C26-C461-09C2-01E04B5ADAE5}"/>
              </a:ext>
            </a:extLst>
          </p:cNvPr>
          <p:cNvSpPr/>
          <p:nvPr/>
        </p:nvSpPr>
        <p:spPr>
          <a:xfrm>
            <a:off x="1760220" y="4990801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4A2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see again </a:t>
            </a:r>
            <a:r>
              <a:rPr lang="en-US" sz="900" i="1" dirty="0">
                <a:solidFill>
                  <a:srgbClr val="4A2F1A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Wingdings" pitchFamily="2" charset="2"/>
              </a:rPr>
              <a:t> </a:t>
            </a:r>
            <a:endParaRPr lang="en-US" sz="900" dirty="0"/>
          </a:p>
        </p:txBody>
      </p:sp>
      <p:sp>
        <p:nvSpPr>
          <p:cNvPr id="136" name="Text 8">
            <a:extLst>
              <a:ext uri="{FF2B5EF4-FFF2-40B4-BE49-F238E27FC236}">
                <a16:creationId xmlns:a16="http://schemas.microsoft.com/office/drawing/2014/main" id="{992B1275-BDE9-5F2E-076F-19BE5ED188E5}"/>
              </a:ext>
            </a:extLst>
          </p:cNvPr>
          <p:cNvSpPr/>
          <p:nvPr/>
        </p:nvSpPr>
        <p:spPr>
          <a:xfrm>
            <a:off x="1760220" y="4187121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</a:t>
            </a:r>
            <a:endParaRPr lang="en-US" sz="900" dirty="0"/>
          </a:p>
        </p:txBody>
      </p:sp>
      <p:sp>
        <p:nvSpPr>
          <p:cNvPr id="137" name="Text 7">
            <a:extLst>
              <a:ext uri="{FF2B5EF4-FFF2-40B4-BE49-F238E27FC236}">
                <a16:creationId xmlns:a16="http://schemas.microsoft.com/office/drawing/2014/main" id="{2CA4FCF9-888B-DD7E-F065-AE642BD3E0B2}"/>
              </a:ext>
            </a:extLst>
          </p:cNvPr>
          <p:cNvSpPr/>
          <p:nvPr/>
        </p:nvSpPr>
        <p:spPr>
          <a:xfrm>
            <a:off x="390188" y="3464012"/>
            <a:ext cx="150876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4A2F1A"/>
                </a:solidFill>
                <a:latin typeface="Georgia" pitchFamily="34" charset="0"/>
              </a:rPr>
              <a:t>N° 02</a:t>
            </a:r>
            <a:endParaRPr lang="en-US" sz="1400" dirty="0"/>
          </a:p>
        </p:txBody>
      </p:sp>
      <p:sp>
        <p:nvSpPr>
          <p:cNvPr id="138" name="Text 8">
            <a:extLst>
              <a:ext uri="{FF2B5EF4-FFF2-40B4-BE49-F238E27FC236}">
                <a16:creationId xmlns:a16="http://schemas.microsoft.com/office/drawing/2014/main" id="{50776475-61AC-97E3-B7CC-641B6FE40BA1}"/>
              </a:ext>
            </a:extLst>
          </p:cNvPr>
          <p:cNvSpPr/>
          <p:nvPr/>
        </p:nvSpPr>
        <p:spPr>
          <a:xfrm>
            <a:off x="2730473" y="4184194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39" name="Shape 9">
            <a:extLst>
              <a:ext uri="{FF2B5EF4-FFF2-40B4-BE49-F238E27FC236}">
                <a16:creationId xmlns:a16="http://schemas.microsoft.com/office/drawing/2014/main" id="{E2E0D17E-6461-FF98-214C-0B34A924000C}"/>
              </a:ext>
            </a:extLst>
          </p:cNvPr>
          <p:cNvSpPr/>
          <p:nvPr/>
        </p:nvSpPr>
        <p:spPr>
          <a:xfrm flipV="1">
            <a:off x="1851659" y="4089897"/>
            <a:ext cx="2686785" cy="1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40" name="Shape 9">
            <a:extLst>
              <a:ext uri="{FF2B5EF4-FFF2-40B4-BE49-F238E27FC236}">
                <a16:creationId xmlns:a16="http://schemas.microsoft.com/office/drawing/2014/main" id="{D05D58BA-4E94-895B-9AE8-386A488A1475}"/>
              </a:ext>
            </a:extLst>
          </p:cNvPr>
          <p:cNvSpPr/>
          <p:nvPr/>
        </p:nvSpPr>
        <p:spPr>
          <a:xfrm flipV="1">
            <a:off x="1878224" y="4477189"/>
            <a:ext cx="2686785" cy="1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41" name="Shape 18">
            <a:extLst>
              <a:ext uri="{FF2B5EF4-FFF2-40B4-BE49-F238E27FC236}">
                <a16:creationId xmlns:a16="http://schemas.microsoft.com/office/drawing/2014/main" id="{8C8B216B-7C80-D89E-F7AF-0FF8BE243BE9}"/>
              </a:ext>
            </a:extLst>
          </p:cNvPr>
          <p:cNvSpPr/>
          <p:nvPr/>
        </p:nvSpPr>
        <p:spPr>
          <a:xfrm>
            <a:off x="3063240" y="4990661"/>
            <a:ext cx="341141" cy="156987"/>
          </a:xfrm>
          <a:prstGeom prst="roundRect">
            <a:avLst>
              <a:gd name="adj" fmla="val 50000"/>
            </a:avLst>
          </a:prstGeom>
          <a:solidFill>
            <a:srgbClr val="B97C73"/>
          </a:solidFill>
          <a:ln w="762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42" name="Text 19">
            <a:extLst>
              <a:ext uri="{FF2B5EF4-FFF2-40B4-BE49-F238E27FC236}">
                <a16:creationId xmlns:a16="http://schemas.microsoft.com/office/drawing/2014/main" id="{8AC65691-1358-A75E-3DF6-5329271D4DD8}"/>
              </a:ext>
            </a:extLst>
          </p:cNvPr>
          <p:cNvSpPr/>
          <p:nvPr/>
        </p:nvSpPr>
        <p:spPr>
          <a:xfrm>
            <a:off x="3143997" y="5025381"/>
            <a:ext cx="226314" cy="105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65" dirty="0">
                <a:solidFill>
                  <a:srgbClr val="F7F2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</a:t>
            </a:r>
            <a:endParaRPr lang="en-US" sz="900" dirty="0"/>
          </a:p>
        </p:txBody>
      </p:sp>
      <p:sp>
        <p:nvSpPr>
          <p:cNvPr id="143" name="Shape 20">
            <a:extLst>
              <a:ext uri="{FF2B5EF4-FFF2-40B4-BE49-F238E27FC236}">
                <a16:creationId xmlns:a16="http://schemas.microsoft.com/office/drawing/2014/main" id="{EC9AD60C-8BB1-B0A3-F961-4315633B4838}"/>
              </a:ext>
            </a:extLst>
          </p:cNvPr>
          <p:cNvSpPr/>
          <p:nvPr/>
        </p:nvSpPr>
        <p:spPr>
          <a:xfrm>
            <a:off x="3545059" y="4981686"/>
            <a:ext cx="341141" cy="1659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44" name="Text 21">
            <a:extLst>
              <a:ext uri="{FF2B5EF4-FFF2-40B4-BE49-F238E27FC236}">
                <a16:creationId xmlns:a16="http://schemas.microsoft.com/office/drawing/2014/main" id="{BBDC8D51-5005-982F-09D0-CC2856FD16FC}"/>
              </a:ext>
            </a:extLst>
          </p:cNvPr>
          <p:cNvSpPr/>
          <p:nvPr/>
        </p:nvSpPr>
        <p:spPr>
          <a:xfrm>
            <a:off x="3602472" y="5016405"/>
            <a:ext cx="226314" cy="105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65" dirty="0">
                <a:solidFill>
                  <a:srgbClr val="6E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</a:t>
            </a:r>
            <a:endParaRPr lang="en-US" sz="900" dirty="0"/>
          </a:p>
        </p:txBody>
      </p:sp>
      <p:sp>
        <p:nvSpPr>
          <p:cNvPr id="145" name="Shape 4">
            <a:extLst>
              <a:ext uri="{FF2B5EF4-FFF2-40B4-BE49-F238E27FC236}">
                <a16:creationId xmlns:a16="http://schemas.microsoft.com/office/drawing/2014/main" id="{834C9B6E-907C-DA38-A2E1-55D9FF0BF45A}"/>
              </a:ext>
            </a:extLst>
          </p:cNvPr>
          <p:cNvSpPr/>
          <p:nvPr/>
        </p:nvSpPr>
        <p:spPr>
          <a:xfrm>
            <a:off x="330002" y="5334859"/>
            <a:ext cx="4389120" cy="1812627"/>
          </a:xfrm>
          <a:prstGeom prst="rect">
            <a:avLst/>
          </a:prstGeom>
          <a:solidFill>
            <a:srgbClr val="F2E4C9"/>
          </a:solidFill>
          <a:ln w="6350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46" name="Shape 5">
            <a:extLst>
              <a:ext uri="{FF2B5EF4-FFF2-40B4-BE49-F238E27FC236}">
                <a16:creationId xmlns:a16="http://schemas.microsoft.com/office/drawing/2014/main" id="{829B3B44-5E7A-A352-CC8A-79C977C4249B}"/>
              </a:ext>
            </a:extLst>
          </p:cNvPr>
          <p:cNvSpPr/>
          <p:nvPr/>
        </p:nvSpPr>
        <p:spPr>
          <a:xfrm>
            <a:off x="405440" y="5689773"/>
            <a:ext cx="1123832" cy="1375331"/>
          </a:xfrm>
          <a:prstGeom prst="rect">
            <a:avLst/>
          </a:prstGeom>
          <a:solidFill>
            <a:srgbClr val="EFE9DD"/>
          </a:solidFill>
          <a:ln w="9525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743" dirty="0"/>
          </a:p>
        </p:txBody>
      </p:sp>
      <p:sp>
        <p:nvSpPr>
          <p:cNvPr id="147" name="Text 6">
            <a:extLst>
              <a:ext uri="{FF2B5EF4-FFF2-40B4-BE49-F238E27FC236}">
                <a16:creationId xmlns:a16="http://schemas.microsoft.com/office/drawing/2014/main" id="{D12C26A1-AA5D-0746-5719-5AAF80A50F4E}"/>
              </a:ext>
            </a:extLst>
          </p:cNvPr>
          <p:cNvSpPr/>
          <p:nvPr/>
        </p:nvSpPr>
        <p:spPr>
          <a:xfrm>
            <a:off x="405439" y="6878775"/>
            <a:ext cx="49034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kern="0" spc="83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</a:t>
            </a:r>
            <a:endParaRPr lang="en-US" sz="800" dirty="0"/>
          </a:p>
        </p:txBody>
      </p:sp>
      <p:sp>
        <p:nvSpPr>
          <p:cNvPr id="148" name="Text 8">
            <a:extLst>
              <a:ext uri="{FF2B5EF4-FFF2-40B4-BE49-F238E27FC236}">
                <a16:creationId xmlns:a16="http://schemas.microsoft.com/office/drawing/2014/main" id="{7C9F3779-AF43-5AEA-60F7-286F92207475}"/>
              </a:ext>
            </a:extLst>
          </p:cNvPr>
          <p:cNvSpPr/>
          <p:nvPr/>
        </p:nvSpPr>
        <p:spPr>
          <a:xfrm>
            <a:off x="1770182" y="5757905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900" dirty="0"/>
          </a:p>
        </p:txBody>
      </p:sp>
      <p:sp>
        <p:nvSpPr>
          <p:cNvPr id="149" name="Shape 9">
            <a:extLst>
              <a:ext uri="{FF2B5EF4-FFF2-40B4-BE49-F238E27FC236}">
                <a16:creationId xmlns:a16="http://schemas.microsoft.com/office/drawing/2014/main" id="{D610D01C-EFCF-C2EB-989B-AAF33D614BD4}"/>
              </a:ext>
            </a:extLst>
          </p:cNvPr>
          <p:cNvSpPr/>
          <p:nvPr/>
        </p:nvSpPr>
        <p:spPr>
          <a:xfrm>
            <a:off x="1861621" y="6570840"/>
            <a:ext cx="187681" cy="137170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1200"/>
          </a:p>
        </p:txBody>
      </p:sp>
      <p:sp>
        <p:nvSpPr>
          <p:cNvPr id="150" name="Shape 10">
            <a:extLst>
              <a:ext uri="{FF2B5EF4-FFF2-40B4-BE49-F238E27FC236}">
                <a16:creationId xmlns:a16="http://schemas.microsoft.com/office/drawing/2014/main" id="{1FA3D186-1BEB-6525-A102-3020D9854C87}"/>
              </a:ext>
            </a:extLst>
          </p:cNvPr>
          <p:cNvSpPr/>
          <p:nvPr/>
        </p:nvSpPr>
        <p:spPr>
          <a:xfrm>
            <a:off x="2098177" y="6570840"/>
            <a:ext cx="187681" cy="137170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1200"/>
          </a:p>
        </p:txBody>
      </p:sp>
      <p:sp>
        <p:nvSpPr>
          <p:cNvPr id="151" name="Shape 11">
            <a:extLst>
              <a:ext uri="{FF2B5EF4-FFF2-40B4-BE49-F238E27FC236}">
                <a16:creationId xmlns:a16="http://schemas.microsoft.com/office/drawing/2014/main" id="{FBFD0074-C6F7-29C4-5089-51BBA8738D8B}"/>
              </a:ext>
            </a:extLst>
          </p:cNvPr>
          <p:cNvSpPr/>
          <p:nvPr/>
        </p:nvSpPr>
        <p:spPr>
          <a:xfrm>
            <a:off x="2346843" y="6570840"/>
            <a:ext cx="187681" cy="137170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1200"/>
          </a:p>
        </p:txBody>
      </p:sp>
      <p:sp>
        <p:nvSpPr>
          <p:cNvPr id="152" name="Shape 12">
            <a:extLst>
              <a:ext uri="{FF2B5EF4-FFF2-40B4-BE49-F238E27FC236}">
                <a16:creationId xmlns:a16="http://schemas.microsoft.com/office/drawing/2014/main" id="{A4EF21AA-F5E5-BF30-A315-23DB53D41D0E}"/>
              </a:ext>
            </a:extLst>
          </p:cNvPr>
          <p:cNvSpPr/>
          <p:nvPr/>
        </p:nvSpPr>
        <p:spPr>
          <a:xfrm>
            <a:off x="2589454" y="6570840"/>
            <a:ext cx="187681" cy="137170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1200"/>
          </a:p>
        </p:txBody>
      </p:sp>
      <p:sp>
        <p:nvSpPr>
          <p:cNvPr id="153" name="Shape 13">
            <a:extLst>
              <a:ext uri="{FF2B5EF4-FFF2-40B4-BE49-F238E27FC236}">
                <a16:creationId xmlns:a16="http://schemas.microsoft.com/office/drawing/2014/main" id="{4172C27E-84D4-7FE9-6FD0-F07D17964536}"/>
              </a:ext>
            </a:extLst>
          </p:cNvPr>
          <p:cNvSpPr/>
          <p:nvPr/>
        </p:nvSpPr>
        <p:spPr>
          <a:xfrm>
            <a:off x="2838120" y="6570840"/>
            <a:ext cx="187681" cy="137170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1200"/>
          </a:p>
        </p:txBody>
      </p:sp>
      <p:sp>
        <p:nvSpPr>
          <p:cNvPr id="154" name="Text 14">
            <a:extLst>
              <a:ext uri="{FF2B5EF4-FFF2-40B4-BE49-F238E27FC236}">
                <a16:creationId xmlns:a16="http://schemas.microsoft.com/office/drawing/2014/main" id="{3EBC5CBC-D106-8885-80C5-3F06ABC1E6F0}"/>
              </a:ext>
            </a:extLst>
          </p:cNvPr>
          <p:cNvSpPr/>
          <p:nvPr/>
        </p:nvSpPr>
        <p:spPr>
          <a:xfrm>
            <a:off x="1770182" y="6927026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4A2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see again </a:t>
            </a:r>
            <a:r>
              <a:rPr lang="en-US" sz="900" i="1" dirty="0">
                <a:solidFill>
                  <a:srgbClr val="4A2F1A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Wingdings" pitchFamily="2" charset="2"/>
              </a:rPr>
              <a:t> </a:t>
            </a:r>
            <a:endParaRPr lang="en-US" sz="900" dirty="0"/>
          </a:p>
        </p:txBody>
      </p:sp>
      <p:sp>
        <p:nvSpPr>
          <p:cNvPr id="155" name="Text 8">
            <a:extLst>
              <a:ext uri="{FF2B5EF4-FFF2-40B4-BE49-F238E27FC236}">
                <a16:creationId xmlns:a16="http://schemas.microsoft.com/office/drawing/2014/main" id="{D7A5652A-82F7-A991-DD3E-2693991293B1}"/>
              </a:ext>
            </a:extLst>
          </p:cNvPr>
          <p:cNvSpPr/>
          <p:nvPr/>
        </p:nvSpPr>
        <p:spPr>
          <a:xfrm>
            <a:off x="1770182" y="6123346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</a:t>
            </a:r>
            <a:endParaRPr lang="en-US" sz="900" dirty="0"/>
          </a:p>
        </p:txBody>
      </p:sp>
      <p:sp>
        <p:nvSpPr>
          <p:cNvPr id="156" name="Text 7">
            <a:extLst>
              <a:ext uri="{FF2B5EF4-FFF2-40B4-BE49-F238E27FC236}">
                <a16:creationId xmlns:a16="http://schemas.microsoft.com/office/drawing/2014/main" id="{66AC767A-5576-9ADB-08AA-A9D20A9AE61A}"/>
              </a:ext>
            </a:extLst>
          </p:cNvPr>
          <p:cNvSpPr/>
          <p:nvPr/>
        </p:nvSpPr>
        <p:spPr>
          <a:xfrm>
            <a:off x="400150" y="5400237"/>
            <a:ext cx="150876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4A2F1A"/>
                </a:solidFill>
                <a:latin typeface="Georgia" pitchFamily="34" charset="0"/>
              </a:rPr>
              <a:t>N° 03</a:t>
            </a:r>
            <a:endParaRPr lang="en-US" sz="1400" dirty="0"/>
          </a:p>
        </p:txBody>
      </p:sp>
      <p:sp>
        <p:nvSpPr>
          <p:cNvPr id="157" name="Text 8">
            <a:extLst>
              <a:ext uri="{FF2B5EF4-FFF2-40B4-BE49-F238E27FC236}">
                <a16:creationId xmlns:a16="http://schemas.microsoft.com/office/drawing/2014/main" id="{3A44CBE1-497D-7366-C65E-420EA284C73F}"/>
              </a:ext>
            </a:extLst>
          </p:cNvPr>
          <p:cNvSpPr/>
          <p:nvPr/>
        </p:nvSpPr>
        <p:spPr>
          <a:xfrm>
            <a:off x="2740435" y="6120419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58" name="Shape 9">
            <a:extLst>
              <a:ext uri="{FF2B5EF4-FFF2-40B4-BE49-F238E27FC236}">
                <a16:creationId xmlns:a16="http://schemas.microsoft.com/office/drawing/2014/main" id="{F95714AB-532A-47E6-83EF-B6F0A45CC725}"/>
              </a:ext>
            </a:extLst>
          </p:cNvPr>
          <p:cNvSpPr/>
          <p:nvPr/>
        </p:nvSpPr>
        <p:spPr>
          <a:xfrm flipV="1">
            <a:off x="1861621" y="6026122"/>
            <a:ext cx="2686785" cy="1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59" name="Shape 9">
            <a:extLst>
              <a:ext uri="{FF2B5EF4-FFF2-40B4-BE49-F238E27FC236}">
                <a16:creationId xmlns:a16="http://schemas.microsoft.com/office/drawing/2014/main" id="{20E102C5-8B63-82C2-EC5F-6B426301BE79}"/>
              </a:ext>
            </a:extLst>
          </p:cNvPr>
          <p:cNvSpPr/>
          <p:nvPr/>
        </p:nvSpPr>
        <p:spPr>
          <a:xfrm flipV="1">
            <a:off x="1888186" y="6413414"/>
            <a:ext cx="2686785" cy="1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60" name="Shape 18">
            <a:extLst>
              <a:ext uri="{FF2B5EF4-FFF2-40B4-BE49-F238E27FC236}">
                <a16:creationId xmlns:a16="http://schemas.microsoft.com/office/drawing/2014/main" id="{6466AEE1-FA8E-6B01-765F-32650C289254}"/>
              </a:ext>
            </a:extLst>
          </p:cNvPr>
          <p:cNvSpPr/>
          <p:nvPr/>
        </p:nvSpPr>
        <p:spPr>
          <a:xfrm>
            <a:off x="3073202" y="6926886"/>
            <a:ext cx="341141" cy="156987"/>
          </a:xfrm>
          <a:prstGeom prst="roundRect">
            <a:avLst>
              <a:gd name="adj" fmla="val 50000"/>
            </a:avLst>
          </a:prstGeom>
          <a:solidFill>
            <a:srgbClr val="B97C73"/>
          </a:solidFill>
          <a:ln w="762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61" name="Text 19">
            <a:extLst>
              <a:ext uri="{FF2B5EF4-FFF2-40B4-BE49-F238E27FC236}">
                <a16:creationId xmlns:a16="http://schemas.microsoft.com/office/drawing/2014/main" id="{AFBDCE13-F66E-905C-B350-054C2B22B06A}"/>
              </a:ext>
            </a:extLst>
          </p:cNvPr>
          <p:cNvSpPr/>
          <p:nvPr/>
        </p:nvSpPr>
        <p:spPr>
          <a:xfrm>
            <a:off x="3153959" y="6961606"/>
            <a:ext cx="226314" cy="105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65" dirty="0">
                <a:solidFill>
                  <a:srgbClr val="F7F2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</a:t>
            </a:r>
            <a:endParaRPr lang="en-US" sz="900" dirty="0"/>
          </a:p>
        </p:txBody>
      </p:sp>
      <p:sp>
        <p:nvSpPr>
          <p:cNvPr id="162" name="Shape 20">
            <a:extLst>
              <a:ext uri="{FF2B5EF4-FFF2-40B4-BE49-F238E27FC236}">
                <a16:creationId xmlns:a16="http://schemas.microsoft.com/office/drawing/2014/main" id="{E5475338-D1C6-493A-6E91-97D9D7F77FD6}"/>
              </a:ext>
            </a:extLst>
          </p:cNvPr>
          <p:cNvSpPr/>
          <p:nvPr/>
        </p:nvSpPr>
        <p:spPr>
          <a:xfrm>
            <a:off x="3555021" y="6917911"/>
            <a:ext cx="341141" cy="1659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63" name="Text 21">
            <a:extLst>
              <a:ext uri="{FF2B5EF4-FFF2-40B4-BE49-F238E27FC236}">
                <a16:creationId xmlns:a16="http://schemas.microsoft.com/office/drawing/2014/main" id="{CDB286F7-D281-271C-49EA-627C292DB1FE}"/>
              </a:ext>
            </a:extLst>
          </p:cNvPr>
          <p:cNvSpPr/>
          <p:nvPr/>
        </p:nvSpPr>
        <p:spPr>
          <a:xfrm>
            <a:off x="3612434" y="6952630"/>
            <a:ext cx="226314" cy="105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65" dirty="0">
                <a:solidFill>
                  <a:srgbClr val="6E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85021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 rot="-240000">
            <a:off x="149684" y="1683032"/>
            <a:ext cx="1508760" cy="1697355"/>
          </a:xfrm>
          <a:prstGeom prst="rect">
            <a:avLst/>
          </a:prstGeom>
          <a:solidFill>
            <a:srgbClr val="FFFFFF"/>
          </a:solidFill>
          <a:ln w="6350">
            <a:solidFill>
              <a:srgbClr val="6E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T" sz="743"/>
          </a:p>
        </p:txBody>
      </p:sp>
      <p:sp>
        <p:nvSpPr>
          <p:cNvPr id="7" name="Shape 5"/>
          <p:cNvSpPr/>
          <p:nvPr/>
        </p:nvSpPr>
        <p:spPr>
          <a:xfrm rot="-240000">
            <a:off x="206263" y="1739611"/>
            <a:ext cx="1395603" cy="1357884"/>
          </a:xfrm>
          <a:prstGeom prst="rect">
            <a:avLst/>
          </a:prstGeom>
          <a:solidFill>
            <a:srgbClr val="E8CFC4"/>
          </a:solidFill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8" name="Text 6"/>
          <p:cNvSpPr/>
          <p:nvPr/>
        </p:nvSpPr>
        <p:spPr>
          <a:xfrm rot="-240000">
            <a:off x="206263" y="3116354"/>
            <a:ext cx="1395603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name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9684" y="3418106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 love them 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9684" y="3738718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1" name="Shape 9"/>
          <p:cNvSpPr/>
          <p:nvPr/>
        </p:nvSpPr>
        <p:spPr>
          <a:xfrm>
            <a:off x="1771601" y="1683032"/>
            <a:ext cx="1508760" cy="1697355"/>
          </a:xfrm>
          <a:prstGeom prst="rect">
            <a:avLst/>
          </a:prstGeom>
          <a:solidFill>
            <a:srgbClr val="FFFFFF"/>
          </a:solidFill>
          <a:ln w="6350">
            <a:solidFill>
              <a:srgbClr val="6E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T" sz="743"/>
          </a:p>
        </p:txBody>
      </p:sp>
      <p:sp>
        <p:nvSpPr>
          <p:cNvPr id="12" name="Shape 10"/>
          <p:cNvSpPr/>
          <p:nvPr/>
        </p:nvSpPr>
        <p:spPr>
          <a:xfrm>
            <a:off x="1828180" y="1739611"/>
            <a:ext cx="1395603" cy="1357884"/>
          </a:xfrm>
          <a:prstGeom prst="rect">
            <a:avLst/>
          </a:prstGeom>
          <a:solidFill>
            <a:srgbClr val="E8CFC4"/>
          </a:solidFill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3" name="Text 11"/>
          <p:cNvSpPr/>
          <p:nvPr/>
        </p:nvSpPr>
        <p:spPr>
          <a:xfrm>
            <a:off x="1828180" y="3116354"/>
            <a:ext cx="1395603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name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71601" y="3418106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 love them 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60220" y="3738718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6" name="Shape 14"/>
          <p:cNvSpPr/>
          <p:nvPr/>
        </p:nvSpPr>
        <p:spPr>
          <a:xfrm rot="240000">
            <a:off x="3393518" y="1683032"/>
            <a:ext cx="1508760" cy="1697355"/>
          </a:xfrm>
          <a:prstGeom prst="rect">
            <a:avLst/>
          </a:prstGeom>
          <a:solidFill>
            <a:srgbClr val="FFFFFF"/>
          </a:solidFill>
          <a:ln w="6350">
            <a:solidFill>
              <a:srgbClr val="6E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T" sz="743"/>
          </a:p>
        </p:txBody>
      </p:sp>
      <p:sp>
        <p:nvSpPr>
          <p:cNvPr id="17" name="Shape 15"/>
          <p:cNvSpPr/>
          <p:nvPr/>
        </p:nvSpPr>
        <p:spPr>
          <a:xfrm rot="240000">
            <a:off x="3450097" y="1739611"/>
            <a:ext cx="1395603" cy="1357884"/>
          </a:xfrm>
          <a:prstGeom prst="rect">
            <a:avLst/>
          </a:prstGeom>
          <a:solidFill>
            <a:srgbClr val="E8CFC4"/>
          </a:solidFill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8" name="Text 16"/>
          <p:cNvSpPr/>
          <p:nvPr/>
        </p:nvSpPr>
        <p:spPr>
          <a:xfrm rot="240000">
            <a:off x="3450097" y="3116354"/>
            <a:ext cx="1395603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name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93518" y="3418106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54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 love them →</a:t>
            </a:r>
            <a:endParaRPr lang="en-US" sz="454" dirty="0"/>
          </a:p>
        </p:txBody>
      </p:sp>
      <p:sp>
        <p:nvSpPr>
          <p:cNvPr id="20" name="Shape 18"/>
          <p:cNvSpPr/>
          <p:nvPr/>
        </p:nvSpPr>
        <p:spPr>
          <a:xfrm>
            <a:off x="3382601" y="3738718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D017183F-FECA-4441-40CE-3183DDD41C8B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DB902453-5E34-826D-C928-7A1A18A81807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D3B8B388-BE20-2863-C477-67BC77D8461A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</a:t>
            </a:r>
            <a:endParaRPr lang="en-US" sz="7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47583DF8-C2A9-0C77-8D7A-9433E46E0D5A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</a:rPr>
              <a:t>APPRECIATION POST</a:t>
            </a:r>
            <a:endParaRPr lang="en-US" sz="8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7084F614-94AE-6186-CB3F-AA57A4EAC700}"/>
              </a:ext>
            </a:extLst>
          </p:cNvPr>
          <p:cNvSpPr/>
          <p:nvPr/>
        </p:nvSpPr>
        <p:spPr>
          <a:xfrm>
            <a:off x="320040" y="868680"/>
            <a:ext cx="4389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I love.</a:t>
            </a:r>
            <a:endParaRPr lang="en-US" sz="300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9BEED46D-5A99-6C11-B04F-6F985BA79C98}"/>
              </a:ext>
            </a:extLst>
          </p:cNvPr>
          <p:cNvSpPr/>
          <p:nvPr/>
        </p:nvSpPr>
        <p:spPr>
          <a:xfrm>
            <a:off x="149684" y="3959212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AEF145B8-2A54-9068-4529-0D27EF4C28A3}"/>
              </a:ext>
            </a:extLst>
          </p:cNvPr>
          <p:cNvSpPr/>
          <p:nvPr/>
        </p:nvSpPr>
        <p:spPr>
          <a:xfrm>
            <a:off x="1760220" y="3959212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6C987106-6CAE-6C4F-2A63-10DCB3EECF6A}"/>
              </a:ext>
            </a:extLst>
          </p:cNvPr>
          <p:cNvSpPr/>
          <p:nvPr/>
        </p:nvSpPr>
        <p:spPr>
          <a:xfrm>
            <a:off x="3382601" y="3959212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87DD3A91-9198-BBC4-F669-9A0F7DC2B40D}"/>
              </a:ext>
            </a:extLst>
          </p:cNvPr>
          <p:cNvSpPr/>
          <p:nvPr/>
        </p:nvSpPr>
        <p:spPr>
          <a:xfrm>
            <a:off x="149684" y="4169978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C60E0A11-BB34-7AD3-0F29-F92504DDEF59}"/>
              </a:ext>
            </a:extLst>
          </p:cNvPr>
          <p:cNvSpPr/>
          <p:nvPr/>
        </p:nvSpPr>
        <p:spPr>
          <a:xfrm>
            <a:off x="1760220" y="4169978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4" name="Shape 18">
            <a:extLst>
              <a:ext uri="{FF2B5EF4-FFF2-40B4-BE49-F238E27FC236}">
                <a16:creationId xmlns:a16="http://schemas.microsoft.com/office/drawing/2014/main" id="{C0D9DC35-5FD4-38AF-41AF-ADF3EF7797D6}"/>
              </a:ext>
            </a:extLst>
          </p:cNvPr>
          <p:cNvSpPr/>
          <p:nvPr/>
        </p:nvSpPr>
        <p:spPr>
          <a:xfrm>
            <a:off x="3382601" y="4169978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37D981AA-AB7D-96EA-4DBC-882BDAF39E63}"/>
              </a:ext>
            </a:extLst>
          </p:cNvPr>
          <p:cNvSpPr/>
          <p:nvPr/>
        </p:nvSpPr>
        <p:spPr>
          <a:xfrm rot="-240000">
            <a:off x="149685" y="4524720"/>
            <a:ext cx="1508760" cy="1697355"/>
          </a:xfrm>
          <a:prstGeom prst="rect">
            <a:avLst/>
          </a:prstGeom>
          <a:solidFill>
            <a:srgbClr val="FFFFFF"/>
          </a:solidFill>
          <a:ln w="6350">
            <a:solidFill>
              <a:srgbClr val="6E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T" sz="743"/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C4270DBE-1717-DB87-9DA9-1AFF99FEDB51}"/>
              </a:ext>
            </a:extLst>
          </p:cNvPr>
          <p:cNvSpPr/>
          <p:nvPr/>
        </p:nvSpPr>
        <p:spPr>
          <a:xfrm rot="-240000">
            <a:off x="206264" y="4581299"/>
            <a:ext cx="1395603" cy="1357884"/>
          </a:xfrm>
          <a:prstGeom prst="rect">
            <a:avLst/>
          </a:prstGeom>
          <a:solidFill>
            <a:srgbClr val="E8CFC4"/>
          </a:solidFill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9126B87A-A0EA-222B-D6CB-D2F323D014CA}"/>
              </a:ext>
            </a:extLst>
          </p:cNvPr>
          <p:cNvSpPr/>
          <p:nvPr/>
        </p:nvSpPr>
        <p:spPr>
          <a:xfrm rot="-240000">
            <a:off x="206264" y="5958042"/>
            <a:ext cx="1395603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name</a:t>
            </a:r>
            <a:endParaRPr lang="en-US" sz="9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5D3169D6-82B5-46AA-2483-EA025FB52FD5}"/>
              </a:ext>
            </a:extLst>
          </p:cNvPr>
          <p:cNvSpPr/>
          <p:nvPr/>
        </p:nvSpPr>
        <p:spPr>
          <a:xfrm>
            <a:off x="149685" y="6259794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 love them →</a:t>
            </a:r>
            <a:endParaRPr lang="en-US" sz="900" dirty="0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19B49887-743C-2D83-25F1-AA7145AD9C51}"/>
              </a:ext>
            </a:extLst>
          </p:cNvPr>
          <p:cNvSpPr/>
          <p:nvPr/>
        </p:nvSpPr>
        <p:spPr>
          <a:xfrm>
            <a:off x="149685" y="6580406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766239BD-F218-36A1-7CEB-410BFF1152AB}"/>
              </a:ext>
            </a:extLst>
          </p:cNvPr>
          <p:cNvSpPr/>
          <p:nvPr/>
        </p:nvSpPr>
        <p:spPr>
          <a:xfrm>
            <a:off x="1771602" y="4524720"/>
            <a:ext cx="1508760" cy="1697355"/>
          </a:xfrm>
          <a:prstGeom prst="rect">
            <a:avLst/>
          </a:prstGeom>
          <a:solidFill>
            <a:srgbClr val="FFFFFF"/>
          </a:solidFill>
          <a:ln w="6350">
            <a:solidFill>
              <a:srgbClr val="6E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T" sz="743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EC0CEA90-08DF-A73A-694C-876856C1B044}"/>
              </a:ext>
            </a:extLst>
          </p:cNvPr>
          <p:cNvSpPr/>
          <p:nvPr/>
        </p:nvSpPr>
        <p:spPr>
          <a:xfrm>
            <a:off x="1828181" y="4581299"/>
            <a:ext cx="1395603" cy="1357884"/>
          </a:xfrm>
          <a:prstGeom prst="rect">
            <a:avLst/>
          </a:prstGeom>
          <a:solidFill>
            <a:srgbClr val="E8CFC4"/>
          </a:solidFill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15CACFE-96B7-083D-B730-BF26DADD862D}"/>
              </a:ext>
            </a:extLst>
          </p:cNvPr>
          <p:cNvSpPr/>
          <p:nvPr/>
        </p:nvSpPr>
        <p:spPr>
          <a:xfrm>
            <a:off x="1828181" y="5958042"/>
            <a:ext cx="1395603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name</a:t>
            </a:r>
            <a:endParaRPr lang="en-US" sz="9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2953A289-DAEA-A3B2-9977-076591F28BBD}"/>
              </a:ext>
            </a:extLst>
          </p:cNvPr>
          <p:cNvSpPr/>
          <p:nvPr/>
        </p:nvSpPr>
        <p:spPr>
          <a:xfrm>
            <a:off x="1771602" y="6259794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 love them →</a:t>
            </a:r>
            <a:endParaRPr lang="en-US" sz="900" dirty="0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00A9293C-AD7D-31FF-EE67-E8815042BF93}"/>
              </a:ext>
            </a:extLst>
          </p:cNvPr>
          <p:cNvSpPr/>
          <p:nvPr/>
        </p:nvSpPr>
        <p:spPr>
          <a:xfrm>
            <a:off x="1760221" y="6580406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3685ADEA-6A01-6967-6AED-132F2D9BFEC5}"/>
              </a:ext>
            </a:extLst>
          </p:cNvPr>
          <p:cNvSpPr/>
          <p:nvPr/>
        </p:nvSpPr>
        <p:spPr>
          <a:xfrm rot="240000">
            <a:off x="3393519" y="4524720"/>
            <a:ext cx="1508760" cy="1697355"/>
          </a:xfrm>
          <a:prstGeom prst="rect">
            <a:avLst/>
          </a:prstGeom>
          <a:solidFill>
            <a:srgbClr val="FFFFFF"/>
          </a:solidFill>
          <a:ln w="6350">
            <a:solidFill>
              <a:srgbClr val="6E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T" sz="743"/>
          </a:p>
        </p:txBody>
      </p:sp>
      <p:sp>
        <p:nvSpPr>
          <p:cNvPr id="46" name="Shape 15">
            <a:extLst>
              <a:ext uri="{FF2B5EF4-FFF2-40B4-BE49-F238E27FC236}">
                <a16:creationId xmlns:a16="http://schemas.microsoft.com/office/drawing/2014/main" id="{D0151C32-E61E-274F-03E3-AF0643EF2B08}"/>
              </a:ext>
            </a:extLst>
          </p:cNvPr>
          <p:cNvSpPr/>
          <p:nvPr/>
        </p:nvSpPr>
        <p:spPr>
          <a:xfrm rot="240000">
            <a:off x="3450098" y="4581299"/>
            <a:ext cx="1395603" cy="1357884"/>
          </a:xfrm>
          <a:prstGeom prst="rect">
            <a:avLst/>
          </a:prstGeom>
          <a:solidFill>
            <a:srgbClr val="E8CFC4"/>
          </a:solidFill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7BB13A68-195E-3357-42DB-37AE41B08D66}"/>
              </a:ext>
            </a:extLst>
          </p:cNvPr>
          <p:cNvSpPr/>
          <p:nvPr/>
        </p:nvSpPr>
        <p:spPr>
          <a:xfrm rot="240000">
            <a:off x="3450098" y="5958042"/>
            <a:ext cx="1395603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name</a:t>
            </a:r>
            <a:endParaRPr lang="en-US" sz="90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009654DD-8523-225A-1954-AA2234DE0C82}"/>
              </a:ext>
            </a:extLst>
          </p:cNvPr>
          <p:cNvSpPr/>
          <p:nvPr/>
        </p:nvSpPr>
        <p:spPr>
          <a:xfrm>
            <a:off x="3393519" y="6259794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54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 love them →</a:t>
            </a:r>
            <a:endParaRPr lang="en-US" sz="454" dirty="0"/>
          </a:p>
        </p:txBody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075FB62F-C49E-8A1C-471F-18C9AD4103F1}"/>
              </a:ext>
            </a:extLst>
          </p:cNvPr>
          <p:cNvSpPr/>
          <p:nvPr/>
        </p:nvSpPr>
        <p:spPr>
          <a:xfrm>
            <a:off x="3382602" y="6580406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557FA6DB-3C95-A966-94A1-F784F8430213}"/>
              </a:ext>
            </a:extLst>
          </p:cNvPr>
          <p:cNvSpPr/>
          <p:nvPr/>
        </p:nvSpPr>
        <p:spPr>
          <a:xfrm>
            <a:off x="149685" y="6800900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51" name="Shape 13">
            <a:extLst>
              <a:ext uri="{FF2B5EF4-FFF2-40B4-BE49-F238E27FC236}">
                <a16:creationId xmlns:a16="http://schemas.microsoft.com/office/drawing/2014/main" id="{51EB495F-0162-DF57-C70C-28A8E4D2B7F3}"/>
              </a:ext>
            </a:extLst>
          </p:cNvPr>
          <p:cNvSpPr/>
          <p:nvPr/>
        </p:nvSpPr>
        <p:spPr>
          <a:xfrm>
            <a:off x="1760221" y="6800900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82890EEF-A921-35A5-2241-C77D4832FD98}"/>
              </a:ext>
            </a:extLst>
          </p:cNvPr>
          <p:cNvSpPr/>
          <p:nvPr/>
        </p:nvSpPr>
        <p:spPr>
          <a:xfrm>
            <a:off x="3382602" y="6800900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53" name="Shape 8">
            <a:extLst>
              <a:ext uri="{FF2B5EF4-FFF2-40B4-BE49-F238E27FC236}">
                <a16:creationId xmlns:a16="http://schemas.microsoft.com/office/drawing/2014/main" id="{A1446078-FCA3-8CD0-8582-541AFF7C4B54}"/>
              </a:ext>
            </a:extLst>
          </p:cNvPr>
          <p:cNvSpPr/>
          <p:nvPr/>
        </p:nvSpPr>
        <p:spPr>
          <a:xfrm>
            <a:off x="149685" y="7011666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54" name="Shape 13">
            <a:extLst>
              <a:ext uri="{FF2B5EF4-FFF2-40B4-BE49-F238E27FC236}">
                <a16:creationId xmlns:a16="http://schemas.microsoft.com/office/drawing/2014/main" id="{5DF68E69-AA5B-3669-3B7E-5286D30DEA35}"/>
              </a:ext>
            </a:extLst>
          </p:cNvPr>
          <p:cNvSpPr/>
          <p:nvPr/>
        </p:nvSpPr>
        <p:spPr>
          <a:xfrm>
            <a:off x="1760221" y="7011666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55" name="Shape 18">
            <a:extLst>
              <a:ext uri="{FF2B5EF4-FFF2-40B4-BE49-F238E27FC236}">
                <a16:creationId xmlns:a16="http://schemas.microsoft.com/office/drawing/2014/main" id="{641DCDB2-B86B-7A73-E78F-FF5626A45AF3}"/>
              </a:ext>
            </a:extLst>
          </p:cNvPr>
          <p:cNvSpPr/>
          <p:nvPr/>
        </p:nvSpPr>
        <p:spPr>
          <a:xfrm>
            <a:off x="3382602" y="7011666"/>
            <a:ext cx="150876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E9CFDCC1-4703-61EF-48A6-AD34A7F16989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</a:t>
            </a:r>
            <a:endParaRPr lang="en-US" sz="800" dirty="0"/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2944A6E8-89D6-F9FF-4FBA-9816CD16DED2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974632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5517" y="1715909"/>
            <a:ext cx="232600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6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dear</a:t>
            </a:r>
            <a:endParaRPr lang="en-US" sz="6600" dirty="0"/>
          </a:p>
          <a:p>
            <a:r>
              <a:rPr lang="en-US" sz="66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life,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2087181" y="1783367"/>
            <a:ext cx="2753487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65" dirty="0">
                <a:solidFill>
                  <a:srgbClr val="6E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things you gave me this month 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87181" y="2009681"/>
            <a:ext cx="11315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38057" y="2122838"/>
            <a:ext cx="2602611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0" name="Text 8"/>
          <p:cNvSpPr/>
          <p:nvPr/>
        </p:nvSpPr>
        <p:spPr>
          <a:xfrm>
            <a:off x="2087181" y="2235995"/>
            <a:ext cx="11315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38057" y="2349152"/>
            <a:ext cx="2602611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" name="Text 10"/>
          <p:cNvSpPr/>
          <p:nvPr/>
        </p:nvSpPr>
        <p:spPr>
          <a:xfrm>
            <a:off x="2087181" y="2462309"/>
            <a:ext cx="11315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38057" y="2575466"/>
            <a:ext cx="2602611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4" name="Text 12"/>
          <p:cNvSpPr/>
          <p:nvPr/>
        </p:nvSpPr>
        <p:spPr>
          <a:xfrm>
            <a:off x="2087181" y="2688623"/>
            <a:ext cx="11315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38057" y="2801780"/>
            <a:ext cx="2602611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6" name="Text 14"/>
          <p:cNvSpPr/>
          <p:nvPr/>
        </p:nvSpPr>
        <p:spPr>
          <a:xfrm>
            <a:off x="2087181" y="2914937"/>
            <a:ext cx="11315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38057" y="3028094"/>
            <a:ext cx="2602611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8" name="Text 16"/>
          <p:cNvSpPr/>
          <p:nvPr/>
        </p:nvSpPr>
        <p:spPr>
          <a:xfrm>
            <a:off x="2087181" y="3141251"/>
            <a:ext cx="11315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38057" y="3254408"/>
            <a:ext cx="2602611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0" name="Text 18"/>
          <p:cNvSpPr/>
          <p:nvPr/>
        </p:nvSpPr>
        <p:spPr>
          <a:xfrm>
            <a:off x="2087181" y="3367565"/>
            <a:ext cx="11315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38057" y="3480722"/>
            <a:ext cx="2602611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2" name="Text 20"/>
          <p:cNvSpPr/>
          <p:nvPr/>
        </p:nvSpPr>
        <p:spPr>
          <a:xfrm>
            <a:off x="2087181" y="3631598"/>
            <a:ext cx="226314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yours, always.</a:t>
            </a:r>
            <a:endParaRPr lang="en-US" sz="900" dirty="0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B76C8C8D-A65F-CBA2-45EB-2D4573BF7580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2EF03559-F139-D50B-CD61-C769E584872E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3FAC8B46-C42C-BFDA-AD1A-462589A4E927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</a:t>
            </a:r>
            <a:endParaRPr lang="en-US" sz="7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977D96B7-453E-B48C-363C-E64BA75FD347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</a:rPr>
              <a:t>APPRECIATION POST</a:t>
            </a:r>
            <a:endParaRPr lang="en-US" sz="8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F68C8595-6EFD-10B8-370D-AF0462412629}"/>
              </a:ext>
            </a:extLst>
          </p:cNvPr>
          <p:cNvSpPr/>
          <p:nvPr/>
        </p:nvSpPr>
        <p:spPr>
          <a:xfrm>
            <a:off x="320040" y="868680"/>
            <a:ext cx="4389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love with life.</a:t>
            </a:r>
            <a:endParaRPr lang="en-US" sz="3000" dirty="0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301FFB87-F98A-4027-D2B6-BF8C2120075A}"/>
              </a:ext>
            </a:extLst>
          </p:cNvPr>
          <p:cNvSpPr/>
          <p:nvPr/>
        </p:nvSpPr>
        <p:spPr>
          <a:xfrm>
            <a:off x="195383" y="4326499"/>
            <a:ext cx="2649456" cy="1681266"/>
          </a:xfrm>
          <a:prstGeom prst="rect">
            <a:avLst/>
          </a:prstGeom>
          <a:solidFill>
            <a:srgbClr val="F2E4C9"/>
          </a:solidFill>
          <a:ln w="9525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1904625C-3A49-C82A-5559-CA73F89815D9}"/>
              </a:ext>
            </a:extLst>
          </p:cNvPr>
          <p:cNvSpPr/>
          <p:nvPr/>
        </p:nvSpPr>
        <p:spPr>
          <a:xfrm>
            <a:off x="195383" y="5719658"/>
            <a:ext cx="1474967" cy="288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2A28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</a:t>
            </a:r>
            <a:endParaRPr lang="en-US" sz="800" dirty="0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70CD7FC1-7677-2FF7-D70B-6F795BF7DC81}"/>
              </a:ext>
            </a:extLst>
          </p:cNvPr>
          <p:cNvSpPr/>
          <p:nvPr/>
        </p:nvSpPr>
        <p:spPr>
          <a:xfrm rot="-480000">
            <a:off x="3348461" y="3753564"/>
            <a:ext cx="1125222" cy="359195"/>
          </a:xfrm>
          <a:prstGeom prst="rect">
            <a:avLst/>
          </a:prstGeom>
          <a:solidFill>
            <a:srgbClr val="E8DCC8">
              <a:alpha val="65000"/>
            </a:srgbClr>
          </a:solidFill>
          <a:ln w="12700">
            <a:solidFill>
              <a:srgbClr val="C9B89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E027E469-88E1-1192-3F9F-34D8AB816979}"/>
              </a:ext>
            </a:extLst>
          </p:cNvPr>
          <p:cNvSpPr/>
          <p:nvPr/>
        </p:nvSpPr>
        <p:spPr>
          <a:xfrm rot="-420000">
            <a:off x="2754804" y="4038138"/>
            <a:ext cx="1660265" cy="1681095"/>
          </a:xfrm>
          <a:prstGeom prst="rect">
            <a:avLst/>
          </a:prstGeom>
          <a:solidFill>
            <a:srgbClr val="FFFFFF"/>
          </a:solidFill>
          <a:ln w="6350">
            <a:solidFill>
              <a:srgbClr val="2A2823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AC9A8CD7-FCEC-1115-2B1D-236582B5B4CF}"/>
              </a:ext>
            </a:extLst>
          </p:cNvPr>
          <p:cNvSpPr/>
          <p:nvPr/>
        </p:nvSpPr>
        <p:spPr>
          <a:xfrm rot="-420000">
            <a:off x="2908103" y="4177393"/>
            <a:ext cx="1335550" cy="1119914"/>
          </a:xfrm>
          <a:prstGeom prst="rect">
            <a:avLst/>
          </a:prstGeom>
          <a:solidFill>
            <a:srgbClr val="F2E4C9"/>
          </a:solidFill>
          <a:ln w="508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9C1DD967-32C3-E6A5-8150-024FF2A4ABCF}"/>
              </a:ext>
            </a:extLst>
          </p:cNvPr>
          <p:cNvSpPr/>
          <p:nvPr/>
        </p:nvSpPr>
        <p:spPr>
          <a:xfrm rot="-420000">
            <a:off x="2632474" y="5194229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A28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</a:t>
            </a:r>
            <a:endParaRPr lang="en-US" sz="1100" dirty="0"/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618A6BA5-B300-AD5F-129E-8F8034A89F7E}"/>
              </a:ext>
            </a:extLst>
          </p:cNvPr>
          <p:cNvSpPr/>
          <p:nvPr/>
        </p:nvSpPr>
        <p:spPr>
          <a:xfrm>
            <a:off x="3306461" y="5067780"/>
            <a:ext cx="1660265" cy="1681095"/>
          </a:xfrm>
          <a:prstGeom prst="rect">
            <a:avLst/>
          </a:prstGeom>
          <a:solidFill>
            <a:srgbClr val="FFFFFF"/>
          </a:solidFill>
          <a:ln w="6350">
            <a:solidFill>
              <a:srgbClr val="2A2823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56" name="Shape 8">
            <a:extLst>
              <a:ext uri="{FF2B5EF4-FFF2-40B4-BE49-F238E27FC236}">
                <a16:creationId xmlns:a16="http://schemas.microsoft.com/office/drawing/2014/main" id="{9CC11751-C5C2-C7CD-79CF-4039A161E96D}"/>
              </a:ext>
            </a:extLst>
          </p:cNvPr>
          <p:cNvSpPr/>
          <p:nvPr/>
        </p:nvSpPr>
        <p:spPr>
          <a:xfrm>
            <a:off x="3459760" y="5207035"/>
            <a:ext cx="1335550" cy="1119914"/>
          </a:xfrm>
          <a:prstGeom prst="rect">
            <a:avLst/>
          </a:prstGeom>
          <a:solidFill>
            <a:srgbClr val="F2E4C9"/>
          </a:solidFill>
          <a:ln w="508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64B8A06B-E2ED-A2A4-3471-066556CA0BAD}"/>
              </a:ext>
            </a:extLst>
          </p:cNvPr>
          <p:cNvSpPr/>
          <p:nvPr/>
        </p:nvSpPr>
        <p:spPr>
          <a:xfrm>
            <a:off x="3184131" y="6223871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A28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</a:t>
            </a:r>
            <a:endParaRPr lang="en-US" sz="1100" dirty="0"/>
          </a:p>
        </p:txBody>
      </p:sp>
      <p:sp>
        <p:nvSpPr>
          <p:cNvPr id="58" name="Shape 7">
            <a:extLst>
              <a:ext uri="{FF2B5EF4-FFF2-40B4-BE49-F238E27FC236}">
                <a16:creationId xmlns:a16="http://schemas.microsoft.com/office/drawing/2014/main" id="{57243899-EFAC-B605-0E69-5865A0433BF2}"/>
              </a:ext>
            </a:extLst>
          </p:cNvPr>
          <p:cNvSpPr/>
          <p:nvPr/>
        </p:nvSpPr>
        <p:spPr>
          <a:xfrm rot="559136">
            <a:off x="1778292" y="5451215"/>
            <a:ext cx="1660265" cy="1681095"/>
          </a:xfrm>
          <a:prstGeom prst="rect">
            <a:avLst/>
          </a:prstGeom>
          <a:solidFill>
            <a:srgbClr val="FFFFFF"/>
          </a:solidFill>
          <a:ln w="6350">
            <a:solidFill>
              <a:srgbClr val="2A2823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59" name="Shape 8">
            <a:extLst>
              <a:ext uri="{FF2B5EF4-FFF2-40B4-BE49-F238E27FC236}">
                <a16:creationId xmlns:a16="http://schemas.microsoft.com/office/drawing/2014/main" id="{6003F9E7-B804-B67E-B4DB-C8F9AB90BE92}"/>
              </a:ext>
            </a:extLst>
          </p:cNvPr>
          <p:cNvSpPr/>
          <p:nvPr/>
        </p:nvSpPr>
        <p:spPr>
          <a:xfrm rot="559136">
            <a:off x="1931591" y="5590470"/>
            <a:ext cx="1335550" cy="1119914"/>
          </a:xfrm>
          <a:prstGeom prst="rect">
            <a:avLst/>
          </a:prstGeom>
          <a:solidFill>
            <a:srgbClr val="F2E4C9"/>
          </a:solidFill>
          <a:ln w="508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0" name="Text 9">
            <a:extLst>
              <a:ext uri="{FF2B5EF4-FFF2-40B4-BE49-F238E27FC236}">
                <a16:creationId xmlns:a16="http://schemas.microsoft.com/office/drawing/2014/main" id="{7762900C-217F-024E-B84E-34E038013121}"/>
              </a:ext>
            </a:extLst>
          </p:cNvPr>
          <p:cNvSpPr/>
          <p:nvPr/>
        </p:nvSpPr>
        <p:spPr>
          <a:xfrm rot="559136">
            <a:off x="1655962" y="660730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A28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</a:t>
            </a:r>
            <a:endParaRPr lang="en-US" sz="1100" dirty="0"/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8419458D-9C57-71B7-BA03-3A813D1A2DCC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</a:t>
            </a:r>
            <a:endParaRPr lang="en-US" sz="800" dirty="0"/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4E0F7984-B473-B3E4-2B0C-A58C24A9722C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299307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 rot="-180000">
            <a:off x="1880236" y="2070213"/>
            <a:ext cx="1282446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6E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T" sz="900"/>
          </a:p>
        </p:txBody>
      </p:sp>
      <p:sp>
        <p:nvSpPr>
          <p:cNvPr id="7" name="Shape 5"/>
          <p:cNvSpPr/>
          <p:nvPr/>
        </p:nvSpPr>
        <p:spPr>
          <a:xfrm rot="-180000">
            <a:off x="1936815" y="2126792"/>
            <a:ext cx="1169289" cy="1169289"/>
          </a:xfrm>
          <a:prstGeom prst="rect">
            <a:avLst/>
          </a:prstGeom>
          <a:solidFill>
            <a:srgbClr val="E8CFC4"/>
          </a:solidFill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" name="Text 6"/>
          <p:cNvSpPr/>
          <p:nvPr/>
        </p:nvSpPr>
        <p:spPr>
          <a:xfrm rot="-180000">
            <a:off x="1936815" y="3314940"/>
            <a:ext cx="1169289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 crush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0600" y="2089073"/>
            <a:ext cx="1320165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noticed 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0600" y="2221089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1" name="Shape 9"/>
          <p:cNvSpPr/>
          <p:nvPr/>
        </p:nvSpPr>
        <p:spPr>
          <a:xfrm>
            <a:off x="220600" y="2334246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" name="Shape 10"/>
          <p:cNvSpPr/>
          <p:nvPr/>
        </p:nvSpPr>
        <p:spPr>
          <a:xfrm>
            <a:off x="220600" y="2447403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3" name="Text 11"/>
          <p:cNvSpPr/>
          <p:nvPr/>
        </p:nvSpPr>
        <p:spPr>
          <a:xfrm>
            <a:off x="220600" y="2843453"/>
            <a:ext cx="1320165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they said 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0600" y="2975469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5" name="Shape 13"/>
          <p:cNvSpPr/>
          <p:nvPr/>
        </p:nvSpPr>
        <p:spPr>
          <a:xfrm>
            <a:off x="220600" y="3088626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6" name="Shape 14"/>
          <p:cNvSpPr/>
          <p:nvPr/>
        </p:nvSpPr>
        <p:spPr>
          <a:xfrm>
            <a:off x="220600" y="3201783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7" name="Text 15"/>
          <p:cNvSpPr/>
          <p:nvPr/>
        </p:nvSpPr>
        <p:spPr>
          <a:xfrm>
            <a:off x="220600" y="3446957"/>
            <a:ext cx="1320165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felt 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0600" y="3578973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9" name="Shape 17"/>
          <p:cNvSpPr/>
          <p:nvPr/>
        </p:nvSpPr>
        <p:spPr>
          <a:xfrm>
            <a:off x="220600" y="3692130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0" name="Shape 18"/>
          <p:cNvSpPr/>
          <p:nvPr/>
        </p:nvSpPr>
        <p:spPr>
          <a:xfrm>
            <a:off x="220600" y="3805287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1" name="Text 19"/>
          <p:cNvSpPr/>
          <p:nvPr/>
        </p:nvSpPr>
        <p:spPr>
          <a:xfrm>
            <a:off x="3388996" y="2089073"/>
            <a:ext cx="1320165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laugh 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8996" y="2221089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3" name="Shape 21"/>
          <p:cNvSpPr/>
          <p:nvPr/>
        </p:nvSpPr>
        <p:spPr>
          <a:xfrm>
            <a:off x="3388996" y="2334246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4" name="Shape 22"/>
          <p:cNvSpPr/>
          <p:nvPr/>
        </p:nvSpPr>
        <p:spPr>
          <a:xfrm>
            <a:off x="3388996" y="2447403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5" name="Text 23"/>
          <p:cNvSpPr/>
          <p:nvPr/>
        </p:nvSpPr>
        <p:spPr>
          <a:xfrm>
            <a:off x="3388996" y="2730296"/>
            <a:ext cx="1320165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way they 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8996" y="2862312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7" name="Shape 25"/>
          <p:cNvSpPr/>
          <p:nvPr/>
        </p:nvSpPr>
        <p:spPr>
          <a:xfrm>
            <a:off x="3388996" y="2975469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8" name="Shape 26"/>
          <p:cNvSpPr/>
          <p:nvPr/>
        </p:nvSpPr>
        <p:spPr>
          <a:xfrm>
            <a:off x="3388996" y="3088626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9" name="Text 27"/>
          <p:cNvSpPr/>
          <p:nvPr/>
        </p:nvSpPr>
        <p:spPr>
          <a:xfrm>
            <a:off x="3388996" y="3371519"/>
            <a:ext cx="1320165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then i →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8996" y="3503535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31" name="Shape 29"/>
          <p:cNvSpPr/>
          <p:nvPr/>
        </p:nvSpPr>
        <p:spPr>
          <a:xfrm>
            <a:off x="3388996" y="3616692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32" name="Shape 30"/>
          <p:cNvSpPr/>
          <p:nvPr/>
        </p:nvSpPr>
        <p:spPr>
          <a:xfrm>
            <a:off x="3388996" y="3729849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33" name="Text 31"/>
          <p:cNvSpPr/>
          <p:nvPr/>
        </p:nvSpPr>
        <p:spPr>
          <a:xfrm>
            <a:off x="1880236" y="3673271"/>
            <a:ext cx="1282446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♡  ♡  ♡  ♡  ♡</a:t>
            </a:r>
            <a:endParaRPr lang="en-US" sz="900" dirty="0"/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46E5D72E-AC75-41CC-59AF-42E883F7CD43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5A71A8D8-555E-35F6-1C2E-CF658271102D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8151806B-83F2-2924-721A-E8D6212A972C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</a:t>
            </a:r>
            <a:endParaRPr lang="en-US" sz="700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2AACFB5C-CA9A-B64C-25E0-90A6DBD450E4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</a:rPr>
              <a:t>NEWEST OBSESSION</a:t>
            </a:r>
            <a:endParaRPr lang="en-US" sz="800" dirty="0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F7237930-4708-96FB-E0F5-4514C85AFE8F}"/>
              </a:ext>
            </a:extLst>
          </p:cNvPr>
          <p:cNvSpPr/>
          <p:nvPr/>
        </p:nvSpPr>
        <p:spPr>
          <a:xfrm>
            <a:off x="320040" y="961766"/>
            <a:ext cx="4389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Crush Diary.</a:t>
            </a:r>
            <a:endParaRPr lang="en-US" sz="3000" dirty="0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458FE155-7C87-07AD-E9C4-44D90ED8B460}"/>
              </a:ext>
            </a:extLst>
          </p:cNvPr>
          <p:cNvSpPr/>
          <p:nvPr/>
        </p:nvSpPr>
        <p:spPr>
          <a:xfrm rot="-180000">
            <a:off x="1907017" y="5055869"/>
            <a:ext cx="1282446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6E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T" sz="900"/>
          </a:p>
        </p:txBody>
      </p:sp>
      <p:sp>
        <p:nvSpPr>
          <p:cNvPr id="43" name="Shape 5">
            <a:extLst>
              <a:ext uri="{FF2B5EF4-FFF2-40B4-BE49-F238E27FC236}">
                <a16:creationId xmlns:a16="http://schemas.microsoft.com/office/drawing/2014/main" id="{E3BBCA39-E089-67F5-8131-FB7CC8C549C8}"/>
              </a:ext>
            </a:extLst>
          </p:cNvPr>
          <p:cNvSpPr/>
          <p:nvPr/>
        </p:nvSpPr>
        <p:spPr>
          <a:xfrm rot="-180000">
            <a:off x="1963596" y="5112448"/>
            <a:ext cx="1169289" cy="1169289"/>
          </a:xfrm>
          <a:prstGeom prst="rect">
            <a:avLst/>
          </a:prstGeom>
          <a:solidFill>
            <a:srgbClr val="E8CFC4"/>
          </a:solidFill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41C94CD4-9E11-0AD4-1D6A-CD84928C007A}"/>
              </a:ext>
            </a:extLst>
          </p:cNvPr>
          <p:cNvSpPr/>
          <p:nvPr/>
        </p:nvSpPr>
        <p:spPr>
          <a:xfrm rot="-180000">
            <a:off x="1963596" y="6300596"/>
            <a:ext cx="1169289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fictional crush</a:t>
            </a:r>
            <a:endParaRPr lang="en-US" sz="900" dirty="0"/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628CCDDF-8597-2EC1-B5AA-460E0B0D8304}"/>
              </a:ext>
            </a:extLst>
          </p:cNvPr>
          <p:cNvSpPr/>
          <p:nvPr/>
        </p:nvSpPr>
        <p:spPr>
          <a:xfrm>
            <a:off x="247381" y="5074729"/>
            <a:ext cx="1320165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noticed →</a:t>
            </a:r>
            <a:endParaRPr lang="en-US" sz="900" dirty="0"/>
          </a:p>
        </p:txBody>
      </p:sp>
      <p:sp>
        <p:nvSpPr>
          <p:cNvPr id="46" name="Shape 8">
            <a:extLst>
              <a:ext uri="{FF2B5EF4-FFF2-40B4-BE49-F238E27FC236}">
                <a16:creationId xmlns:a16="http://schemas.microsoft.com/office/drawing/2014/main" id="{0048A142-36C0-AD11-343B-5FB480C16A81}"/>
              </a:ext>
            </a:extLst>
          </p:cNvPr>
          <p:cNvSpPr/>
          <p:nvPr/>
        </p:nvSpPr>
        <p:spPr>
          <a:xfrm>
            <a:off x="247381" y="5206745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18E6A53B-9FBC-F658-4422-F12CD02AB458}"/>
              </a:ext>
            </a:extLst>
          </p:cNvPr>
          <p:cNvSpPr/>
          <p:nvPr/>
        </p:nvSpPr>
        <p:spPr>
          <a:xfrm>
            <a:off x="247381" y="5319902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EA8CA5DF-056D-AE5E-43F5-5D34DF41D853}"/>
              </a:ext>
            </a:extLst>
          </p:cNvPr>
          <p:cNvSpPr/>
          <p:nvPr/>
        </p:nvSpPr>
        <p:spPr>
          <a:xfrm>
            <a:off x="247381" y="5433059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5149E242-DB99-F2C3-F438-5CAEDAFB5F22}"/>
              </a:ext>
            </a:extLst>
          </p:cNvPr>
          <p:cNvSpPr/>
          <p:nvPr/>
        </p:nvSpPr>
        <p:spPr>
          <a:xfrm>
            <a:off x="247381" y="5829109"/>
            <a:ext cx="1320165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they said →</a:t>
            </a:r>
            <a:endParaRPr lang="en-US" sz="900" dirty="0"/>
          </a:p>
        </p:txBody>
      </p:sp>
      <p:sp>
        <p:nvSpPr>
          <p:cNvPr id="50" name="Shape 12">
            <a:extLst>
              <a:ext uri="{FF2B5EF4-FFF2-40B4-BE49-F238E27FC236}">
                <a16:creationId xmlns:a16="http://schemas.microsoft.com/office/drawing/2014/main" id="{68E884B2-DA86-95AD-CE86-932CC72ED2F8}"/>
              </a:ext>
            </a:extLst>
          </p:cNvPr>
          <p:cNvSpPr/>
          <p:nvPr/>
        </p:nvSpPr>
        <p:spPr>
          <a:xfrm>
            <a:off x="247381" y="5961125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51" name="Shape 13">
            <a:extLst>
              <a:ext uri="{FF2B5EF4-FFF2-40B4-BE49-F238E27FC236}">
                <a16:creationId xmlns:a16="http://schemas.microsoft.com/office/drawing/2014/main" id="{0592BE40-92D4-FAED-7B9A-6B5EA10C5997}"/>
              </a:ext>
            </a:extLst>
          </p:cNvPr>
          <p:cNvSpPr/>
          <p:nvPr/>
        </p:nvSpPr>
        <p:spPr>
          <a:xfrm>
            <a:off x="247381" y="6074282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86649797-2E58-3AB2-2FB9-B84AC7C63B1E}"/>
              </a:ext>
            </a:extLst>
          </p:cNvPr>
          <p:cNvSpPr/>
          <p:nvPr/>
        </p:nvSpPr>
        <p:spPr>
          <a:xfrm>
            <a:off x="247381" y="6187439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F8AB29EA-C753-311E-0BB3-7A6BDDA73BF9}"/>
              </a:ext>
            </a:extLst>
          </p:cNvPr>
          <p:cNvSpPr/>
          <p:nvPr/>
        </p:nvSpPr>
        <p:spPr>
          <a:xfrm>
            <a:off x="247381" y="6432613"/>
            <a:ext cx="1320165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felt →</a:t>
            </a:r>
            <a:endParaRPr lang="en-US" sz="900" dirty="0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0E8DC907-1080-9CCD-C7EE-0EE5B2A24A09}"/>
              </a:ext>
            </a:extLst>
          </p:cNvPr>
          <p:cNvSpPr/>
          <p:nvPr/>
        </p:nvSpPr>
        <p:spPr>
          <a:xfrm>
            <a:off x="247381" y="6564629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DD3ADD24-D70E-2C1E-B5F7-9ACE743BE719}"/>
              </a:ext>
            </a:extLst>
          </p:cNvPr>
          <p:cNvSpPr/>
          <p:nvPr/>
        </p:nvSpPr>
        <p:spPr>
          <a:xfrm>
            <a:off x="247381" y="6677786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C4C3E3C6-4441-7DD2-5905-599B2233918B}"/>
              </a:ext>
            </a:extLst>
          </p:cNvPr>
          <p:cNvSpPr/>
          <p:nvPr/>
        </p:nvSpPr>
        <p:spPr>
          <a:xfrm>
            <a:off x="247381" y="6790943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70BD6F26-178A-64F7-D26A-EB2C8F641CBB}"/>
              </a:ext>
            </a:extLst>
          </p:cNvPr>
          <p:cNvSpPr/>
          <p:nvPr/>
        </p:nvSpPr>
        <p:spPr>
          <a:xfrm>
            <a:off x="3415777" y="5074729"/>
            <a:ext cx="1320165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laugh →</a:t>
            </a:r>
            <a:endParaRPr lang="en-US" sz="900" dirty="0"/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BF1259E1-31DB-4C86-F3CE-1E09E7F5F8A6}"/>
              </a:ext>
            </a:extLst>
          </p:cNvPr>
          <p:cNvSpPr/>
          <p:nvPr/>
        </p:nvSpPr>
        <p:spPr>
          <a:xfrm>
            <a:off x="3415777" y="5206745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59" name="Shape 21">
            <a:extLst>
              <a:ext uri="{FF2B5EF4-FFF2-40B4-BE49-F238E27FC236}">
                <a16:creationId xmlns:a16="http://schemas.microsoft.com/office/drawing/2014/main" id="{E0964B35-914F-30BD-3ABB-F7C0E64A5690}"/>
              </a:ext>
            </a:extLst>
          </p:cNvPr>
          <p:cNvSpPr/>
          <p:nvPr/>
        </p:nvSpPr>
        <p:spPr>
          <a:xfrm>
            <a:off x="3415777" y="5319902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0" name="Shape 22">
            <a:extLst>
              <a:ext uri="{FF2B5EF4-FFF2-40B4-BE49-F238E27FC236}">
                <a16:creationId xmlns:a16="http://schemas.microsoft.com/office/drawing/2014/main" id="{B3CFC842-C2F3-1E1B-D563-BB5F84CD64CC}"/>
              </a:ext>
            </a:extLst>
          </p:cNvPr>
          <p:cNvSpPr/>
          <p:nvPr/>
        </p:nvSpPr>
        <p:spPr>
          <a:xfrm>
            <a:off x="3415777" y="5433059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556CAEEA-AAC8-CEE4-2B17-FA116082FCC1}"/>
              </a:ext>
            </a:extLst>
          </p:cNvPr>
          <p:cNvSpPr/>
          <p:nvPr/>
        </p:nvSpPr>
        <p:spPr>
          <a:xfrm>
            <a:off x="3415777" y="5715952"/>
            <a:ext cx="1320165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way they →</a:t>
            </a:r>
            <a:endParaRPr lang="en-US" sz="900" dirty="0"/>
          </a:p>
        </p:txBody>
      </p:sp>
      <p:sp>
        <p:nvSpPr>
          <p:cNvPr id="62" name="Shape 24">
            <a:extLst>
              <a:ext uri="{FF2B5EF4-FFF2-40B4-BE49-F238E27FC236}">
                <a16:creationId xmlns:a16="http://schemas.microsoft.com/office/drawing/2014/main" id="{5DDC02F4-3647-345A-70EC-E91DF3C69F8F}"/>
              </a:ext>
            </a:extLst>
          </p:cNvPr>
          <p:cNvSpPr/>
          <p:nvPr/>
        </p:nvSpPr>
        <p:spPr>
          <a:xfrm>
            <a:off x="3415777" y="5847968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1123A7D9-CEB4-68DC-E1C6-295764B6D51C}"/>
              </a:ext>
            </a:extLst>
          </p:cNvPr>
          <p:cNvSpPr/>
          <p:nvPr/>
        </p:nvSpPr>
        <p:spPr>
          <a:xfrm>
            <a:off x="3415777" y="5961125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4" name="Shape 26">
            <a:extLst>
              <a:ext uri="{FF2B5EF4-FFF2-40B4-BE49-F238E27FC236}">
                <a16:creationId xmlns:a16="http://schemas.microsoft.com/office/drawing/2014/main" id="{78847FD7-FD2E-F7F9-4627-E014EFFDD38E}"/>
              </a:ext>
            </a:extLst>
          </p:cNvPr>
          <p:cNvSpPr/>
          <p:nvPr/>
        </p:nvSpPr>
        <p:spPr>
          <a:xfrm>
            <a:off x="3415777" y="6074282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5" name="Text 27">
            <a:extLst>
              <a:ext uri="{FF2B5EF4-FFF2-40B4-BE49-F238E27FC236}">
                <a16:creationId xmlns:a16="http://schemas.microsoft.com/office/drawing/2014/main" id="{42FD64CD-F21E-4B07-79E6-1FDEDD3A5041}"/>
              </a:ext>
            </a:extLst>
          </p:cNvPr>
          <p:cNvSpPr/>
          <p:nvPr/>
        </p:nvSpPr>
        <p:spPr>
          <a:xfrm>
            <a:off x="3415777" y="6357175"/>
            <a:ext cx="1320165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then i →</a:t>
            </a:r>
            <a:endParaRPr lang="en-US" sz="900" dirty="0"/>
          </a:p>
        </p:txBody>
      </p:sp>
      <p:sp>
        <p:nvSpPr>
          <p:cNvPr id="66" name="Shape 28">
            <a:extLst>
              <a:ext uri="{FF2B5EF4-FFF2-40B4-BE49-F238E27FC236}">
                <a16:creationId xmlns:a16="http://schemas.microsoft.com/office/drawing/2014/main" id="{81721A18-DA8A-5FC0-07FE-B2357D41BFE7}"/>
              </a:ext>
            </a:extLst>
          </p:cNvPr>
          <p:cNvSpPr/>
          <p:nvPr/>
        </p:nvSpPr>
        <p:spPr>
          <a:xfrm>
            <a:off x="3415777" y="6489191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7" name="Shape 29">
            <a:extLst>
              <a:ext uri="{FF2B5EF4-FFF2-40B4-BE49-F238E27FC236}">
                <a16:creationId xmlns:a16="http://schemas.microsoft.com/office/drawing/2014/main" id="{8C6E7B07-10B0-3CBD-0FF5-F08AF6F4BB00}"/>
              </a:ext>
            </a:extLst>
          </p:cNvPr>
          <p:cNvSpPr/>
          <p:nvPr/>
        </p:nvSpPr>
        <p:spPr>
          <a:xfrm>
            <a:off x="3415777" y="6602348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8" name="Shape 30">
            <a:extLst>
              <a:ext uri="{FF2B5EF4-FFF2-40B4-BE49-F238E27FC236}">
                <a16:creationId xmlns:a16="http://schemas.microsoft.com/office/drawing/2014/main" id="{4270B7A6-A986-941C-DDBF-7301776D431F}"/>
              </a:ext>
            </a:extLst>
          </p:cNvPr>
          <p:cNvSpPr/>
          <p:nvPr/>
        </p:nvSpPr>
        <p:spPr>
          <a:xfrm>
            <a:off x="3415777" y="6715505"/>
            <a:ext cx="135788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2800E0EF-F021-0720-AF7C-ED7B300DA81A}"/>
              </a:ext>
            </a:extLst>
          </p:cNvPr>
          <p:cNvSpPr/>
          <p:nvPr/>
        </p:nvSpPr>
        <p:spPr>
          <a:xfrm>
            <a:off x="1907017" y="6658927"/>
            <a:ext cx="1282446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B97C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♡  ♡  ♡  ♡  ♡</a:t>
            </a:r>
            <a:endParaRPr lang="en-US" sz="900" dirty="0"/>
          </a:p>
        </p:txBody>
      </p:sp>
      <p:sp>
        <p:nvSpPr>
          <p:cNvPr id="70" name="Text 3">
            <a:extLst>
              <a:ext uri="{FF2B5EF4-FFF2-40B4-BE49-F238E27FC236}">
                <a16:creationId xmlns:a16="http://schemas.microsoft.com/office/drawing/2014/main" id="{9A9EA443-3B28-0474-3D5F-54A12DE0DA4B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</a:t>
            </a:r>
            <a:endParaRPr lang="en-US" sz="800" dirty="0"/>
          </a:p>
        </p:txBody>
      </p:sp>
      <p:sp>
        <p:nvSpPr>
          <p:cNvPr id="71" name="Text 4">
            <a:extLst>
              <a:ext uri="{FF2B5EF4-FFF2-40B4-BE49-F238E27FC236}">
                <a16:creationId xmlns:a16="http://schemas.microsoft.com/office/drawing/2014/main" id="{C5152E3D-486D-A09D-AA44-484240F7D4C5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D82E7B7-EF3E-68CD-AE15-856EF80B2631}"/>
              </a:ext>
            </a:extLst>
          </p:cNvPr>
          <p:cNvCxnSpPr/>
          <p:nvPr/>
        </p:nvCxnSpPr>
        <p:spPr>
          <a:xfrm>
            <a:off x="258319" y="4305782"/>
            <a:ext cx="445084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9CED033-2EB3-834C-77DB-D5908FFC725D}"/>
              </a:ext>
            </a:extLst>
          </p:cNvPr>
          <p:cNvCxnSpPr/>
          <p:nvPr/>
        </p:nvCxnSpPr>
        <p:spPr>
          <a:xfrm>
            <a:off x="258319" y="4215114"/>
            <a:ext cx="445084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EBC25F4-BD39-38C4-297A-7EA6FFB4BD98}"/>
              </a:ext>
            </a:extLst>
          </p:cNvPr>
          <p:cNvCxnSpPr/>
          <p:nvPr/>
        </p:nvCxnSpPr>
        <p:spPr>
          <a:xfrm>
            <a:off x="260438" y="4413812"/>
            <a:ext cx="445084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DDE7F54-1914-3C38-D22A-9750D902CDA7}"/>
              </a:ext>
            </a:extLst>
          </p:cNvPr>
          <p:cNvCxnSpPr/>
          <p:nvPr/>
        </p:nvCxnSpPr>
        <p:spPr>
          <a:xfrm>
            <a:off x="258319" y="4516055"/>
            <a:ext cx="445084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268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PEOPLE I LOVE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035304"/>
            <a:ext cx="438912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people</a:t>
            </a:r>
            <a:endParaRPr lang="en-US" sz="2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my corner.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914400" cy="914400"/>
          </a:xfrm>
          <a:prstGeom prst="ellipse">
            <a:avLst/>
          </a:prstGeom>
          <a:solidFill>
            <a:srgbClr val="E4C8C7"/>
          </a:solidFill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20040" y="2468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41732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0E1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 _____________________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17320" y="2395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met  ________________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17320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thing they did  __________________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3063240"/>
            <a:ext cx="329184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20040" y="3291840"/>
            <a:ext cx="914400" cy="914400"/>
          </a:xfrm>
          <a:prstGeom prst="ellipse">
            <a:avLst/>
          </a:prstGeom>
          <a:solidFill>
            <a:srgbClr val="E4C8C7"/>
          </a:solidFill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20040" y="3657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417320" y="3291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0E1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 _____________________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17320" y="35844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met  ________________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17320" y="3840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thing they did  __________________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417320" y="4251960"/>
            <a:ext cx="329184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4480560"/>
            <a:ext cx="914400" cy="914400"/>
          </a:xfrm>
          <a:prstGeom prst="ellipse">
            <a:avLst/>
          </a:prstGeom>
          <a:solidFill>
            <a:srgbClr val="E4C8C7"/>
          </a:solidFill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2004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417320" y="4480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0E1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 _____________________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41732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met  ________________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17320" y="5029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thing they did  __________________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17320" y="5440680"/>
            <a:ext cx="329184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20040" y="5669280"/>
            <a:ext cx="914400" cy="914400"/>
          </a:xfrm>
          <a:prstGeom prst="ellipse">
            <a:avLst/>
          </a:prstGeom>
          <a:solidFill>
            <a:srgbClr val="E4C8C7"/>
          </a:solidFill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20040" y="6035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417320" y="5669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0E1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 _____________________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17320" y="59618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met  ________________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417320" y="6217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thing they did  __________________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417320" y="6629400"/>
            <a:ext cx="329184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81149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6060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965960" y="3977640"/>
            <a:ext cx="1097280" cy="0"/>
          </a:xfrm>
          <a:prstGeom prst="line">
            <a:avLst/>
          </a:prstGeom>
          <a:noFill/>
          <a:ln w="10160">
            <a:solidFill>
              <a:srgbClr val="1E173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Playlist &amp; Music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PLAYLIST &amp; MUSIC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36529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365293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WRAPPED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041862"/>
            <a:ext cx="438912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My Month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in Sound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320040" y="2286943"/>
            <a:ext cx="4389120" cy="2022413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T" dirty="0"/>
          </a:p>
        </p:txBody>
      </p:sp>
      <p:sp>
        <p:nvSpPr>
          <p:cNvPr id="10" name="Text 8"/>
          <p:cNvSpPr/>
          <p:nvPr/>
        </p:nvSpPr>
        <p:spPr>
          <a:xfrm>
            <a:off x="502920" y="2399431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NOV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765191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124392"/>
            <a:ext cx="402336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00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top artist  </a:t>
            </a: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
</a:t>
            </a:r>
            <a:r>
              <a:rPr lang="en-US" sz="800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top song    </a:t>
            </a: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
</a:t>
            </a:r>
            <a:r>
              <a:rPr lang="en-US" sz="800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a mood      </a:t>
            </a:r>
            <a:r>
              <a:rPr lang="en-US" sz="11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44681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Fill in your month. 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4754378"/>
            <a:ext cx="4389120" cy="0"/>
          </a:xfrm>
          <a:prstGeom prst="line">
            <a:avLst/>
          </a:prstGeom>
          <a:noFill/>
          <a:ln w="635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20040" y="484581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TOP 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509668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1520" y="5429797"/>
            <a:ext cx="3977640" cy="0"/>
          </a:xfrm>
          <a:prstGeom prst="line">
            <a:avLst/>
          </a:prstGeom>
          <a:noFill/>
          <a:ln w="508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B6CDAEAA-1C1E-2209-2F0E-DE79B6CDDCB9}"/>
              </a:ext>
            </a:extLst>
          </p:cNvPr>
          <p:cNvSpPr/>
          <p:nvPr/>
        </p:nvSpPr>
        <p:spPr>
          <a:xfrm>
            <a:off x="685800" y="494912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song name</a:t>
            </a:r>
            <a:endParaRPr lang="en-US" sz="800" dirty="0"/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B4CABCB1-DCC2-AB02-1DD8-B60C006207BF}"/>
              </a:ext>
            </a:extLst>
          </p:cNvPr>
          <p:cNvSpPr/>
          <p:nvPr/>
        </p:nvSpPr>
        <p:spPr>
          <a:xfrm>
            <a:off x="685800" y="516745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800" dirty="0"/>
          </a:p>
        </p:txBody>
      </p:sp>
      <p:sp>
        <p:nvSpPr>
          <p:cNvPr id="73" name="Text 14">
            <a:extLst>
              <a:ext uri="{FF2B5EF4-FFF2-40B4-BE49-F238E27FC236}">
                <a16:creationId xmlns:a16="http://schemas.microsoft.com/office/drawing/2014/main" id="{4345360E-2B19-126A-E8EA-E45E3AEF6B4C}"/>
              </a:ext>
            </a:extLst>
          </p:cNvPr>
          <p:cNvSpPr/>
          <p:nvPr/>
        </p:nvSpPr>
        <p:spPr>
          <a:xfrm>
            <a:off x="320040" y="5488731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74" name="Shape 15">
            <a:extLst>
              <a:ext uri="{FF2B5EF4-FFF2-40B4-BE49-F238E27FC236}">
                <a16:creationId xmlns:a16="http://schemas.microsoft.com/office/drawing/2014/main" id="{8C954132-FA20-D989-E381-357CC7B2AC67}"/>
              </a:ext>
            </a:extLst>
          </p:cNvPr>
          <p:cNvSpPr/>
          <p:nvPr/>
        </p:nvSpPr>
        <p:spPr>
          <a:xfrm>
            <a:off x="731520" y="5874820"/>
            <a:ext cx="3977640" cy="0"/>
          </a:xfrm>
          <a:prstGeom prst="line">
            <a:avLst/>
          </a:prstGeom>
          <a:noFill/>
          <a:ln w="508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5" name="Text 5">
            <a:extLst>
              <a:ext uri="{FF2B5EF4-FFF2-40B4-BE49-F238E27FC236}">
                <a16:creationId xmlns:a16="http://schemas.microsoft.com/office/drawing/2014/main" id="{FB719DEE-B177-E347-4228-38CA42DFA635}"/>
              </a:ext>
            </a:extLst>
          </p:cNvPr>
          <p:cNvSpPr/>
          <p:nvPr/>
        </p:nvSpPr>
        <p:spPr>
          <a:xfrm>
            <a:off x="685800" y="5429797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song name</a:t>
            </a:r>
            <a:endParaRPr lang="en-US" sz="800" dirty="0"/>
          </a:p>
        </p:txBody>
      </p:sp>
      <p:sp>
        <p:nvSpPr>
          <p:cNvPr id="76" name="Text 6">
            <a:extLst>
              <a:ext uri="{FF2B5EF4-FFF2-40B4-BE49-F238E27FC236}">
                <a16:creationId xmlns:a16="http://schemas.microsoft.com/office/drawing/2014/main" id="{5C45227D-7C2D-DA35-294C-580116B77C99}"/>
              </a:ext>
            </a:extLst>
          </p:cNvPr>
          <p:cNvSpPr/>
          <p:nvPr/>
        </p:nvSpPr>
        <p:spPr>
          <a:xfrm>
            <a:off x="685800" y="560733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8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05436569-1B12-61D0-B683-B5539D450AF4}"/>
              </a:ext>
            </a:extLst>
          </p:cNvPr>
          <p:cNvSpPr/>
          <p:nvPr/>
        </p:nvSpPr>
        <p:spPr>
          <a:xfrm>
            <a:off x="320040" y="6046131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78" name="Shape 15">
            <a:extLst>
              <a:ext uri="{FF2B5EF4-FFF2-40B4-BE49-F238E27FC236}">
                <a16:creationId xmlns:a16="http://schemas.microsoft.com/office/drawing/2014/main" id="{E011F904-DF29-46AE-1BE7-951673B393CE}"/>
              </a:ext>
            </a:extLst>
          </p:cNvPr>
          <p:cNvSpPr/>
          <p:nvPr/>
        </p:nvSpPr>
        <p:spPr>
          <a:xfrm>
            <a:off x="731520" y="6391217"/>
            <a:ext cx="3977640" cy="0"/>
          </a:xfrm>
          <a:prstGeom prst="line">
            <a:avLst/>
          </a:prstGeom>
          <a:noFill/>
          <a:ln w="508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  <p:sp>
        <p:nvSpPr>
          <p:cNvPr id="79" name="Text 5">
            <a:extLst>
              <a:ext uri="{FF2B5EF4-FFF2-40B4-BE49-F238E27FC236}">
                <a16:creationId xmlns:a16="http://schemas.microsoft.com/office/drawing/2014/main" id="{9FD9E12E-C17A-F77F-111C-416DE4B696BE}"/>
              </a:ext>
            </a:extLst>
          </p:cNvPr>
          <p:cNvSpPr/>
          <p:nvPr/>
        </p:nvSpPr>
        <p:spPr>
          <a:xfrm>
            <a:off x="685800" y="5898569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song name</a:t>
            </a:r>
            <a:endParaRPr lang="en-US" sz="800" dirty="0"/>
          </a:p>
        </p:txBody>
      </p:sp>
      <p:sp>
        <p:nvSpPr>
          <p:cNvPr id="80" name="Text 6">
            <a:extLst>
              <a:ext uri="{FF2B5EF4-FFF2-40B4-BE49-F238E27FC236}">
                <a16:creationId xmlns:a16="http://schemas.microsoft.com/office/drawing/2014/main" id="{A77FD643-2512-B005-EB60-5D34D0B00F03}"/>
              </a:ext>
            </a:extLst>
          </p:cNvPr>
          <p:cNvSpPr/>
          <p:nvPr/>
        </p:nvSpPr>
        <p:spPr>
          <a:xfrm>
            <a:off x="685800" y="6116897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800" dirty="0"/>
          </a:p>
        </p:txBody>
      </p:sp>
      <p:sp>
        <p:nvSpPr>
          <p:cNvPr id="81" name="Text 14">
            <a:extLst>
              <a:ext uri="{FF2B5EF4-FFF2-40B4-BE49-F238E27FC236}">
                <a16:creationId xmlns:a16="http://schemas.microsoft.com/office/drawing/2014/main" id="{EAF8D2CD-5E1F-F6E4-0C5C-534364F42B2E}"/>
              </a:ext>
            </a:extLst>
          </p:cNvPr>
          <p:cNvSpPr/>
          <p:nvPr/>
        </p:nvSpPr>
        <p:spPr>
          <a:xfrm>
            <a:off x="365760" y="6540345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83" name="Text 5">
            <a:extLst>
              <a:ext uri="{FF2B5EF4-FFF2-40B4-BE49-F238E27FC236}">
                <a16:creationId xmlns:a16="http://schemas.microsoft.com/office/drawing/2014/main" id="{5BA97BAF-B6E3-75B3-934B-CA11B726A96B}"/>
              </a:ext>
            </a:extLst>
          </p:cNvPr>
          <p:cNvSpPr/>
          <p:nvPr/>
        </p:nvSpPr>
        <p:spPr>
          <a:xfrm>
            <a:off x="731520" y="6392783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song name</a:t>
            </a:r>
            <a:endParaRPr lang="en-US" sz="800" dirty="0"/>
          </a:p>
        </p:txBody>
      </p:sp>
      <p:sp>
        <p:nvSpPr>
          <p:cNvPr id="84" name="Text 6">
            <a:extLst>
              <a:ext uri="{FF2B5EF4-FFF2-40B4-BE49-F238E27FC236}">
                <a16:creationId xmlns:a16="http://schemas.microsoft.com/office/drawing/2014/main" id="{C683FC77-26EF-62B9-59CD-CEF7C0A8A325}"/>
              </a:ext>
            </a:extLst>
          </p:cNvPr>
          <p:cNvSpPr/>
          <p:nvPr/>
        </p:nvSpPr>
        <p:spPr>
          <a:xfrm>
            <a:off x="731520" y="6611111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800" dirty="0"/>
          </a:p>
        </p:txBody>
      </p:sp>
      <p:sp>
        <p:nvSpPr>
          <p:cNvPr id="85" name="Shape 15">
            <a:extLst>
              <a:ext uri="{FF2B5EF4-FFF2-40B4-BE49-F238E27FC236}">
                <a16:creationId xmlns:a16="http://schemas.microsoft.com/office/drawing/2014/main" id="{233EC653-7C44-DFEE-3073-41868C104D66}"/>
              </a:ext>
            </a:extLst>
          </p:cNvPr>
          <p:cNvSpPr/>
          <p:nvPr/>
        </p:nvSpPr>
        <p:spPr>
          <a:xfrm>
            <a:off x="731520" y="6885125"/>
            <a:ext cx="3977640" cy="0"/>
          </a:xfrm>
          <a:prstGeom prst="line">
            <a:avLst/>
          </a:prstGeom>
          <a:noFill/>
          <a:ln w="508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  <p:sp>
        <p:nvSpPr>
          <p:cNvPr id="86" name="Text 14">
            <a:extLst>
              <a:ext uri="{FF2B5EF4-FFF2-40B4-BE49-F238E27FC236}">
                <a16:creationId xmlns:a16="http://schemas.microsoft.com/office/drawing/2014/main" id="{DEA61C49-A9BC-A1AF-A16A-987C78747D3D}"/>
              </a:ext>
            </a:extLst>
          </p:cNvPr>
          <p:cNvSpPr/>
          <p:nvPr/>
        </p:nvSpPr>
        <p:spPr>
          <a:xfrm>
            <a:off x="365760" y="701583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87" name="Text 5">
            <a:extLst>
              <a:ext uri="{FF2B5EF4-FFF2-40B4-BE49-F238E27FC236}">
                <a16:creationId xmlns:a16="http://schemas.microsoft.com/office/drawing/2014/main" id="{6EDE3373-06DD-1736-A6D5-56CCF04DD758}"/>
              </a:ext>
            </a:extLst>
          </p:cNvPr>
          <p:cNvSpPr/>
          <p:nvPr/>
        </p:nvSpPr>
        <p:spPr>
          <a:xfrm>
            <a:off x="731520" y="6868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song name</a:t>
            </a:r>
            <a:endParaRPr lang="en-US" sz="800" dirty="0"/>
          </a:p>
        </p:txBody>
      </p:sp>
      <p:sp>
        <p:nvSpPr>
          <p:cNvPr id="88" name="Text 6">
            <a:extLst>
              <a:ext uri="{FF2B5EF4-FFF2-40B4-BE49-F238E27FC236}">
                <a16:creationId xmlns:a16="http://schemas.microsoft.com/office/drawing/2014/main" id="{431621E9-CACE-455A-A17D-8DE4C45307F0}"/>
              </a:ext>
            </a:extLst>
          </p:cNvPr>
          <p:cNvSpPr/>
          <p:nvPr/>
        </p:nvSpPr>
        <p:spPr>
          <a:xfrm>
            <a:off x="731520" y="7086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800" dirty="0"/>
          </a:p>
        </p:txBody>
      </p:sp>
      <p:sp>
        <p:nvSpPr>
          <p:cNvPr id="89" name="Shape 15">
            <a:extLst>
              <a:ext uri="{FF2B5EF4-FFF2-40B4-BE49-F238E27FC236}">
                <a16:creationId xmlns:a16="http://schemas.microsoft.com/office/drawing/2014/main" id="{E32F9FE1-C523-81FC-9BE2-1A4C2A50FE4C}"/>
              </a:ext>
            </a:extLst>
          </p:cNvPr>
          <p:cNvSpPr/>
          <p:nvPr/>
        </p:nvSpPr>
        <p:spPr>
          <a:xfrm>
            <a:off x="731520" y="7360614"/>
            <a:ext cx="3977640" cy="0"/>
          </a:xfrm>
          <a:prstGeom prst="line">
            <a:avLst/>
          </a:prstGeom>
          <a:noFill/>
          <a:ln w="508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PLAYLIST &amp; MUSIC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FESTIVAL FROM MY EARPHONES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4389120" cy="6400800"/>
          </a:xfrm>
          <a:prstGeom prst="rect">
            <a:avLst/>
          </a:prstGeom>
          <a:solidFill>
            <a:schemeClr val="bg1"/>
          </a:solidFill>
          <a:ln/>
          <a:effectLst>
            <a:outerShdw blurRad="188125" dist="38100" dir="2700000" sx="101401" sy="101401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20040" y="109728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95000"/>
              </a:lnSpc>
            </a:pPr>
            <a:r>
              <a:rPr lang="en-IT" sz="4600" i="1" dirty="0">
                <a:latin typeface="Georgia" pitchFamily="34" charset="0"/>
              </a:rPr>
              <a:t>PenPalooza</a:t>
            </a:r>
            <a:endParaRPr lang="en-US" sz="4600" i="1" dirty="0">
              <a:latin typeface="Georgia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26060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6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FROM MY HEADPHONES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85800" y="2926080"/>
            <a:ext cx="3657600" cy="0"/>
          </a:xfrm>
          <a:prstGeom prst="line">
            <a:avLst/>
          </a:prstGeom>
          <a:noFill/>
          <a:ln w="6350">
            <a:solidFill>
              <a:srgbClr val="5A4F73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5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HEADLINER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4360" y="3273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36576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5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SUNSET SET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4360" y="3822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42062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5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MAIN STAGE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4360" y="43708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47548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5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STAGE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4360" y="4919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" y="53035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5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ON REPEAT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94360" y="5468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58521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5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LATE NIGHT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94360" y="6016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PLAYLIST &amp; MUSIC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03 / LINER NOTES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Album of the Week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0040" y="1783080"/>
            <a:ext cx="2194560" cy="2194560"/>
          </a:xfrm>
          <a:prstGeom prst="rect">
            <a:avLst/>
          </a:prstGeom>
          <a:solidFill>
            <a:schemeClr val="bg2"/>
          </a:solidFill>
          <a:ln w="635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2194560" cy="2194560"/>
          </a:xfrm>
          <a:prstGeom prst="line">
            <a:avLst/>
          </a:prstGeom>
          <a:noFill/>
          <a:ln w="508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20040" y="3977640"/>
            <a:ext cx="2194560" cy="0"/>
          </a:xfrm>
          <a:prstGeom prst="line">
            <a:avLst/>
          </a:prstGeom>
          <a:noFill/>
          <a:ln w="508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20040" y="277063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51760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ALBUM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651760" y="1947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2331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651760" y="2496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880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YEAR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651760" y="3044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_______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0040" y="4160520"/>
            <a:ext cx="4389120" cy="0"/>
          </a:xfrm>
          <a:prstGeom prst="line">
            <a:avLst/>
          </a:prstGeom>
          <a:noFill/>
          <a:ln w="635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20040" y="42519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LISTEN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20040" y="4910328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20040" y="5157216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20040" y="5404104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20040" y="5650992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20040" y="5897880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320040" y="6144768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20040" y="6391656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20040" y="6638544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320040" y="6885432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PLAYLIST &amp; MUSIC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04 / MIXTAPE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Music </a:t>
            </a:r>
            <a:r>
              <a:rPr lang="en-US" sz="2400" i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Moodboard</a:t>
            </a:r>
            <a:r>
              <a:rPr lang="en-US" sz="2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225" name="Rounded Rectangle 224">
            <a:extLst>
              <a:ext uri="{FF2B5EF4-FFF2-40B4-BE49-F238E27FC236}">
                <a16:creationId xmlns:a16="http://schemas.microsoft.com/office/drawing/2014/main" id="{C937FDF4-756C-3B74-BE94-CD1D22D394EE}"/>
              </a:ext>
            </a:extLst>
          </p:cNvPr>
          <p:cNvSpPr/>
          <p:nvPr/>
        </p:nvSpPr>
        <p:spPr>
          <a:xfrm>
            <a:off x="83343" y="1645400"/>
            <a:ext cx="1548640" cy="2417936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6" name="Rounded Rectangle 225">
            <a:extLst>
              <a:ext uri="{FF2B5EF4-FFF2-40B4-BE49-F238E27FC236}">
                <a16:creationId xmlns:a16="http://schemas.microsoft.com/office/drawing/2014/main" id="{008DC75A-691A-CF51-3220-FD7CA204854D}"/>
              </a:ext>
            </a:extLst>
          </p:cNvPr>
          <p:cNvSpPr/>
          <p:nvPr/>
        </p:nvSpPr>
        <p:spPr>
          <a:xfrm>
            <a:off x="200956" y="1765187"/>
            <a:ext cx="1317767" cy="12626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dirty="0">
                <a:solidFill>
                  <a:schemeClr val="tx1"/>
                </a:solidFill>
                <a:latin typeface="Bierstadt" panose="020B0004020202020204" pitchFamily="34" charset="0"/>
              </a:rPr>
              <a:t>FOTO</a:t>
            </a:r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F36FE010-34E4-8C52-B8DF-A5EED14DABB2}"/>
              </a:ext>
            </a:extLst>
          </p:cNvPr>
          <p:cNvSpPr/>
          <p:nvPr/>
        </p:nvSpPr>
        <p:spPr>
          <a:xfrm>
            <a:off x="720486" y="3646636"/>
            <a:ext cx="266317" cy="24578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228" name="Equals 227">
            <a:extLst>
              <a:ext uri="{FF2B5EF4-FFF2-40B4-BE49-F238E27FC236}">
                <a16:creationId xmlns:a16="http://schemas.microsoft.com/office/drawing/2014/main" id="{A0616E18-B4A3-9201-4594-847E784A9725}"/>
              </a:ext>
            </a:extLst>
          </p:cNvPr>
          <p:cNvSpPr/>
          <p:nvPr/>
        </p:nvSpPr>
        <p:spPr>
          <a:xfrm rot="5400000">
            <a:off x="731117" y="3606794"/>
            <a:ext cx="245780" cy="325464"/>
          </a:xfrm>
          <a:prstGeom prst="mathEqual">
            <a:avLst>
              <a:gd name="adj1" fmla="val 11692"/>
              <a:gd name="adj2" fmla="val 1606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00ADB1AA-F81C-25C2-D5DD-B61DB4A18F20}"/>
              </a:ext>
            </a:extLst>
          </p:cNvPr>
          <p:cNvCxnSpPr>
            <a:cxnSpLocks/>
          </p:cNvCxnSpPr>
          <p:nvPr/>
        </p:nvCxnSpPr>
        <p:spPr>
          <a:xfrm flipV="1">
            <a:off x="151684" y="3466394"/>
            <a:ext cx="1398808" cy="4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0" name="Oval 229">
            <a:extLst>
              <a:ext uri="{FF2B5EF4-FFF2-40B4-BE49-F238E27FC236}">
                <a16:creationId xmlns:a16="http://schemas.microsoft.com/office/drawing/2014/main" id="{8321CBA7-C354-66CF-9B40-A0F40A572D2E}"/>
              </a:ext>
            </a:extLst>
          </p:cNvPr>
          <p:cNvSpPr/>
          <p:nvPr/>
        </p:nvSpPr>
        <p:spPr>
          <a:xfrm>
            <a:off x="232726" y="3443126"/>
            <a:ext cx="45719" cy="465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231" name="Triangle 230">
            <a:extLst>
              <a:ext uri="{FF2B5EF4-FFF2-40B4-BE49-F238E27FC236}">
                <a16:creationId xmlns:a16="http://schemas.microsoft.com/office/drawing/2014/main" id="{EE43DB59-2660-9BDA-E8A8-CACD7AFBC139}"/>
              </a:ext>
            </a:extLst>
          </p:cNvPr>
          <p:cNvSpPr/>
          <p:nvPr/>
        </p:nvSpPr>
        <p:spPr>
          <a:xfrm rot="16200000">
            <a:off x="498436" y="3775342"/>
            <a:ext cx="85052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723FB8A2-62A9-6628-8191-877FFE0C9C26}"/>
              </a:ext>
            </a:extLst>
          </p:cNvPr>
          <p:cNvCxnSpPr>
            <a:cxnSpLocks/>
          </p:cNvCxnSpPr>
          <p:nvPr/>
        </p:nvCxnSpPr>
        <p:spPr>
          <a:xfrm>
            <a:off x="494717" y="3721555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3" name="Triangle 232">
            <a:extLst>
              <a:ext uri="{FF2B5EF4-FFF2-40B4-BE49-F238E27FC236}">
                <a16:creationId xmlns:a16="http://schemas.microsoft.com/office/drawing/2014/main" id="{EB5FF8AB-ED22-AFCC-6771-BF248479D03E}"/>
              </a:ext>
            </a:extLst>
          </p:cNvPr>
          <p:cNvSpPr/>
          <p:nvPr/>
        </p:nvSpPr>
        <p:spPr>
          <a:xfrm rot="5400000">
            <a:off x="1151593" y="3767455"/>
            <a:ext cx="85054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BE7DA691-3DFB-172A-A551-FBE35EFFAD9F}"/>
              </a:ext>
            </a:extLst>
          </p:cNvPr>
          <p:cNvCxnSpPr>
            <a:cxnSpLocks/>
          </p:cNvCxnSpPr>
          <p:nvPr/>
        </p:nvCxnSpPr>
        <p:spPr>
          <a:xfrm>
            <a:off x="1238884" y="3858524"/>
            <a:ext cx="0" cy="193"/>
          </a:xfrm>
          <a:prstGeom prst="line">
            <a:avLst/>
          </a:prstGeom>
          <a:ln w="19050">
            <a:solidFill>
              <a:srgbClr val="F1E8C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46081F1C-3F59-33C5-6877-89D2190F76EF}"/>
              </a:ext>
            </a:extLst>
          </p:cNvPr>
          <p:cNvSpPr txBox="1"/>
          <p:nvPr/>
        </p:nvSpPr>
        <p:spPr>
          <a:xfrm>
            <a:off x="192205" y="3120326"/>
            <a:ext cx="131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700" dirty="0">
                <a:latin typeface="Bierstadt" panose="020B0004020202020204" pitchFamily="34" charset="0"/>
              </a:rPr>
              <a:t>Artist</a:t>
            </a:r>
          </a:p>
          <a:p>
            <a:pPr algn="ctr"/>
            <a:r>
              <a:rPr lang="en-IT" sz="700" dirty="0">
                <a:latin typeface="Bierstadt" panose="020B0004020202020204" pitchFamily="34" charset="0"/>
              </a:rPr>
              <a:t>Song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68DEDEB4-7688-4A4B-CF0F-3F7A305874AE}"/>
              </a:ext>
            </a:extLst>
          </p:cNvPr>
          <p:cNvSpPr txBox="1"/>
          <p:nvPr/>
        </p:nvSpPr>
        <p:spPr>
          <a:xfrm>
            <a:off x="1345714" y="3272961"/>
            <a:ext cx="352588" cy="172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500" dirty="0">
                <a:latin typeface="Bierstadt" panose="020B0004020202020204" pitchFamily="34" charset="0"/>
              </a:rPr>
              <a:t>…</a:t>
            </a:r>
          </a:p>
        </p:txBody>
      </p:sp>
      <p:sp>
        <p:nvSpPr>
          <p:cNvPr id="239" name="Heart 238">
            <a:extLst>
              <a:ext uri="{FF2B5EF4-FFF2-40B4-BE49-F238E27FC236}">
                <a16:creationId xmlns:a16="http://schemas.microsoft.com/office/drawing/2014/main" id="{67D3A888-B8A5-18EE-9B1B-25F597E6329F}"/>
              </a:ext>
            </a:extLst>
          </p:cNvPr>
          <p:cNvSpPr/>
          <p:nvPr/>
        </p:nvSpPr>
        <p:spPr>
          <a:xfrm>
            <a:off x="219020" y="3262906"/>
            <a:ext cx="96095" cy="85027"/>
          </a:xfrm>
          <a:prstGeom prst="hear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25FD38D8-E45E-BD40-9E8C-24237120C995}"/>
              </a:ext>
            </a:extLst>
          </p:cNvPr>
          <p:cNvCxnSpPr>
            <a:cxnSpLocks/>
          </p:cNvCxnSpPr>
          <p:nvPr/>
        </p:nvCxnSpPr>
        <p:spPr>
          <a:xfrm>
            <a:off x="1238788" y="3723347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7" name="Rounded Rectangle 306">
            <a:extLst>
              <a:ext uri="{FF2B5EF4-FFF2-40B4-BE49-F238E27FC236}">
                <a16:creationId xmlns:a16="http://schemas.microsoft.com/office/drawing/2014/main" id="{7EBDDDBC-FAAC-3CD0-8CDB-10BC09888DAD}"/>
              </a:ext>
            </a:extLst>
          </p:cNvPr>
          <p:cNvSpPr/>
          <p:nvPr/>
        </p:nvSpPr>
        <p:spPr>
          <a:xfrm>
            <a:off x="1738641" y="1640153"/>
            <a:ext cx="1548640" cy="2417936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8" name="Rounded Rectangle 307">
            <a:extLst>
              <a:ext uri="{FF2B5EF4-FFF2-40B4-BE49-F238E27FC236}">
                <a16:creationId xmlns:a16="http://schemas.microsoft.com/office/drawing/2014/main" id="{DF2991BC-23B3-E887-A4BC-0BD1C01DFE24}"/>
              </a:ext>
            </a:extLst>
          </p:cNvPr>
          <p:cNvSpPr/>
          <p:nvPr/>
        </p:nvSpPr>
        <p:spPr>
          <a:xfrm>
            <a:off x="1856254" y="1759940"/>
            <a:ext cx="1317767" cy="12626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dirty="0">
                <a:solidFill>
                  <a:schemeClr val="tx1"/>
                </a:solidFill>
                <a:latin typeface="Bierstadt" panose="020B0004020202020204" pitchFamily="34" charset="0"/>
              </a:rPr>
              <a:t>FOTO</a:t>
            </a:r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3D916717-0AA6-AECF-AF43-D1CB6A6309CE}"/>
              </a:ext>
            </a:extLst>
          </p:cNvPr>
          <p:cNvSpPr/>
          <p:nvPr/>
        </p:nvSpPr>
        <p:spPr>
          <a:xfrm>
            <a:off x="2375784" y="3641389"/>
            <a:ext cx="266317" cy="24578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10" name="Equals 309">
            <a:extLst>
              <a:ext uri="{FF2B5EF4-FFF2-40B4-BE49-F238E27FC236}">
                <a16:creationId xmlns:a16="http://schemas.microsoft.com/office/drawing/2014/main" id="{17EB301A-68DC-57E5-5D8C-3D94D31BCC30}"/>
              </a:ext>
            </a:extLst>
          </p:cNvPr>
          <p:cNvSpPr/>
          <p:nvPr/>
        </p:nvSpPr>
        <p:spPr>
          <a:xfrm rot="5400000">
            <a:off x="2386415" y="3601547"/>
            <a:ext cx="245780" cy="325464"/>
          </a:xfrm>
          <a:prstGeom prst="mathEqual">
            <a:avLst>
              <a:gd name="adj1" fmla="val 11692"/>
              <a:gd name="adj2" fmla="val 1606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16198D49-B585-FE50-79DD-F30B043B5080}"/>
              </a:ext>
            </a:extLst>
          </p:cNvPr>
          <p:cNvCxnSpPr>
            <a:cxnSpLocks/>
          </p:cNvCxnSpPr>
          <p:nvPr/>
        </p:nvCxnSpPr>
        <p:spPr>
          <a:xfrm flipV="1">
            <a:off x="1806982" y="3461147"/>
            <a:ext cx="1398808" cy="4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2" name="Oval 311">
            <a:extLst>
              <a:ext uri="{FF2B5EF4-FFF2-40B4-BE49-F238E27FC236}">
                <a16:creationId xmlns:a16="http://schemas.microsoft.com/office/drawing/2014/main" id="{3F49E507-3B67-C4CB-6725-5368E5E18475}"/>
              </a:ext>
            </a:extLst>
          </p:cNvPr>
          <p:cNvSpPr/>
          <p:nvPr/>
        </p:nvSpPr>
        <p:spPr>
          <a:xfrm>
            <a:off x="1888024" y="3437879"/>
            <a:ext cx="45719" cy="465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13" name="Triangle 312">
            <a:extLst>
              <a:ext uri="{FF2B5EF4-FFF2-40B4-BE49-F238E27FC236}">
                <a16:creationId xmlns:a16="http://schemas.microsoft.com/office/drawing/2014/main" id="{A17B1DDE-EF32-252A-4DC2-244E7836BFD2}"/>
              </a:ext>
            </a:extLst>
          </p:cNvPr>
          <p:cNvSpPr/>
          <p:nvPr/>
        </p:nvSpPr>
        <p:spPr>
          <a:xfrm rot="16200000">
            <a:off x="2153734" y="3770095"/>
            <a:ext cx="85052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8C551D44-DEF1-F916-0288-5C3361831310}"/>
              </a:ext>
            </a:extLst>
          </p:cNvPr>
          <p:cNvCxnSpPr>
            <a:cxnSpLocks/>
          </p:cNvCxnSpPr>
          <p:nvPr/>
        </p:nvCxnSpPr>
        <p:spPr>
          <a:xfrm>
            <a:off x="2150015" y="3716308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5" name="Triangle 314">
            <a:extLst>
              <a:ext uri="{FF2B5EF4-FFF2-40B4-BE49-F238E27FC236}">
                <a16:creationId xmlns:a16="http://schemas.microsoft.com/office/drawing/2014/main" id="{14D4FD1B-95F0-BF87-94D7-5F66845ADAC2}"/>
              </a:ext>
            </a:extLst>
          </p:cNvPr>
          <p:cNvSpPr/>
          <p:nvPr/>
        </p:nvSpPr>
        <p:spPr>
          <a:xfrm rot="5400000">
            <a:off x="2806891" y="3762208"/>
            <a:ext cx="85054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5C8D7252-3120-3F64-56F9-EC6ECF058A14}"/>
              </a:ext>
            </a:extLst>
          </p:cNvPr>
          <p:cNvCxnSpPr>
            <a:cxnSpLocks/>
          </p:cNvCxnSpPr>
          <p:nvPr/>
        </p:nvCxnSpPr>
        <p:spPr>
          <a:xfrm>
            <a:off x="2894182" y="3853277"/>
            <a:ext cx="0" cy="193"/>
          </a:xfrm>
          <a:prstGeom prst="line">
            <a:avLst/>
          </a:prstGeom>
          <a:ln w="19050">
            <a:solidFill>
              <a:srgbClr val="F1E8C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7" name="TextBox 316">
            <a:extLst>
              <a:ext uri="{FF2B5EF4-FFF2-40B4-BE49-F238E27FC236}">
                <a16:creationId xmlns:a16="http://schemas.microsoft.com/office/drawing/2014/main" id="{6567E069-A1EC-9A40-2A34-C51E53A92909}"/>
              </a:ext>
            </a:extLst>
          </p:cNvPr>
          <p:cNvSpPr txBox="1"/>
          <p:nvPr/>
        </p:nvSpPr>
        <p:spPr>
          <a:xfrm>
            <a:off x="1847503" y="3115079"/>
            <a:ext cx="131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700" dirty="0">
                <a:latin typeface="Bierstadt" panose="020B0004020202020204" pitchFamily="34" charset="0"/>
              </a:rPr>
              <a:t>Artist</a:t>
            </a:r>
          </a:p>
          <a:p>
            <a:pPr algn="ctr"/>
            <a:r>
              <a:rPr lang="en-IT" sz="700" dirty="0">
                <a:latin typeface="Bierstadt" panose="020B0004020202020204" pitchFamily="34" charset="0"/>
              </a:rPr>
              <a:t>Song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84EC3AF6-7617-F4C9-84A3-F6A6A6E98350}"/>
              </a:ext>
            </a:extLst>
          </p:cNvPr>
          <p:cNvSpPr txBox="1"/>
          <p:nvPr/>
        </p:nvSpPr>
        <p:spPr>
          <a:xfrm>
            <a:off x="3069108" y="3267714"/>
            <a:ext cx="352588" cy="172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500" dirty="0">
                <a:latin typeface="Bierstadt" panose="020B0004020202020204" pitchFamily="34" charset="0"/>
              </a:rPr>
              <a:t>…</a:t>
            </a:r>
          </a:p>
        </p:txBody>
      </p:sp>
      <p:sp>
        <p:nvSpPr>
          <p:cNvPr id="319" name="Heart 318">
            <a:extLst>
              <a:ext uri="{FF2B5EF4-FFF2-40B4-BE49-F238E27FC236}">
                <a16:creationId xmlns:a16="http://schemas.microsoft.com/office/drawing/2014/main" id="{B54374B4-A44B-10B0-19BF-B11855E9D49C}"/>
              </a:ext>
            </a:extLst>
          </p:cNvPr>
          <p:cNvSpPr/>
          <p:nvPr/>
        </p:nvSpPr>
        <p:spPr>
          <a:xfrm>
            <a:off x="1874318" y="3257659"/>
            <a:ext cx="96095" cy="85027"/>
          </a:xfrm>
          <a:prstGeom prst="hear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55DD7C36-9B83-84A4-5878-277A70861365}"/>
              </a:ext>
            </a:extLst>
          </p:cNvPr>
          <p:cNvCxnSpPr>
            <a:cxnSpLocks/>
          </p:cNvCxnSpPr>
          <p:nvPr/>
        </p:nvCxnSpPr>
        <p:spPr>
          <a:xfrm>
            <a:off x="2894086" y="3718100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1" name="Rounded Rectangle 320">
            <a:extLst>
              <a:ext uri="{FF2B5EF4-FFF2-40B4-BE49-F238E27FC236}">
                <a16:creationId xmlns:a16="http://schemas.microsoft.com/office/drawing/2014/main" id="{EFF6D773-8796-3637-F6FE-2A7D1D545D07}"/>
              </a:ext>
            </a:extLst>
          </p:cNvPr>
          <p:cNvSpPr/>
          <p:nvPr/>
        </p:nvSpPr>
        <p:spPr>
          <a:xfrm>
            <a:off x="3392676" y="1640153"/>
            <a:ext cx="1548640" cy="2417936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2" name="Rounded Rectangle 321">
            <a:extLst>
              <a:ext uri="{FF2B5EF4-FFF2-40B4-BE49-F238E27FC236}">
                <a16:creationId xmlns:a16="http://schemas.microsoft.com/office/drawing/2014/main" id="{2C51DBB7-1903-26C0-3B20-49D72F82BC03}"/>
              </a:ext>
            </a:extLst>
          </p:cNvPr>
          <p:cNvSpPr/>
          <p:nvPr/>
        </p:nvSpPr>
        <p:spPr>
          <a:xfrm>
            <a:off x="3510289" y="1759940"/>
            <a:ext cx="1317767" cy="12626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dirty="0">
                <a:solidFill>
                  <a:schemeClr val="tx1"/>
                </a:solidFill>
                <a:latin typeface="Bierstadt" panose="020B0004020202020204" pitchFamily="34" charset="0"/>
              </a:rPr>
              <a:t>FOTO</a:t>
            </a:r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BDCFE1C9-E4E1-929D-ADD7-1B9404C3E778}"/>
              </a:ext>
            </a:extLst>
          </p:cNvPr>
          <p:cNvSpPr/>
          <p:nvPr/>
        </p:nvSpPr>
        <p:spPr>
          <a:xfrm>
            <a:off x="4029819" y="3641389"/>
            <a:ext cx="266317" cy="24578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24" name="Equals 323">
            <a:extLst>
              <a:ext uri="{FF2B5EF4-FFF2-40B4-BE49-F238E27FC236}">
                <a16:creationId xmlns:a16="http://schemas.microsoft.com/office/drawing/2014/main" id="{7064B81F-D6ED-E34E-F449-8EB409205CB0}"/>
              </a:ext>
            </a:extLst>
          </p:cNvPr>
          <p:cNvSpPr/>
          <p:nvPr/>
        </p:nvSpPr>
        <p:spPr>
          <a:xfrm rot="5400000">
            <a:off x="4040450" y="3601547"/>
            <a:ext cx="245780" cy="325464"/>
          </a:xfrm>
          <a:prstGeom prst="mathEqual">
            <a:avLst>
              <a:gd name="adj1" fmla="val 11692"/>
              <a:gd name="adj2" fmla="val 1606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D5E76D5F-3C87-DB03-199F-959D79AD9B56}"/>
              </a:ext>
            </a:extLst>
          </p:cNvPr>
          <p:cNvCxnSpPr>
            <a:cxnSpLocks/>
          </p:cNvCxnSpPr>
          <p:nvPr/>
        </p:nvCxnSpPr>
        <p:spPr>
          <a:xfrm flipV="1">
            <a:off x="3461017" y="3461147"/>
            <a:ext cx="1398808" cy="4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6" name="Oval 325">
            <a:extLst>
              <a:ext uri="{FF2B5EF4-FFF2-40B4-BE49-F238E27FC236}">
                <a16:creationId xmlns:a16="http://schemas.microsoft.com/office/drawing/2014/main" id="{A17D465E-64F2-6F6B-4CA9-98C474B5E6E2}"/>
              </a:ext>
            </a:extLst>
          </p:cNvPr>
          <p:cNvSpPr/>
          <p:nvPr/>
        </p:nvSpPr>
        <p:spPr>
          <a:xfrm>
            <a:off x="3542059" y="3437879"/>
            <a:ext cx="45719" cy="465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27" name="Triangle 326">
            <a:extLst>
              <a:ext uri="{FF2B5EF4-FFF2-40B4-BE49-F238E27FC236}">
                <a16:creationId xmlns:a16="http://schemas.microsoft.com/office/drawing/2014/main" id="{84F4B565-7826-BB2B-8DBE-05766EAD5C53}"/>
              </a:ext>
            </a:extLst>
          </p:cNvPr>
          <p:cNvSpPr/>
          <p:nvPr/>
        </p:nvSpPr>
        <p:spPr>
          <a:xfrm rot="16200000">
            <a:off x="3807769" y="3770095"/>
            <a:ext cx="85052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4FE28900-C4E0-5353-3E2C-A62E8E8700DE}"/>
              </a:ext>
            </a:extLst>
          </p:cNvPr>
          <p:cNvCxnSpPr>
            <a:cxnSpLocks/>
          </p:cNvCxnSpPr>
          <p:nvPr/>
        </p:nvCxnSpPr>
        <p:spPr>
          <a:xfrm>
            <a:off x="3804050" y="3716308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9" name="Triangle 328">
            <a:extLst>
              <a:ext uri="{FF2B5EF4-FFF2-40B4-BE49-F238E27FC236}">
                <a16:creationId xmlns:a16="http://schemas.microsoft.com/office/drawing/2014/main" id="{64E3AEFF-E3CC-17BA-D08D-8D7817D67F26}"/>
              </a:ext>
            </a:extLst>
          </p:cNvPr>
          <p:cNvSpPr/>
          <p:nvPr/>
        </p:nvSpPr>
        <p:spPr>
          <a:xfrm rot="5400000">
            <a:off x="4460926" y="3762208"/>
            <a:ext cx="85054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8E54E1AF-FB7A-FBD4-E215-5A6FB4D409A4}"/>
              </a:ext>
            </a:extLst>
          </p:cNvPr>
          <p:cNvCxnSpPr>
            <a:cxnSpLocks/>
          </p:cNvCxnSpPr>
          <p:nvPr/>
        </p:nvCxnSpPr>
        <p:spPr>
          <a:xfrm>
            <a:off x="4548217" y="3853277"/>
            <a:ext cx="0" cy="193"/>
          </a:xfrm>
          <a:prstGeom prst="line">
            <a:avLst/>
          </a:prstGeom>
          <a:ln w="19050">
            <a:solidFill>
              <a:srgbClr val="F1E8C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1" name="TextBox 330">
            <a:extLst>
              <a:ext uri="{FF2B5EF4-FFF2-40B4-BE49-F238E27FC236}">
                <a16:creationId xmlns:a16="http://schemas.microsoft.com/office/drawing/2014/main" id="{EC39A6EE-305C-DC7B-6DCF-FCBF6A98FF27}"/>
              </a:ext>
            </a:extLst>
          </p:cNvPr>
          <p:cNvSpPr txBox="1"/>
          <p:nvPr/>
        </p:nvSpPr>
        <p:spPr>
          <a:xfrm>
            <a:off x="3501538" y="3115079"/>
            <a:ext cx="131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700" dirty="0">
                <a:latin typeface="Bierstadt" panose="020B0004020202020204" pitchFamily="34" charset="0"/>
              </a:rPr>
              <a:t>Artist</a:t>
            </a:r>
          </a:p>
          <a:p>
            <a:pPr algn="ctr"/>
            <a:r>
              <a:rPr lang="en-IT" sz="700" dirty="0">
                <a:latin typeface="Bierstadt" panose="020B0004020202020204" pitchFamily="34" charset="0"/>
              </a:rPr>
              <a:t>Song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A8E9FE6E-96ED-731C-8AED-0B0E131A99C3}"/>
              </a:ext>
            </a:extLst>
          </p:cNvPr>
          <p:cNvSpPr txBox="1"/>
          <p:nvPr/>
        </p:nvSpPr>
        <p:spPr>
          <a:xfrm>
            <a:off x="4655047" y="3267714"/>
            <a:ext cx="352588" cy="172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500" dirty="0">
                <a:latin typeface="Bierstadt" panose="020B0004020202020204" pitchFamily="34" charset="0"/>
              </a:rPr>
              <a:t>…</a:t>
            </a:r>
          </a:p>
        </p:txBody>
      </p:sp>
      <p:sp>
        <p:nvSpPr>
          <p:cNvPr id="333" name="Heart 332">
            <a:extLst>
              <a:ext uri="{FF2B5EF4-FFF2-40B4-BE49-F238E27FC236}">
                <a16:creationId xmlns:a16="http://schemas.microsoft.com/office/drawing/2014/main" id="{2DC238F1-A2F9-CD93-F9EC-E69BB2E73FE0}"/>
              </a:ext>
            </a:extLst>
          </p:cNvPr>
          <p:cNvSpPr/>
          <p:nvPr/>
        </p:nvSpPr>
        <p:spPr>
          <a:xfrm>
            <a:off x="3528353" y="3257659"/>
            <a:ext cx="96095" cy="85027"/>
          </a:xfrm>
          <a:prstGeom prst="hear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C258CAC8-3A56-0606-200E-8C6E2BC62073}"/>
              </a:ext>
            </a:extLst>
          </p:cNvPr>
          <p:cNvCxnSpPr>
            <a:cxnSpLocks/>
          </p:cNvCxnSpPr>
          <p:nvPr/>
        </p:nvCxnSpPr>
        <p:spPr>
          <a:xfrm>
            <a:off x="4548121" y="3718100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5" name="Rounded Rectangle 334">
            <a:extLst>
              <a:ext uri="{FF2B5EF4-FFF2-40B4-BE49-F238E27FC236}">
                <a16:creationId xmlns:a16="http://schemas.microsoft.com/office/drawing/2014/main" id="{B72D8D84-4163-F333-8320-2B4336C7B1EC}"/>
              </a:ext>
            </a:extLst>
          </p:cNvPr>
          <p:cNvSpPr/>
          <p:nvPr/>
        </p:nvSpPr>
        <p:spPr>
          <a:xfrm>
            <a:off x="78841" y="4655387"/>
            <a:ext cx="1548640" cy="2417936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6" name="Rounded Rectangle 335">
            <a:extLst>
              <a:ext uri="{FF2B5EF4-FFF2-40B4-BE49-F238E27FC236}">
                <a16:creationId xmlns:a16="http://schemas.microsoft.com/office/drawing/2014/main" id="{0DE6F386-543F-05FD-BCD5-95CF36ABB485}"/>
              </a:ext>
            </a:extLst>
          </p:cNvPr>
          <p:cNvSpPr/>
          <p:nvPr/>
        </p:nvSpPr>
        <p:spPr>
          <a:xfrm>
            <a:off x="196454" y="4775174"/>
            <a:ext cx="1317767" cy="12626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dirty="0">
                <a:solidFill>
                  <a:schemeClr val="tx1"/>
                </a:solidFill>
                <a:latin typeface="Bierstadt" panose="020B0004020202020204" pitchFamily="34" charset="0"/>
              </a:rPr>
              <a:t>FOTO</a:t>
            </a:r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478937E9-BF61-7B9C-6D0E-F17DD245DF24}"/>
              </a:ext>
            </a:extLst>
          </p:cNvPr>
          <p:cNvSpPr/>
          <p:nvPr/>
        </p:nvSpPr>
        <p:spPr>
          <a:xfrm>
            <a:off x="715984" y="6656623"/>
            <a:ext cx="266317" cy="24578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38" name="Equals 337">
            <a:extLst>
              <a:ext uri="{FF2B5EF4-FFF2-40B4-BE49-F238E27FC236}">
                <a16:creationId xmlns:a16="http://schemas.microsoft.com/office/drawing/2014/main" id="{A29E154C-E894-FB56-2F0B-3662BFABF653}"/>
              </a:ext>
            </a:extLst>
          </p:cNvPr>
          <p:cNvSpPr/>
          <p:nvPr/>
        </p:nvSpPr>
        <p:spPr>
          <a:xfrm rot="5400000">
            <a:off x="726615" y="6616781"/>
            <a:ext cx="245780" cy="325464"/>
          </a:xfrm>
          <a:prstGeom prst="mathEqual">
            <a:avLst>
              <a:gd name="adj1" fmla="val 11692"/>
              <a:gd name="adj2" fmla="val 1606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AA5EEF98-C05C-248C-9120-EF238CF60786}"/>
              </a:ext>
            </a:extLst>
          </p:cNvPr>
          <p:cNvCxnSpPr>
            <a:cxnSpLocks/>
          </p:cNvCxnSpPr>
          <p:nvPr/>
        </p:nvCxnSpPr>
        <p:spPr>
          <a:xfrm flipV="1">
            <a:off x="147182" y="6476381"/>
            <a:ext cx="1398808" cy="4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0" name="Oval 339">
            <a:extLst>
              <a:ext uri="{FF2B5EF4-FFF2-40B4-BE49-F238E27FC236}">
                <a16:creationId xmlns:a16="http://schemas.microsoft.com/office/drawing/2014/main" id="{2CFC591A-73A9-D4AD-E2FB-3F0AFD0FE981}"/>
              </a:ext>
            </a:extLst>
          </p:cNvPr>
          <p:cNvSpPr/>
          <p:nvPr/>
        </p:nvSpPr>
        <p:spPr>
          <a:xfrm>
            <a:off x="228224" y="6453113"/>
            <a:ext cx="45719" cy="465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41" name="Triangle 340">
            <a:extLst>
              <a:ext uri="{FF2B5EF4-FFF2-40B4-BE49-F238E27FC236}">
                <a16:creationId xmlns:a16="http://schemas.microsoft.com/office/drawing/2014/main" id="{E02A514D-6DC2-3AE1-1A1F-838406CEEAD0}"/>
              </a:ext>
            </a:extLst>
          </p:cNvPr>
          <p:cNvSpPr/>
          <p:nvPr/>
        </p:nvSpPr>
        <p:spPr>
          <a:xfrm rot="16200000">
            <a:off x="493934" y="6785329"/>
            <a:ext cx="85052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118D6F4A-1DC4-D3E5-103E-9417CB0D292A}"/>
              </a:ext>
            </a:extLst>
          </p:cNvPr>
          <p:cNvCxnSpPr>
            <a:cxnSpLocks/>
          </p:cNvCxnSpPr>
          <p:nvPr/>
        </p:nvCxnSpPr>
        <p:spPr>
          <a:xfrm>
            <a:off x="490215" y="6731542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3" name="Triangle 342">
            <a:extLst>
              <a:ext uri="{FF2B5EF4-FFF2-40B4-BE49-F238E27FC236}">
                <a16:creationId xmlns:a16="http://schemas.microsoft.com/office/drawing/2014/main" id="{ADD51464-C79B-5050-FD78-A8CEC292D60C}"/>
              </a:ext>
            </a:extLst>
          </p:cNvPr>
          <p:cNvSpPr/>
          <p:nvPr/>
        </p:nvSpPr>
        <p:spPr>
          <a:xfrm rot="5400000">
            <a:off x="1147091" y="6777442"/>
            <a:ext cx="85054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B7C5B0FC-5887-07D6-29DC-50BFC061EF68}"/>
              </a:ext>
            </a:extLst>
          </p:cNvPr>
          <p:cNvCxnSpPr>
            <a:cxnSpLocks/>
          </p:cNvCxnSpPr>
          <p:nvPr/>
        </p:nvCxnSpPr>
        <p:spPr>
          <a:xfrm>
            <a:off x="1234382" y="6868511"/>
            <a:ext cx="0" cy="193"/>
          </a:xfrm>
          <a:prstGeom prst="line">
            <a:avLst/>
          </a:prstGeom>
          <a:ln w="19050">
            <a:solidFill>
              <a:srgbClr val="F1E8C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5" name="TextBox 344">
            <a:extLst>
              <a:ext uri="{FF2B5EF4-FFF2-40B4-BE49-F238E27FC236}">
                <a16:creationId xmlns:a16="http://schemas.microsoft.com/office/drawing/2014/main" id="{FA9E57B4-C4F9-C350-E4E5-5A54E2AAF4D4}"/>
              </a:ext>
            </a:extLst>
          </p:cNvPr>
          <p:cNvSpPr txBox="1"/>
          <p:nvPr/>
        </p:nvSpPr>
        <p:spPr>
          <a:xfrm>
            <a:off x="187703" y="6130313"/>
            <a:ext cx="131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700" dirty="0">
                <a:latin typeface="Bierstadt" panose="020B0004020202020204" pitchFamily="34" charset="0"/>
              </a:rPr>
              <a:t>Artist</a:t>
            </a:r>
          </a:p>
          <a:p>
            <a:pPr algn="ctr"/>
            <a:r>
              <a:rPr lang="en-IT" sz="700" dirty="0">
                <a:latin typeface="Bierstadt" panose="020B0004020202020204" pitchFamily="34" charset="0"/>
              </a:rPr>
              <a:t>Song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EA00980E-5763-82C1-C629-35026BA96D3D}"/>
              </a:ext>
            </a:extLst>
          </p:cNvPr>
          <p:cNvSpPr txBox="1"/>
          <p:nvPr/>
        </p:nvSpPr>
        <p:spPr>
          <a:xfrm>
            <a:off x="1341212" y="6282948"/>
            <a:ext cx="352588" cy="172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500" dirty="0">
                <a:latin typeface="Bierstadt" panose="020B0004020202020204" pitchFamily="34" charset="0"/>
              </a:rPr>
              <a:t>…</a:t>
            </a:r>
          </a:p>
        </p:txBody>
      </p:sp>
      <p:sp>
        <p:nvSpPr>
          <p:cNvPr id="347" name="Heart 346">
            <a:extLst>
              <a:ext uri="{FF2B5EF4-FFF2-40B4-BE49-F238E27FC236}">
                <a16:creationId xmlns:a16="http://schemas.microsoft.com/office/drawing/2014/main" id="{5F95B40E-246A-A293-91C8-936FC3B579E8}"/>
              </a:ext>
            </a:extLst>
          </p:cNvPr>
          <p:cNvSpPr/>
          <p:nvPr/>
        </p:nvSpPr>
        <p:spPr>
          <a:xfrm>
            <a:off x="214518" y="6272893"/>
            <a:ext cx="96095" cy="85027"/>
          </a:xfrm>
          <a:prstGeom prst="hear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59DC06D2-FC0B-492E-3D21-A7CEFAF72457}"/>
              </a:ext>
            </a:extLst>
          </p:cNvPr>
          <p:cNvCxnSpPr>
            <a:cxnSpLocks/>
          </p:cNvCxnSpPr>
          <p:nvPr/>
        </p:nvCxnSpPr>
        <p:spPr>
          <a:xfrm>
            <a:off x="1234286" y="6733334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9" name="Rounded Rectangle 348">
            <a:extLst>
              <a:ext uri="{FF2B5EF4-FFF2-40B4-BE49-F238E27FC236}">
                <a16:creationId xmlns:a16="http://schemas.microsoft.com/office/drawing/2014/main" id="{1E2DC3C6-72F5-E75E-6C33-151A1DDCAF5B}"/>
              </a:ext>
            </a:extLst>
          </p:cNvPr>
          <p:cNvSpPr/>
          <p:nvPr/>
        </p:nvSpPr>
        <p:spPr>
          <a:xfrm>
            <a:off x="1734139" y="4650140"/>
            <a:ext cx="1548640" cy="2417936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0" name="Rounded Rectangle 349">
            <a:extLst>
              <a:ext uri="{FF2B5EF4-FFF2-40B4-BE49-F238E27FC236}">
                <a16:creationId xmlns:a16="http://schemas.microsoft.com/office/drawing/2014/main" id="{0D494699-FED4-847A-CA51-4A219F8256C8}"/>
              </a:ext>
            </a:extLst>
          </p:cNvPr>
          <p:cNvSpPr/>
          <p:nvPr/>
        </p:nvSpPr>
        <p:spPr>
          <a:xfrm>
            <a:off x="1851752" y="4769927"/>
            <a:ext cx="1317767" cy="12626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dirty="0">
                <a:solidFill>
                  <a:schemeClr val="tx1"/>
                </a:solidFill>
                <a:latin typeface="Bierstadt" panose="020B0004020202020204" pitchFamily="34" charset="0"/>
              </a:rPr>
              <a:t>FOTO</a:t>
            </a:r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00E8BC6B-E8A9-65A7-49D4-B6AF1218C376}"/>
              </a:ext>
            </a:extLst>
          </p:cNvPr>
          <p:cNvSpPr/>
          <p:nvPr/>
        </p:nvSpPr>
        <p:spPr>
          <a:xfrm>
            <a:off x="2371282" y="6651376"/>
            <a:ext cx="266317" cy="24578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52" name="Equals 351">
            <a:extLst>
              <a:ext uri="{FF2B5EF4-FFF2-40B4-BE49-F238E27FC236}">
                <a16:creationId xmlns:a16="http://schemas.microsoft.com/office/drawing/2014/main" id="{52F7B8C6-4879-5194-7EB8-C468DAB37BEA}"/>
              </a:ext>
            </a:extLst>
          </p:cNvPr>
          <p:cNvSpPr/>
          <p:nvPr/>
        </p:nvSpPr>
        <p:spPr>
          <a:xfrm rot="5400000">
            <a:off x="2381913" y="6611534"/>
            <a:ext cx="245780" cy="325464"/>
          </a:xfrm>
          <a:prstGeom prst="mathEqual">
            <a:avLst>
              <a:gd name="adj1" fmla="val 11692"/>
              <a:gd name="adj2" fmla="val 1606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223D3531-C566-7547-86F8-19D55E9402DD}"/>
              </a:ext>
            </a:extLst>
          </p:cNvPr>
          <p:cNvCxnSpPr>
            <a:cxnSpLocks/>
          </p:cNvCxnSpPr>
          <p:nvPr/>
        </p:nvCxnSpPr>
        <p:spPr>
          <a:xfrm flipV="1">
            <a:off x="1802480" y="6471134"/>
            <a:ext cx="1398808" cy="4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4" name="Oval 353">
            <a:extLst>
              <a:ext uri="{FF2B5EF4-FFF2-40B4-BE49-F238E27FC236}">
                <a16:creationId xmlns:a16="http://schemas.microsoft.com/office/drawing/2014/main" id="{582EDA04-7407-C404-D24A-8E98A6C89EBC}"/>
              </a:ext>
            </a:extLst>
          </p:cNvPr>
          <p:cNvSpPr/>
          <p:nvPr/>
        </p:nvSpPr>
        <p:spPr>
          <a:xfrm>
            <a:off x="1883522" y="6447866"/>
            <a:ext cx="45719" cy="465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55" name="Triangle 354">
            <a:extLst>
              <a:ext uri="{FF2B5EF4-FFF2-40B4-BE49-F238E27FC236}">
                <a16:creationId xmlns:a16="http://schemas.microsoft.com/office/drawing/2014/main" id="{6AE85BEF-C89C-4802-CD2D-E6F7BC0E0152}"/>
              </a:ext>
            </a:extLst>
          </p:cNvPr>
          <p:cNvSpPr/>
          <p:nvPr/>
        </p:nvSpPr>
        <p:spPr>
          <a:xfrm rot="16200000">
            <a:off x="2149232" y="6780082"/>
            <a:ext cx="85052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06800A9F-704B-E19B-7338-16AA3A6B2364}"/>
              </a:ext>
            </a:extLst>
          </p:cNvPr>
          <p:cNvCxnSpPr>
            <a:cxnSpLocks/>
          </p:cNvCxnSpPr>
          <p:nvPr/>
        </p:nvCxnSpPr>
        <p:spPr>
          <a:xfrm>
            <a:off x="2145513" y="6726295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7" name="Triangle 356">
            <a:extLst>
              <a:ext uri="{FF2B5EF4-FFF2-40B4-BE49-F238E27FC236}">
                <a16:creationId xmlns:a16="http://schemas.microsoft.com/office/drawing/2014/main" id="{E7C2F724-CAC9-59E1-6FF1-4F4CFDEF95BE}"/>
              </a:ext>
            </a:extLst>
          </p:cNvPr>
          <p:cNvSpPr/>
          <p:nvPr/>
        </p:nvSpPr>
        <p:spPr>
          <a:xfrm rot="5400000">
            <a:off x="2802389" y="6772195"/>
            <a:ext cx="85054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7E182F77-93F0-1196-ED50-BCF0AB7B11E4}"/>
              </a:ext>
            </a:extLst>
          </p:cNvPr>
          <p:cNvCxnSpPr>
            <a:cxnSpLocks/>
          </p:cNvCxnSpPr>
          <p:nvPr/>
        </p:nvCxnSpPr>
        <p:spPr>
          <a:xfrm>
            <a:off x="2889680" y="6863264"/>
            <a:ext cx="0" cy="193"/>
          </a:xfrm>
          <a:prstGeom prst="line">
            <a:avLst/>
          </a:prstGeom>
          <a:ln w="19050">
            <a:solidFill>
              <a:srgbClr val="F1E8C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9" name="TextBox 358">
            <a:extLst>
              <a:ext uri="{FF2B5EF4-FFF2-40B4-BE49-F238E27FC236}">
                <a16:creationId xmlns:a16="http://schemas.microsoft.com/office/drawing/2014/main" id="{B0765A3A-99C3-784B-4796-48F2E7C7852D}"/>
              </a:ext>
            </a:extLst>
          </p:cNvPr>
          <p:cNvSpPr txBox="1"/>
          <p:nvPr/>
        </p:nvSpPr>
        <p:spPr>
          <a:xfrm>
            <a:off x="1843001" y="6125066"/>
            <a:ext cx="131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700" dirty="0">
                <a:latin typeface="Bierstadt" panose="020B0004020202020204" pitchFamily="34" charset="0"/>
              </a:rPr>
              <a:t>Artist</a:t>
            </a:r>
          </a:p>
          <a:p>
            <a:pPr algn="ctr"/>
            <a:r>
              <a:rPr lang="en-IT" sz="700" dirty="0">
                <a:latin typeface="Bierstadt" panose="020B0004020202020204" pitchFamily="34" charset="0"/>
              </a:rPr>
              <a:t>Song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E5630593-2D3C-26BB-9004-44B530D21074}"/>
              </a:ext>
            </a:extLst>
          </p:cNvPr>
          <p:cNvSpPr txBox="1"/>
          <p:nvPr/>
        </p:nvSpPr>
        <p:spPr>
          <a:xfrm>
            <a:off x="3064606" y="6277701"/>
            <a:ext cx="352588" cy="172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500" dirty="0">
                <a:latin typeface="Bierstadt" panose="020B0004020202020204" pitchFamily="34" charset="0"/>
              </a:rPr>
              <a:t>…</a:t>
            </a:r>
          </a:p>
        </p:txBody>
      </p:sp>
      <p:sp>
        <p:nvSpPr>
          <p:cNvPr id="361" name="Heart 360">
            <a:extLst>
              <a:ext uri="{FF2B5EF4-FFF2-40B4-BE49-F238E27FC236}">
                <a16:creationId xmlns:a16="http://schemas.microsoft.com/office/drawing/2014/main" id="{3D6722DA-73DD-4CC6-4ED1-421F4B1DEE19}"/>
              </a:ext>
            </a:extLst>
          </p:cNvPr>
          <p:cNvSpPr/>
          <p:nvPr/>
        </p:nvSpPr>
        <p:spPr>
          <a:xfrm>
            <a:off x="1869816" y="6267646"/>
            <a:ext cx="96095" cy="85027"/>
          </a:xfrm>
          <a:prstGeom prst="hear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2B809C66-5F0D-7047-9000-1824939EADB5}"/>
              </a:ext>
            </a:extLst>
          </p:cNvPr>
          <p:cNvCxnSpPr>
            <a:cxnSpLocks/>
          </p:cNvCxnSpPr>
          <p:nvPr/>
        </p:nvCxnSpPr>
        <p:spPr>
          <a:xfrm>
            <a:off x="2889584" y="6728087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3" name="Rounded Rectangle 362">
            <a:extLst>
              <a:ext uri="{FF2B5EF4-FFF2-40B4-BE49-F238E27FC236}">
                <a16:creationId xmlns:a16="http://schemas.microsoft.com/office/drawing/2014/main" id="{F72F2622-3CD7-5DCB-9C5D-FA9A32CD8289}"/>
              </a:ext>
            </a:extLst>
          </p:cNvPr>
          <p:cNvSpPr/>
          <p:nvPr/>
        </p:nvSpPr>
        <p:spPr>
          <a:xfrm>
            <a:off x="3388174" y="4650140"/>
            <a:ext cx="1548640" cy="2417936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4" name="Rounded Rectangle 363">
            <a:extLst>
              <a:ext uri="{FF2B5EF4-FFF2-40B4-BE49-F238E27FC236}">
                <a16:creationId xmlns:a16="http://schemas.microsoft.com/office/drawing/2014/main" id="{BEB49EC4-A028-BCA3-6C86-655086B3297D}"/>
              </a:ext>
            </a:extLst>
          </p:cNvPr>
          <p:cNvSpPr/>
          <p:nvPr/>
        </p:nvSpPr>
        <p:spPr>
          <a:xfrm>
            <a:off x="3505787" y="4769927"/>
            <a:ext cx="1317767" cy="12626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dirty="0">
                <a:solidFill>
                  <a:schemeClr val="tx1"/>
                </a:solidFill>
                <a:latin typeface="Bierstadt" panose="020B0004020202020204" pitchFamily="34" charset="0"/>
              </a:rPr>
              <a:t>FOTO</a:t>
            </a:r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B481E1A4-F435-B6D2-EE34-ABC69F50B3D1}"/>
              </a:ext>
            </a:extLst>
          </p:cNvPr>
          <p:cNvSpPr/>
          <p:nvPr/>
        </p:nvSpPr>
        <p:spPr>
          <a:xfrm>
            <a:off x="4025317" y="6651376"/>
            <a:ext cx="266317" cy="24578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66" name="Equals 365">
            <a:extLst>
              <a:ext uri="{FF2B5EF4-FFF2-40B4-BE49-F238E27FC236}">
                <a16:creationId xmlns:a16="http://schemas.microsoft.com/office/drawing/2014/main" id="{5178B7A2-31AD-C2A5-C369-D69103BB3DF2}"/>
              </a:ext>
            </a:extLst>
          </p:cNvPr>
          <p:cNvSpPr/>
          <p:nvPr/>
        </p:nvSpPr>
        <p:spPr>
          <a:xfrm rot="5400000">
            <a:off x="4035948" y="6611534"/>
            <a:ext cx="245780" cy="325464"/>
          </a:xfrm>
          <a:prstGeom prst="mathEqual">
            <a:avLst>
              <a:gd name="adj1" fmla="val 11692"/>
              <a:gd name="adj2" fmla="val 1606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27D0D7D6-A523-238D-9E60-FBD2C5E5B4A2}"/>
              </a:ext>
            </a:extLst>
          </p:cNvPr>
          <p:cNvCxnSpPr>
            <a:cxnSpLocks/>
          </p:cNvCxnSpPr>
          <p:nvPr/>
        </p:nvCxnSpPr>
        <p:spPr>
          <a:xfrm flipV="1">
            <a:off x="3456515" y="6471134"/>
            <a:ext cx="1398808" cy="4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8" name="Oval 367">
            <a:extLst>
              <a:ext uri="{FF2B5EF4-FFF2-40B4-BE49-F238E27FC236}">
                <a16:creationId xmlns:a16="http://schemas.microsoft.com/office/drawing/2014/main" id="{18CFA942-6B49-92C4-7B10-0E35E5A9A46B}"/>
              </a:ext>
            </a:extLst>
          </p:cNvPr>
          <p:cNvSpPr/>
          <p:nvPr/>
        </p:nvSpPr>
        <p:spPr>
          <a:xfrm>
            <a:off x="3537557" y="6447866"/>
            <a:ext cx="45719" cy="465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69" name="Triangle 368">
            <a:extLst>
              <a:ext uri="{FF2B5EF4-FFF2-40B4-BE49-F238E27FC236}">
                <a16:creationId xmlns:a16="http://schemas.microsoft.com/office/drawing/2014/main" id="{2EA7E49D-89B2-1502-D06E-84259B367232}"/>
              </a:ext>
            </a:extLst>
          </p:cNvPr>
          <p:cNvSpPr/>
          <p:nvPr/>
        </p:nvSpPr>
        <p:spPr>
          <a:xfrm rot="16200000">
            <a:off x="3803267" y="6780082"/>
            <a:ext cx="85052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64356A4A-C2D4-DEA2-0917-E3D6A07FF10C}"/>
              </a:ext>
            </a:extLst>
          </p:cNvPr>
          <p:cNvCxnSpPr>
            <a:cxnSpLocks/>
          </p:cNvCxnSpPr>
          <p:nvPr/>
        </p:nvCxnSpPr>
        <p:spPr>
          <a:xfrm>
            <a:off x="3799548" y="6726295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1" name="Triangle 370">
            <a:extLst>
              <a:ext uri="{FF2B5EF4-FFF2-40B4-BE49-F238E27FC236}">
                <a16:creationId xmlns:a16="http://schemas.microsoft.com/office/drawing/2014/main" id="{FEE9B623-8DC6-062C-E1BA-8C779DE686FE}"/>
              </a:ext>
            </a:extLst>
          </p:cNvPr>
          <p:cNvSpPr/>
          <p:nvPr/>
        </p:nvSpPr>
        <p:spPr>
          <a:xfrm rot="5400000">
            <a:off x="4456424" y="6772195"/>
            <a:ext cx="85054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4EBE11FA-F200-2417-614E-304A18B95A66}"/>
              </a:ext>
            </a:extLst>
          </p:cNvPr>
          <p:cNvCxnSpPr>
            <a:cxnSpLocks/>
          </p:cNvCxnSpPr>
          <p:nvPr/>
        </p:nvCxnSpPr>
        <p:spPr>
          <a:xfrm>
            <a:off x="4543715" y="6863264"/>
            <a:ext cx="0" cy="193"/>
          </a:xfrm>
          <a:prstGeom prst="line">
            <a:avLst/>
          </a:prstGeom>
          <a:ln w="19050">
            <a:solidFill>
              <a:srgbClr val="F1E8C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3" name="TextBox 372">
            <a:extLst>
              <a:ext uri="{FF2B5EF4-FFF2-40B4-BE49-F238E27FC236}">
                <a16:creationId xmlns:a16="http://schemas.microsoft.com/office/drawing/2014/main" id="{C340D894-30C4-C2CC-81C2-0D72F1F2420F}"/>
              </a:ext>
            </a:extLst>
          </p:cNvPr>
          <p:cNvSpPr txBox="1"/>
          <p:nvPr/>
        </p:nvSpPr>
        <p:spPr>
          <a:xfrm>
            <a:off x="3497036" y="6125066"/>
            <a:ext cx="131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700" dirty="0">
                <a:latin typeface="Bierstadt" panose="020B0004020202020204" pitchFamily="34" charset="0"/>
              </a:rPr>
              <a:t>Artist</a:t>
            </a:r>
          </a:p>
          <a:p>
            <a:pPr algn="ctr"/>
            <a:r>
              <a:rPr lang="en-IT" sz="700" dirty="0">
                <a:latin typeface="Bierstadt" panose="020B0004020202020204" pitchFamily="34" charset="0"/>
              </a:rPr>
              <a:t>Song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F7D4B9FF-7D44-1278-CBCD-4AF9BC91162D}"/>
              </a:ext>
            </a:extLst>
          </p:cNvPr>
          <p:cNvSpPr txBox="1"/>
          <p:nvPr/>
        </p:nvSpPr>
        <p:spPr>
          <a:xfrm>
            <a:off x="4650545" y="6277701"/>
            <a:ext cx="352588" cy="172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500" dirty="0">
                <a:latin typeface="Bierstadt" panose="020B0004020202020204" pitchFamily="34" charset="0"/>
              </a:rPr>
              <a:t>…</a:t>
            </a:r>
          </a:p>
        </p:txBody>
      </p:sp>
      <p:sp>
        <p:nvSpPr>
          <p:cNvPr id="375" name="Heart 374">
            <a:extLst>
              <a:ext uri="{FF2B5EF4-FFF2-40B4-BE49-F238E27FC236}">
                <a16:creationId xmlns:a16="http://schemas.microsoft.com/office/drawing/2014/main" id="{6FC1A9F2-EE67-C69A-1FAB-2ECBFC8D3EA8}"/>
              </a:ext>
            </a:extLst>
          </p:cNvPr>
          <p:cNvSpPr/>
          <p:nvPr/>
        </p:nvSpPr>
        <p:spPr>
          <a:xfrm>
            <a:off x="3523851" y="6267646"/>
            <a:ext cx="96095" cy="85027"/>
          </a:xfrm>
          <a:prstGeom prst="hear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04294131-6655-015B-E4BF-C43CD18FA4A7}"/>
              </a:ext>
            </a:extLst>
          </p:cNvPr>
          <p:cNvCxnSpPr>
            <a:cxnSpLocks/>
          </p:cNvCxnSpPr>
          <p:nvPr/>
        </p:nvCxnSpPr>
        <p:spPr>
          <a:xfrm>
            <a:off x="4543619" y="6728087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7" name="Text 5">
            <a:extLst>
              <a:ext uri="{FF2B5EF4-FFF2-40B4-BE49-F238E27FC236}">
                <a16:creationId xmlns:a16="http://schemas.microsoft.com/office/drawing/2014/main" id="{2654AA86-FF44-696C-FBC6-1720EED1F04C}"/>
              </a:ext>
            </a:extLst>
          </p:cNvPr>
          <p:cNvSpPr/>
          <p:nvPr/>
        </p:nvSpPr>
        <p:spPr>
          <a:xfrm>
            <a:off x="78841" y="1253936"/>
            <a:ext cx="1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the morning walks</a:t>
            </a:r>
            <a:endParaRPr lang="en-US" sz="1200" dirty="0"/>
          </a:p>
        </p:txBody>
      </p:sp>
      <p:sp>
        <p:nvSpPr>
          <p:cNvPr id="378" name="Text 5">
            <a:extLst>
              <a:ext uri="{FF2B5EF4-FFF2-40B4-BE49-F238E27FC236}">
                <a16:creationId xmlns:a16="http://schemas.microsoft.com/office/drawing/2014/main" id="{3FDC510A-A165-598E-35DA-79C4D2B037DA}"/>
              </a:ext>
            </a:extLst>
          </p:cNvPr>
          <p:cNvSpPr/>
          <p:nvPr/>
        </p:nvSpPr>
        <p:spPr>
          <a:xfrm>
            <a:off x="1734139" y="1250328"/>
            <a:ext cx="1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the late drives</a:t>
            </a:r>
            <a:endParaRPr lang="en-US" sz="1200" dirty="0"/>
          </a:p>
        </p:txBody>
      </p:sp>
      <p:sp>
        <p:nvSpPr>
          <p:cNvPr id="380" name="Text 5">
            <a:extLst>
              <a:ext uri="{FF2B5EF4-FFF2-40B4-BE49-F238E27FC236}">
                <a16:creationId xmlns:a16="http://schemas.microsoft.com/office/drawing/2014/main" id="{E9E74F7C-A997-E79E-C417-011A89B23243}"/>
              </a:ext>
            </a:extLst>
          </p:cNvPr>
          <p:cNvSpPr/>
          <p:nvPr/>
        </p:nvSpPr>
        <p:spPr>
          <a:xfrm>
            <a:off x="3392676" y="1250328"/>
            <a:ext cx="1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the kitchen dancing</a:t>
            </a:r>
            <a:endParaRPr lang="en-US" sz="1200" dirty="0"/>
          </a:p>
        </p:txBody>
      </p:sp>
      <p:sp>
        <p:nvSpPr>
          <p:cNvPr id="381" name="Text 5">
            <a:extLst>
              <a:ext uri="{FF2B5EF4-FFF2-40B4-BE49-F238E27FC236}">
                <a16:creationId xmlns:a16="http://schemas.microsoft.com/office/drawing/2014/main" id="{EF9661DF-F553-8709-6562-0AED1F911178}"/>
              </a:ext>
            </a:extLst>
          </p:cNvPr>
          <p:cNvSpPr/>
          <p:nvPr/>
        </p:nvSpPr>
        <p:spPr>
          <a:xfrm>
            <a:off x="78841" y="4264529"/>
            <a:ext cx="1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the slow </a:t>
            </a:r>
            <a:r>
              <a:rPr lang="en-US" sz="1200" i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sundays</a:t>
            </a:r>
            <a:endParaRPr lang="en-US" sz="1200" dirty="0"/>
          </a:p>
        </p:txBody>
      </p:sp>
      <p:sp>
        <p:nvSpPr>
          <p:cNvPr id="382" name="Text 5">
            <a:extLst>
              <a:ext uri="{FF2B5EF4-FFF2-40B4-BE49-F238E27FC236}">
                <a16:creationId xmlns:a16="http://schemas.microsoft.com/office/drawing/2014/main" id="{7C064A0D-CB8E-F481-776A-A683C8588422}"/>
              </a:ext>
            </a:extLst>
          </p:cNvPr>
          <p:cNvSpPr/>
          <p:nvPr/>
        </p:nvSpPr>
        <p:spPr>
          <a:xfrm>
            <a:off x="1734139" y="4260921"/>
            <a:ext cx="1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the comedown</a:t>
            </a:r>
            <a:endParaRPr lang="en-US" sz="1200" dirty="0"/>
          </a:p>
        </p:txBody>
      </p:sp>
      <p:sp>
        <p:nvSpPr>
          <p:cNvPr id="383" name="Text 5">
            <a:extLst>
              <a:ext uri="{FF2B5EF4-FFF2-40B4-BE49-F238E27FC236}">
                <a16:creationId xmlns:a16="http://schemas.microsoft.com/office/drawing/2014/main" id="{370DD929-1458-5881-2528-9F9934D33B3E}"/>
              </a:ext>
            </a:extLst>
          </p:cNvPr>
          <p:cNvSpPr/>
          <p:nvPr/>
        </p:nvSpPr>
        <p:spPr>
          <a:xfrm>
            <a:off x="3392676" y="4260921"/>
            <a:ext cx="1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the breakdown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DB062579-5544-75D7-7527-53ED1D41E54F}"/>
              </a:ext>
            </a:extLst>
          </p:cNvPr>
          <p:cNvSpPr/>
          <p:nvPr/>
        </p:nvSpPr>
        <p:spPr>
          <a:xfrm>
            <a:off x="228600" y="-2057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kern="0" spc="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04FEEEA-AF30-3C7C-0637-25C96001074A}"/>
              </a:ext>
            </a:extLst>
          </p:cNvPr>
          <p:cNvSpPr/>
          <p:nvPr/>
        </p:nvSpPr>
        <p:spPr>
          <a:xfrm>
            <a:off x="2743200" y="45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</a:t>
            </a:r>
            <a:endParaRPr lang="en-US" sz="10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5531083-60C7-81D2-BEFA-4AB1F21DC048}"/>
              </a:ext>
            </a:extLst>
          </p:cNvPr>
          <p:cNvSpPr/>
          <p:nvPr/>
        </p:nvSpPr>
        <p:spPr>
          <a:xfrm>
            <a:off x="0" y="1463040"/>
            <a:ext cx="11277295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06 Cinema.</a:t>
            </a:r>
            <a:endParaRPr lang="en-US" sz="72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1DAFD6A1-89DF-A7CE-4060-C22DE456FA36}"/>
              </a:ext>
            </a:extLst>
          </p:cNvPr>
          <p:cNvSpPr/>
          <p:nvPr/>
        </p:nvSpPr>
        <p:spPr>
          <a:xfrm>
            <a:off x="228600" y="3680460"/>
            <a:ext cx="365760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FD4AD7AB-3B45-BFE5-0438-6553C3E8F340}"/>
              </a:ext>
            </a:extLst>
          </p:cNvPr>
          <p:cNvSpPr/>
          <p:nvPr/>
        </p:nvSpPr>
        <p:spPr>
          <a:xfrm>
            <a:off x="4572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tickets, scenes, scores — the dark room remembered.</a:t>
            </a:r>
            <a:endParaRPr lang="en-US" sz="14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B2D96DB8-E8C5-629E-22C1-42CB44574218}"/>
              </a:ext>
            </a:extLst>
          </p:cNvPr>
          <p:cNvSpPr/>
          <p:nvPr/>
        </p:nvSpPr>
        <p:spPr>
          <a:xfrm>
            <a:off x="2743200" y="73837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✦  ✦  ✦</a:t>
            </a:r>
            <a:endParaRPr lang="en-US" sz="16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6723EA9-6F74-8FF9-F3C0-4670B38FF3AA}"/>
              </a:ext>
            </a:extLst>
          </p:cNvPr>
          <p:cNvSpPr/>
          <p:nvPr/>
        </p:nvSpPr>
        <p:spPr>
          <a:xfrm>
            <a:off x="0" y="74295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03 · MOVI AND SHOWS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MOVIES &amp; SHOWS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/ TICKET STUB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039367"/>
            <a:ext cx="4389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Admit One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2"/>
            <a:ext cx="4389120" cy="29260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11581" y="2011681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11581" y="2212849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411581" y="2414017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11581" y="2615185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11581" y="2816353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11581" y="3017521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11581" y="3218689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411581" y="3419857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11581" y="3621025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11581" y="3822193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411581" y="4023361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411581" y="4224529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411581" y="4425697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411581" y="4626865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2029969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chemeClr val="bg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CINEMA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3816295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chemeClr val="bg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DIRECTED BY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640" y="4040469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8640" y="4314789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 ___________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3740330" y="3321980"/>
            <a:ext cx="794659" cy="251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  __  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  __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3564684" y="4262285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chemeClr val="bg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RATING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3564684" y="444516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★★★★★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3513909" y="2133600"/>
            <a:ext cx="1035884" cy="1981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chemeClr val="bg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ADMIT ONE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3740330" y="2468881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3740330" y="2788921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0040" y="5394960"/>
            <a:ext cx="4389120" cy="0"/>
          </a:xfrm>
          <a:prstGeom prst="line">
            <a:avLst/>
          </a:prstGeom>
          <a:noFill/>
          <a:ln w="635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320040" y="54864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ONE-LINE REVIEW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" y="5852160"/>
            <a:ext cx="4389120" cy="0"/>
          </a:xfrm>
          <a:prstGeom prst="line">
            <a:avLst/>
          </a:prstGeom>
          <a:noFill/>
          <a:ln w="508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320040" y="6126480"/>
            <a:ext cx="4389120" cy="0"/>
          </a:xfrm>
          <a:prstGeom prst="line">
            <a:avLst/>
          </a:prstGeom>
          <a:noFill/>
          <a:ln w="508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20040" y="6400800"/>
            <a:ext cx="4389120" cy="0"/>
          </a:xfrm>
          <a:prstGeom prst="line">
            <a:avLst/>
          </a:prstGeom>
          <a:noFill/>
          <a:ln w="508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320040" y="6675120"/>
            <a:ext cx="4389120" cy="0"/>
          </a:xfrm>
          <a:prstGeom prst="line">
            <a:avLst/>
          </a:prstGeom>
          <a:noFill/>
          <a:ln w="508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D338F746-B262-5870-13F4-847AB5F39D90}"/>
              </a:ext>
            </a:extLst>
          </p:cNvPr>
          <p:cNvSpPr/>
          <p:nvPr/>
        </p:nvSpPr>
        <p:spPr>
          <a:xfrm>
            <a:off x="472876" y="2159168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film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night.</a:t>
            </a:r>
          </a:p>
          <a:p>
            <a:pPr marL="0" indent="0">
              <a:buNone/>
            </a:pPr>
            <a:r>
              <a:rPr lang="en-US" sz="2400" i="1" dirty="0">
                <a:solidFill>
                  <a:schemeClr val="bg1"/>
                </a:solidFill>
                <a:latin typeface="Georgia" pitchFamily="34" charset="0"/>
              </a:rPr>
              <a:t>________</a:t>
            </a:r>
            <a:r>
              <a:rPr lang="en-US" sz="2400" i="1" dirty="0">
                <a:solidFill>
                  <a:srgbClr val="EFE9DD"/>
                </a:solidFill>
                <a:latin typeface="Georgia" pitchFamily="34" charset="0"/>
              </a:rPr>
              <a:t>_____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MOVIES &amp; SHOWS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02 / WATCH 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watched.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4389120" cy="0"/>
          </a:xfrm>
          <a:prstGeom prst="line">
            <a:avLst/>
          </a:prstGeom>
          <a:noFill/>
          <a:ln w="635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97280" y="17373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RATING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" y="1965960"/>
            <a:ext cx="4389120" cy="0"/>
          </a:xfrm>
          <a:prstGeom prst="line">
            <a:avLst/>
          </a:prstGeom>
          <a:noFill/>
          <a:ln w="635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20040" y="2103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7280" y="233172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429000" y="2103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468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97280" y="269748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3429000" y="2468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97280" y="306324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429000" y="2834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97280" y="342900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3429000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97280" y="379476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429000" y="3566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16052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42900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297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97280" y="452628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429000" y="4297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97280" y="489204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429000" y="4663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" y="5029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97280" y="525780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3429000" y="5029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" y="5394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97280" y="562356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Text 41"/>
          <p:cNvSpPr/>
          <p:nvPr/>
        </p:nvSpPr>
        <p:spPr>
          <a:xfrm>
            <a:off x="3429000" y="5394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0040" y="5760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97280" y="598932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3429000" y="5760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0040" y="6126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97280" y="635508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Text 47"/>
          <p:cNvSpPr/>
          <p:nvPr/>
        </p:nvSpPr>
        <p:spPr>
          <a:xfrm>
            <a:off x="3429000" y="6126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00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097280" y="672084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Text 50"/>
          <p:cNvSpPr/>
          <p:nvPr/>
        </p:nvSpPr>
        <p:spPr>
          <a:xfrm>
            <a:off x="3429000" y="6492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20040" y="6858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97280" y="708660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Text 53"/>
          <p:cNvSpPr/>
          <p:nvPr/>
        </p:nvSpPr>
        <p:spPr>
          <a:xfrm>
            <a:off x="3429000" y="6858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MOVIES &amp; SHOWS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03 / MOVIE HIGHLIGHTS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159764"/>
            <a:ext cx="438912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Oscar goes to ...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1463040" cy="2194560"/>
          </a:xfrm>
          <a:prstGeom prst="rect">
            <a:avLst/>
          </a:prstGeom>
          <a:solidFill>
            <a:srgbClr val="E4C8C7"/>
          </a:solidFill>
          <a:ln w="635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1463040" cy="2194560"/>
          </a:xfrm>
          <a:prstGeom prst="line">
            <a:avLst/>
          </a:prstGeom>
          <a:noFill/>
          <a:ln w="508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20040" y="4480560"/>
            <a:ext cx="1463040" cy="0"/>
          </a:xfrm>
          <a:prstGeom prst="line">
            <a:avLst/>
          </a:prstGeom>
          <a:noFill/>
          <a:ln w="508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20040" y="327355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965960" y="22860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965960" y="2487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65960" y="2926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directed by  _________________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65960" y="3154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year  ____   runtime ___ min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65960" y="34747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65960" y="3749040"/>
            <a:ext cx="27432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1965960" y="3977640"/>
            <a:ext cx="27432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1965960" y="4206240"/>
            <a:ext cx="27432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4892040"/>
            <a:ext cx="1463040" cy="2194560"/>
          </a:xfrm>
          <a:prstGeom prst="rect">
            <a:avLst/>
          </a:prstGeom>
          <a:solidFill>
            <a:srgbClr val="E4C8C7"/>
          </a:solidFill>
          <a:ln w="635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20040" y="4892040"/>
            <a:ext cx="1463040" cy="2194560"/>
          </a:xfrm>
          <a:prstGeom prst="line">
            <a:avLst/>
          </a:prstGeom>
          <a:noFill/>
          <a:ln w="508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20040" y="7086600"/>
            <a:ext cx="1463040" cy="0"/>
          </a:xfrm>
          <a:prstGeom prst="line">
            <a:avLst/>
          </a:prstGeom>
          <a:noFill/>
          <a:ln w="508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20040" y="58795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965960" y="48920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2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965960" y="5093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965960" y="5532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directed by  _________________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965960" y="5760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year  ____   runtime ___ min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965960" y="60807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LINE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65960" y="6355080"/>
            <a:ext cx="27432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1965960" y="6583680"/>
            <a:ext cx="27432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1965960" y="6812280"/>
            <a:ext cx="27432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C175D-AF91-C576-1673-C6ED0DB6C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18C6B746-29A4-FE3E-CCE2-3F22CB7C0007}"/>
              </a:ext>
            </a:extLst>
          </p:cNvPr>
          <p:cNvSpPr/>
          <p:nvPr/>
        </p:nvSpPr>
        <p:spPr>
          <a:xfrm>
            <a:off x="228600" y="-2057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kern="0" spc="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199A7FC6-93EB-A6C0-B5CF-DF69353945A7}"/>
              </a:ext>
            </a:extLst>
          </p:cNvPr>
          <p:cNvSpPr/>
          <p:nvPr/>
        </p:nvSpPr>
        <p:spPr>
          <a:xfrm>
            <a:off x="2743200" y="45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8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</a:t>
            </a:r>
            <a:endParaRPr lang="en-US" sz="10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5ABF6F7-82C6-3E1B-46EE-47FA3DEAA1A2}"/>
              </a:ext>
            </a:extLst>
          </p:cNvPr>
          <p:cNvSpPr/>
          <p:nvPr/>
        </p:nvSpPr>
        <p:spPr>
          <a:xfrm>
            <a:off x="0" y="1463040"/>
            <a:ext cx="11277295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07 Reading.</a:t>
            </a:r>
            <a:endParaRPr lang="en-US" sz="66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0C12AD78-92C7-72D0-FF5B-4E84082D4A0F}"/>
              </a:ext>
            </a:extLst>
          </p:cNvPr>
          <p:cNvSpPr/>
          <p:nvPr/>
        </p:nvSpPr>
        <p:spPr>
          <a:xfrm>
            <a:off x="228600" y="3680460"/>
            <a:ext cx="365760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DDC26AA-4E4B-49A3-DB3A-A6A0CFE92145}"/>
              </a:ext>
            </a:extLst>
          </p:cNvPr>
          <p:cNvSpPr/>
          <p:nvPr/>
        </p:nvSpPr>
        <p:spPr>
          <a:xfrm>
            <a:off x="4572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Reading List — Stories worth to be remembered.</a:t>
            </a:r>
            <a:endParaRPr lang="en-US" sz="14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797AE47-B373-4047-F099-AD73CF465BE4}"/>
              </a:ext>
            </a:extLst>
          </p:cNvPr>
          <p:cNvSpPr/>
          <p:nvPr/>
        </p:nvSpPr>
        <p:spPr>
          <a:xfrm>
            <a:off x="2743200" y="73837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✦  ✦  ✦</a:t>
            </a:r>
            <a:endParaRPr lang="en-US" sz="16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ED52E037-A406-0BF3-C2C5-B3354FC2C1AF}"/>
              </a:ext>
            </a:extLst>
          </p:cNvPr>
          <p:cNvSpPr/>
          <p:nvPr/>
        </p:nvSpPr>
        <p:spPr>
          <a:xfrm>
            <a:off x="0" y="74295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04 · MOVI AND SHOWS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973357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LIST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BOOKPLATE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4389120" cy="6446520"/>
          </a:xfrm>
          <a:prstGeom prst="rect">
            <a:avLst/>
          </a:prstGeom>
          <a:ln w="1524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114800" cy="6172200"/>
          </a:xfrm>
          <a:prstGeom prst="rect">
            <a:avLst/>
          </a:prstGeom>
          <a:ln w="635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20040" y="1280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kern="0" spc="6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 LIBRIS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from the library of —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51560" y="2697480"/>
            <a:ext cx="292608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777240" y="29260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4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7724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35661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4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77240" y="3749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51560" y="4297680"/>
            <a:ext cx="292608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777240" y="44348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LINE WORTH KEEPING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77240" y="4754880"/>
            <a:ext cx="34747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777240" y="5047488"/>
            <a:ext cx="34747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777240" y="5340096"/>
            <a:ext cx="34747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777240" y="5632704"/>
            <a:ext cx="34747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777240" y="5925312"/>
            <a:ext cx="34747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777240" y="6217920"/>
            <a:ext cx="34747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LIST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MARGIN NOTES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of the Month.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70958" y="1671319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  ________________________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70958" y="1989569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  _____________________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96807" y="2602787"/>
            <a:ext cx="4389120" cy="411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FINISHED  ____ / ____ / ____    </a:t>
            </a:r>
          </a:p>
        </p:txBody>
      </p:sp>
      <p:sp>
        <p:nvSpPr>
          <p:cNvPr id="12" name="Shape 10"/>
          <p:cNvSpPr/>
          <p:nvPr/>
        </p:nvSpPr>
        <p:spPr>
          <a:xfrm>
            <a:off x="320040" y="5278121"/>
            <a:ext cx="438912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20040" y="5415281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LINES I UNDERLINED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5735321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20040" y="6009641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320040" y="6283961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20040" y="6558281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320040" y="6832601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320040" y="7106921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2606040" y="5415281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 LEFT ME WITH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06040" y="5735321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2606040" y="6009641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2606040" y="6283961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2606040" y="6558281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2606040" y="6832601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2606040" y="7106921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4045F4F9-587F-D6C6-7130-6BA9122A6D87}"/>
              </a:ext>
            </a:extLst>
          </p:cNvPr>
          <p:cNvSpPr/>
          <p:nvPr/>
        </p:nvSpPr>
        <p:spPr>
          <a:xfrm>
            <a:off x="457200" y="1691639"/>
            <a:ext cx="1965960" cy="2436351"/>
          </a:xfrm>
          <a:prstGeom prst="rect">
            <a:avLst/>
          </a:prstGeom>
          <a:solidFill>
            <a:srgbClr val="EFE9DD"/>
          </a:solidFill>
          <a:ln w="9525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89082297-3C55-89B3-AC61-5E19AFA5DD12}"/>
              </a:ext>
            </a:extLst>
          </p:cNvPr>
          <p:cNvSpPr/>
          <p:nvPr/>
        </p:nvSpPr>
        <p:spPr>
          <a:xfrm>
            <a:off x="566434" y="3901950"/>
            <a:ext cx="1336011" cy="96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A2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cover</a:t>
            </a:r>
            <a:endParaRPr lang="en-US" sz="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6E1453-8026-2EF1-E1A4-3BD8DB21C57A}"/>
              </a:ext>
            </a:extLst>
          </p:cNvPr>
          <p:cNvSpPr txBox="1"/>
          <p:nvPr/>
        </p:nvSpPr>
        <p:spPr>
          <a:xfrm>
            <a:off x="2514600" y="2898178"/>
            <a:ext cx="344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Helvetica" pitchFamily="34" charset="0"/>
              </a:rPr>
              <a:t>RATING</a:t>
            </a:r>
            <a:r>
              <a:rPr lang="en-US" sz="18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</a:t>
            </a:r>
            <a:r>
              <a:rPr lang="en-US" sz="900" dirty="0">
                <a:solidFill>
                  <a:srgbClr val="1B1B1B"/>
                </a:solidFill>
                <a:latin typeface="Helvetica" pitchFamily="34" charset="0"/>
              </a:rPr>
              <a:t>☆☆☆☆☆</a:t>
            </a:r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A9103B7C-D99A-3075-930D-BEB1AF9AEA5F}"/>
              </a:ext>
            </a:extLst>
          </p:cNvPr>
          <p:cNvSpPr/>
          <p:nvPr/>
        </p:nvSpPr>
        <p:spPr>
          <a:xfrm>
            <a:off x="2470958" y="2317973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GENRE  _____________________</a:t>
            </a:r>
            <a:endParaRPr lang="en-US" sz="9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ADDBF9E4-07D9-6BDC-A535-75FB5C634330}"/>
              </a:ext>
            </a:extLst>
          </p:cNvPr>
          <p:cNvSpPr/>
          <p:nvPr/>
        </p:nvSpPr>
        <p:spPr>
          <a:xfrm>
            <a:off x="397305" y="4483789"/>
            <a:ext cx="678942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4A2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plot</a:t>
            </a:r>
            <a:endParaRPr lang="en-US" sz="900" dirty="0"/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E83C9295-C946-FB6E-88CC-AA4AAFC4D758}"/>
              </a:ext>
            </a:extLst>
          </p:cNvPr>
          <p:cNvSpPr/>
          <p:nvPr/>
        </p:nvSpPr>
        <p:spPr>
          <a:xfrm>
            <a:off x="993296" y="4479897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0A778C8D-15F1-49F6-7AC4-DB1C79075235}"/>
              </a:ext>
            </a:extLst>
          </p:cNvPr>
          <p:cNvSpPr/>
          <p:nvPr/>
        </p:nvSpPr>
        <p:spPr>
          <a:xfrm>
            <a:off x="1091365" y="4479897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050C4B22-9D17-FA8F-54B7-AADE2DB292D2}"/>
              </a:ext>
            </a:extLst>
          </p:cNvPr>
          <p:cNvSpPr/>
          <p:nvPr/>
        </p:nvSpPr>
        <p:spPr>
          <a:xfrm>
            <a:off x="1189435" y="4479897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CB2812BD-DCD4-1BF2-6DCE-17DE491DDD3E}"/>
              </a:ext>
            </a:extLst>
          </p:cNvPr>
          <p:cNvSpPr/>
          <p:nvPr/>
        </p:nvSpPr>
        <p:spPr>
          <a:xfrm>
            <a:off x="1287504" y="4479897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5AD5634A-72A9-12FB-7317-803025BE3351}"/>
              </a:ext>
            </a:extLst>
          </p:cNvPr>
          <p:cNvSpPr/>
          <p:nvPr/>
        </p:nvSpPr>
        <p:spPr>
          <a:xfrm>
            <a:off x="1385574" y="4479897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4EFEC953-2B91-DB92-65E3-F22461DF1215}"/>
              </a:ext>
            </a:extLst>
          </p:cNvPr>
          <p:cNvSpPr/>
          <p:nvPr/>
        </p:nvSpPr>
        <p:spPr>
          <a:xfrm>
            <a:off x="1969777" y="4446685"/>
            <a:ext cx="894940" cy="152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4A2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writing</a:t>
            </a:r>
            <a:endParaRPr lang="en-US" sz="90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032A482B-9985-6D09-1B11-5C0704513731}"/>
              </a:ext>
            </a:extLst>
          </p:cNvPr>
          <p:cNvSpPr/>
          <p:nvPr/>
        </p:nvSpPr>
        <p:spPr>
          <a:xfrm>
            <a:off x="2592481" y="4479897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403D9F47-5EDB-FBF4-0422-3F1AA25DBBC4}"/>
              </a:ext>
            </a:extLst>
          </p:cNvPr>
          <p:cNvSpPr/>
          <p:nvPr/>
        </p:nvSpPr>
        <p:spPr>
          <a:xfrm>
            <a:off x="2690550" y="4479897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0E7B610A-2699-EA4E-A933-F1465C8EBF65}"/>
              </a:ext>
            </a:extLst>
          </p:cNvPr>
          <p:cNvSpPr/>
          <p:nvPr/>
        </p:nvSpPr>
        <p:spPr>
          <a:xfrm>
            <a:off x="2788620" y="4479897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50" name="Shape 20">
            <a:extLst>
              <a:ext uri="{FF2B5EF4-FFF2-40B4-BE49-F238E27FC236}">
                <a16:creationId xmlns:a16="http://schemas.microsoft.com/office/drawing/2014/main" id="{9B42A7C1-D6A0-09CC-F2E9-6EE3A996DADF}"/>
              </a:ext>
            </a:extLst>
          </p:cNvPr>
          <p:cNvSpPr/>
          <p:nvPr/>
        </p:nvSpPr>
        <p:spPr>
          <a:xfrm>
            <a:off x="2886689" y="4479897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51" name="Shape 21">
            <a:extLst>
              <a:ext uri="{FF2B5EF4-FFF2-40B4-BE49-F238E27FC236}">
                <a16:creationId xmlns:a16="http://schemas.microsoft.com/office/drawing/2014/main" id="{CD7A87EC-A35F-184B-9197-B836E254BE7B}"/>
              </a:ext>
            </a:extLst>
          </p:cNvPr>
          <p:cNvSpPr/>
          <p:nvPr/>
        </p:nvSpPr>
        <p:spPr>
          <a:xfrm>
            <a:off x="2984759" y="4479897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BAA4974B-F4E2-4FF3-672E-3FB77D91426E}"/>
              </a:ext>
            </a:extLst>
          </p:cNvPr>
          <p:cNvSpPr/>
          <p:nvPr/>
        </p:nvSpPr>
        <p:spPr>
          <a:xfrm>
            <a:off x="3367110" y="4449702"/>
            <a:ext cx="980694" cy="1343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4A2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characters</a:t>
            </a:r>
            <a:endParaRPr lang="en-US" sz="900" dirty="0"/>
          </a:p>
        </p:txBody>
      </p:sp>
      <p:sp>
        <p:nvSpPr>
          <p:cNvPr id="53" name="Shape 23">
            <a:extLst>
              <a:ext uri="{FF2B5EF4-FFF2-40B4-BE49-F238E27FC236}">
                <a16:creationId xmlns:a16="http://schemas.microsoft.com/office/drawing/2014/main" id="{6CBDF722-33A9-8671-13C1-4515EBD89F37}"/>
              </a:ext>
            </a:extLst>
          </p:cNvPr>
          <p:cNvSpPr/>
          <p:nvPr/>
        </p:nvSpPr>
        <p:spPr>
          <a:xfrm>
            <a:off x="4192701" y="4479897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54" name="Shape 24">
            <a:extLst>
              <a:ext uri="{FF2B5EF4-FFF2-40B4-BE49-F238E27FC236}">
                <a16:creationId xmlns:a16="http://schemas.microsoft.com/office/drawing/2014/main" id="{39BC496B-ACE7-6ADF-605B-345A26183065}"/>
              </a:ext>
            </a:extLst>
          </p:cNvPr>
          <p:cNvSpPr/>
          <p:nvPr/>
        </p:nvSpPr>
        <p:spPr>
          <a:xfrm>
            <a:off x="4290770" y="4479897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D2D6BC61-21B6-3207-7E27-14A0743363C0}"/>
              </a:ext>
            </a:extLst>
          </p:cNvPr>
          <p:cNvSpPr/>
          <p:nvPr/>
        </p:nvSpPr>
        <p:spPr>
          <a:xfrm>
            <a:off x="4388840" y="4479897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56" name="Shape 26">
            <a:extLst>
              <a:ext uri="{FF2B5EF4-FFF2-40B4-BE49-F238E27FC236}">
                <a16:creationId xmlns:a16="http://schemas.microsoft.com/office/drawing/2014/main" id="{07383A9E-5068-A51D-093D-8F30417AADD5}"/>
              </a:ext>
            </a:extLst>
          </p:cNvPr>
          <p:cNvSpPr/>
          <p:nvPr/>
        </p:nvSpPr>
        <p:spPr>
          <a:xfrm>
            <a:off x="4486909" y="4479897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C96687D1-8F8E-2E43-B791-F32D06322C8F}"/>
              </a:ext>
            </a:extLst>
          </p:cNvPr>
          <p:cNvSpPr/>
          <p:nvPr/>
        </p:nvSpPr>
        <p:spPr>
          <a:xfrm>
            <a:off x="4584979" y="4479897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58" name="Text 28">
            <a:extLst>
              <a:ext uri="{FF2B5EF4-FFF2-40B4-BE49-F238E27FC236}">
                <a16:creationId xmlns:a16="http://schemas.microsoft.com/office/drawing/2014/main" id="{C864F1CA-3561-001A-7179-3B5969B60FBD}"/>
              </a:ext>
            </a:extLst>
          </p:cNvPr>
          <p:cNvSpPr/>
          <p:nvPr/>
        </p:nvSpPr>
        <p:spPr>
          <a:xfrm>
            <a:off x="343886" y="4700690"/>
            <a:ext cx="678942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4A2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pacing</a:t>
            </a:r>
            <a:endParaRPr lang="en-US" sz="900" dirty="0"/>
          </a:p>
        </p:txBody>
      </p:sp>
      <p:sp>
        <p:nvSpPr>
          <p:cNvPr id="59" name="Shape 29">
            <a:extLst>
              <a:ext uri="{FF2B5EF4-FFF2-40B4-BE49-F238E27FC236}">
                <a16:creationId xmlns:a16="http://schemas.microsoft.com/office/drawing/2014/main" id="{FFA0861C-3F1F-2441-AE8D-1E3E1C63832B}"/>
              </a:ext>
            </a:extLst>
          </p:cNvPr>
          <p:cNvSpPr/>
          <p:nvPr/>
        </p:nvSpPr>
        <p:spPr>
          <a:xfrm>
            <a:off x="993296" y="4706211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60" name="Shape 30">
            <a:extLst>
              <a:ext uri="{FF2B5EF4-FFF2-40B4-BE49-F238E27FC236}">
                <a16:creationId xmlns:a16="http://schemas.microsoft.com/office/drawing/2014/main" id="{6C043FD1-814D-8F3C-F5CB-892D21A85600}"/>
              </a:ext>
            </a:extLst>
          </p:cNvPr>
          <p:cNvSpPr/>
          <p:nvPr/>
        </p:nvSpPr>
        <p:spPr>
          <a:xfrm>
            <a:off x="1091365" y="4706211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61" name="Shape 31">
            <a:extLst>
              <a:ext uri="{FF2B5EF4-FFF2-40B4-BE49-F238E27FC236}">
                <a16:creationId xmlns:a16="http://schemas.microsoft.com/office/drawing/2014/main" id="{E6A3A38E-C1F3-EF64-3716-2670434973E9}"/>
              </a:ext>
            </a:extLst>
          </p:cNvPr>
          <p:cNvSpPr/>
          <p:nvPr/>
        </p:nvSpPr>
        <p:spPr>
          <a:xfrm>
            <a:off x="1189435" y="4706211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62" name="Shape 32">
            <a:extLst>
              <a:ext uri="{FF2B5EF4-FFF2-40B4-BE49-F238E27FC236}">
                <a16:creationId xmlns:a16="http://schemas.microsoft.com/office/drawing/2014/main" id="{96EE6FEC-1741-6519-3E0E-B0B561E67531}"/>
              </a:ext>
            </a:extLst>
          </p:cNvPr>
          <p:cNvSpPr/>
          <p:nvPr/>
        </p:nvSpPr>
        <p:spPr>
          <a:xfrm>
            <a:off x="1287504" y="4706211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63" name="Shape 33">
            <a:extLst>
              <a:ext uri="{FF2B5EF4-FFF2-40B4-BE49-F238E27FC236}">
                <a16:creationId xmlns:a16="http://schemas.microsoft.com/office/drawing/2014/main" id="{90EDFCD7-9C0F-86AC-FDD9-A2C26BD82FB3}"/>
              </a:ext>
            </a:extLst>
          </p:cNvPr>
          <p:cNvSpPr/>
          <p:nvPr/>
        </p:nvSpPr>
        <p:spPr>
          <a:xfrm>
            <a:off x="1385574" y="4706211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64" name="Text 34">
            <a:extLst>
              <a:ext uri="{FF2B5EF4-FFF2-40B4-BE49-F238E27FC236}">
                <a16:creationId xmlns:a16="http://schemas.microsoft.com/office/drawing/2014/main" id="{9BE4B179-701B-47F6-AAE5-656A564AC659}"/>
              </a:ext>
            </a:extLst>
          </p:cNvPr>
          <p:cNvSpPr/>
          <p:nvPr/>
        </p:nvSpPr>
        <p:spPr>
          <a:xfrm>
            <a:off x="1969777" y="4697983"/>
            <a:ext cx="894940" cy="99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4A2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feeling</a:t>
            </a:r>
            <a:endParaRPr lang="en-US" sz="900" dirty="0"/>
          </a:p>
        </p:txBody>
      </p:sp>
      <p:sp>
        <p:nvSpPr>
          <p:cNvPr id="65" name="Shape 35">
            <a:extLst>
              <a:ext uri="{FF2B5EF4-FFF2-40B4-BE49-F238E27FC236}">
                <a16:creationId xmlns:a16="http://schemas.microsoft.com/office/drawing/2014/main" id="{D49DED86-4827-DCA3-D7CF-E1DA66C1D8FE}"/>
              </a:ext>
            </a:extLst>
          </p:cNvPr>
          <p:cNvSpPr/>
          <p:nvPr/>
        </p:nvSpPr>
        <p:spPr>
          <a:xfrm>
            <a:off x="2592481" y="4706211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66" name="Shape 36">
            <a:extLst>
              <a:ext uri="{FF2B5EF4-FFF2-40B4-BE49-F238E27FC236}">
                <a16:creationId xmlns:a16="http://schemas.microsoft.com/office/drawing/2014/main" id="{175583D3-62BE-B429-6F94-B5BA16961F82}"/>
              </a:ext>
            </a:extLst>
          </p:cNvPr>
          <p:cNvSpPr/>
          <p:nvPr/>
        </p:nvSpPr>
        <p:spPr>
          <a:xfrm>
            <a:off x="2690550" y="4706211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67" name="Shape 37">
            <a:extLst>
              <a:ext uri="{FF2B5EF4-FFF2-40B4-BE49-F238E27FC236}">
                <a16:creationId xmlns:a16="http://schemas.microsoft.com/office/drawing/2014/main" id="{7D10D0D4-5BB3-6964-21C5-EB7F2B2F9AED}"/>
              </a:ext>
            </a:extLst>
          </p:cNvPr>
          <p:cNvSpPr/>
          <p:nvPr/>
        </p:nvSpPr>
        <p:spPr>
          <a:xfrm>
            <a:off x="2788620" y="4706211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68" name="Shape 38">
            <a:extLst>
              <a:ext uri="{FF2B5EF4-FFF2-40B4-BE49-F238E27FC236}">
                <a16:creationId xmlns:a16="http://schemas.microsoft.com/office/drawing/2014/main" id="{A2F78392-5A5B-AC9F-2551-925144607991}"/>
              </a:ext>
            </a:extLst>
          </p:cNvPr>
          <p:cNvSpPr/>
          <p:nvPr/>
        </p:nvSpPr>
        <p:spPr>
          <a:xfrm>
            <a:off x="2886689" y="4706211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69" name="Shape 39">
            <a:extLst>
              <a:ext uri="{FF2B5EF4-FFF2-40B4-BE49-F238E27FC236}">
                <a16:creationId xmlns:a16="http://schemas.microsoft.com/office/drawing/2014/main" id="{1918907D-2CD7-DFA6-FF75-E90E66F7BF62}"/>
              </a:ext>
            </a:extLst>
          </p:cNvPr>
          <p:cNvSpPr/>
          <p:nvPr/>
        </p:nvSpPr>
        <p:spPr>
          <a:xfrm>
            <a:off x="2984759" y="4706211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20040" y="1461597"/>
            <a:ext cx="4389120" cy="1812627"/>
          </a:xfrm>
          <a:prstGeom prst="rect">
            <a:avLst/>
          </a:prstGeom>
          <a:solidFill>
            <a:srgbClr val="F2E4C9"/>
          </a:solidFill>
          <a:ln w="6350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7" name="Shape 5"/>
          <p:cNvSpPr/>
          <p:nvPr/>
        </p:nvSpPr>
        <p:spPr>
          <a:xfrm>
            <a:off x="395477" y="1537035"/>
            <a:ext cx="1169711" cy="1654807"/>
          </a:xfrm>
          <a:prstGeom prst="rect">
            <a:avLst/>
          </a:prstGeom>
          <a:solidFill>
            <a:srgbClr val="EFE9DD"/>
          </a:solidFill>
          <a:ln w="9525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743" dirty="0"/>
          </a:p>
        </p:txBody>
      </p:sp>
      <p:sp>
        <p:nvSpPr>
          <p:cNvPr id="8" name="Text 6"/>
          <p:cNvSpPr/>
          <p:nvPr/>
        </p:nvSpPr>
        <p:spPr>
          <a:xfrm>
            <a:off x="395477" y="3005513"/>
            <a:ext cx="49034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kern="0" spc="83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60220" y="1533204"/>
            <a:ext cx="150876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4A2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60220" y="1884643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51660" y="2479706"/>
            <a:ext cx="94298" cy="94298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" name="Shape 10"/>
          <p:cNvSpPr/>
          <p:nvPr/>
        </p:nvSpPr>
        <p:spPr>
          <a:xfrm>
            <a:off x="1961045" y="2479706"/>
            <a:ext cx="94298" cy="94298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3" name="Shape 11"/>
          <p:cNvSpPr/>
          <p:nvPr/>
        </p:nvSpPr>
        <p:spPr>
          <a:xfrm>
            <a:off x="2070430" y="2479706"/>
            <a:ext cx="94298" cy="94298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4" name="Shape 12"/>
          <p:cNvSpPr/>
          <p:nvPr/>
        </p:nvSpPr>
        <p:spPr>
          <a:xfrm>
            <a:off x="2179815" y="2479706"/>
            <a:ext cx="94298" cy="94298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5" name="Shape 13"/>
          <p:cNvSpPr/>
          <p:nvPr/>
        </p:nvSpPr>
        <p:spPr>
          <a:xfrm>
            <a:off x="2289200" y="2479706"/>
            <a:ext cx="94298" cy="94298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6" name="Text 14"/>
          <p:cNvSpPr/>
          <p:nvPr/>
        </p:nvSpPr>
        <p:spPr>
          <a:xfrm>
            <a:off x="1691640" y="2745370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4A2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one sentence 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flipV="1">
            <a:off x="1691639" y="2877385"/>
            <a:ext cx="2845191" cy="1"/>
          </a:xfrm>
          <a:prstGeom prst="line">
            <a:avLst/>
          </a:prstGeom>
          <a:noFill/>
          <a:ln w="3810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8" name="Shape 16"/>
          <p:cNvSpPr/>
          <p:nvPr/>
        </p:nvSpPr>
        <p:spPr>
          <a:xfrm flipV="1">
            <a:off x="1691639" y="3134528"/>
            <a:ext cx="2845191" cy="1278"/>
          </a:xfrm>
          <a:prstGeom prst="line">
            <a:avLst/>
          </a:prstGeom>
          <a:noFill/>
          <a:ln w="3810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1" name="Shape 0">
            <a:extLst>
              <a:ext uri="{FF2B5EF4-FFF2-40B4-BE49-F238E27FC236}">
                <a16:creationId xmlns:a16="http://schemas.microsoft.com/office/drawing/2014/main" id="{905E759A-ACA5-604B-CEB7-7F373E4E870B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2" name="Text 1">
            <a:extLst>
              <a:ext uri="{FF2B5EF4-FFF2-40B4-BE49-F238E27FC236}">
                <a16:creationId xmlns:a16="http://schemas.microsoft.com/office/drawing/2014/main" id="{ED4FCA4E-3716-FCA1-D824-CD7C46101D98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63" name="Text 2">
            <a:extLst>
              <a:ext uri="{FF2B5EF4-FFF2-40B4-BE49-F238E27FC236}">
                <a16:creationId xmlns:a16="http://schemas.microsoft.com/office/drawing/2014/main" id="{CAFAC555-2445-BACA-D141-37B98C7A586D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LIST</a:t>
            </a:r>
            <a:endParaRPr lang="en-US" sz="700" dirty="0"/>
          </a:p>
        </p:txBody>
      </p:sp>
      <p:sp>
        <p:nvSpPr>
          <p:cNvPr id="64" name="Text 5">
            <a:extLst>
              <a:ext uri="{FF2B5EF4-FFF2-40B4-BE49-F238E27FC236}">
                <a16:creationId xmlns:a16="http://schemas.microsoft.com/office/drawing/2014/main" id="{35503A04-6DE2-599A-EECD-597B4A6D44D5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MARGIN NOTES</a:t>
            </a:r>
            <a:endParaRPr lang="en-US" sz="800" dirty="0"/>
          </a:p>
        </p:txBody>
      </p:sp>
      <p:sp>
        <p:nvSpPr>
          <p:cNvPr id="65" name="Text 6">
            <a:extLst>
              <a:ext uri="{FF2B5EF4-FFF2-40B4-BE49-F238E27FC236}">
                <a16:creationId xmlns:a16="http://schemas.microsoft.com/office/drawing/2014/main" id="{9928B793-FF8F-83FD-79F8-AE86527A8AE0}"/>
              </a:ext>
            </a:extLst>
          </p:cNvPr>
          <p:cNvSpPr/>
          <p:nvPr/>
        </p:nvSpPr>
        <p:spPr>
          <a:xfrm>
            <a:off x="320040" y="868680"/>
            <a:ext cx="438912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 Reviews.</a:t>
            </a:r>
            <a:endParaRPr lang="en-US" sz="2800" dirty="0"/>
          </a:p>
        </p:txBody>
      </p:sp>
      <p:sp>
        <p:nvSpPr>
          <p:cNvPr id="66" name="Text 3">
            <a:extLst>
              <a:ext uri="{FF2B5EF4-FFF2-40B4-BE49-F238E27FC236}">
                <a16:creationId xmlns:a16="http://schemas.microsoft.com/office/drawing/2014/main" id="{FC50BBE8-2944-5EDA-6DEB-5A3B066C0CC9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</a:t>
            </a:r>
            <a:endParaRPr lang="en-US" sz="800" dirty="0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BCEAC547-B73F-1493-8405-D3B4413E6377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D610DCCC-6EC0-2A22-8B57-365F19EB2BD3}"/>
              </a:ext>
            </a:extLst>
          </p:cNvPr>
          <p:cNvSpPr/>
          <p:nvPr/>
        </p:nvSpPr>
        <p:spPr>
          <a:xfrm>
            <a:off x="1760220" y="2165986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genre</a:t>
            </a:r>
            <a:endParaRPr lang="en-US" sz="900" dirty="0"/>
          </a:p>
        </p:txBody>
      </p:sp>
      <p:sp>
        <p:nvSpPr>
          <p:cNvPr id="70" name="Shape 4">
            <a:extLst>
              <a:ext uri="{FF2B5EF4-FFF2-40B4-BE49-F238E27FC236}">
                <a16:creationId xmlns:a16="http://schemas.microsoft.com/office/drawing/2014/main" id="{71CBC6DB-39A8-4982-97DE-35927E5E2A82}"/>
              </a:ext>
            </a:extLst>
          </p:cNvPr>
          <p:cNvSpPr/>
          <p:nvPr/>
        </p:nvSpPr>
        <p:spPr>
          <a:xfrm>
            <a:off x="306558" y="3413588"/>
            <a:ext cx="4389120" cy="1812627"/>
          </a:xfrm>
          <a:prstGeom prst="rect">
            <a:avLst/>
          </a:prstGeom>
          <a:solidFill>
            <a:srgbClr val="F2E4C9"/>
          </a:solidFill>
          <a:ln w="6350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71" name="Shape 5">
            <a:extLst>
              <a:ext uri="{FF2B5EF4-FFF2-40B4-BE49-F238E27FC236}">
                <a16:creationId xmlns:a16="http://schemas.microsoft.com/office/drawing/2014/main" id="{AD8418DD-9B49-B169-9944-D293E74C7228}"/>
              </a:ext>
            </a:extLst>
          </p:cNvPr>
          <p:cNvSpPr/>
          <p:nvPr/>
        </p:nvSpPr>
        <p:spPr>
          <a:xfrm>
            <a:off x="381995" y="3489026"/>
            <a:ext cx="1169711" cy="1654807"/>
          </a:xfrm>
          <a:prstGeom prst="rect">
            <a:avLst/>
          </a:prstGeom>
          <a:solidFill>
            <a:srgbClr val="EFE9DD"/>
          </a:solidFill>
          <a:ln w="9525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743" dirty="0"/>
          </a:p>
        </p:txBody>
      </p:sp>
      <p:sp>
        <p:nvSpPr>
          <p:cNvPr id="72" name="Text 6">
            <a:extLst>
              <a:ext uri="{FF2B5EF4-FFF2-40B4-BE49-F238E27FC236}">
                <a16:creationId xmlns:a16="http://schemas.microsoft.com/office/drawing/2014/main" id="{0E37362F-5EA9-592D-AB05-2C911A95914E}"/>
              </a:ext>
            </a:extLst>
          </p:cNvPr>
          <p:cNvSpPr/>
          <p:nvPr/>
        </p:nvSpPr>
        <p:spPr>
          <a:xfrm>
            <a:off x="381995" y="4957504"/>
            <a:ext cx="49034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kern="0" spc="83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</a:t>
            </a:r>
            <a:endParaRPr lang="en-US" sz="800" dirty="0"/>
          </a:p>
        </p:txBody>
      </p:sp>
      <p:sp>
        <p:nvSpPr>
          <p:cNvPr id="73" name="Text 7">
            <a:extLst>
              <a:ext uri="{FF2B5EF4-FFF2-40B4-BE49-F238E27FC236}">
                <a16:creationId xmlns:a16="http://schemas.microsoft.com/office/drawing/2014/main" id="{A996F854-1570-0688-8134-40A681EFEAF8}"/>
              </a:ext>
            </a:extLst>
          </p:cNvPr>
          <p:cNvSpPr/>
          <p:nvPr/>
        </p:nvSpPr>
        <p:spPr>
          <a:xfrm>
            <a:off x="1746738" y="3485195"/>
            <a:ext cx="150876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4A2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</a:t>
            </a:r>
            <a:endParaRPr lang="en-US" sz="1400" dirty="0"/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CF5A73A5-9DC8-D1C4-6731-FF075CD04A85}"/>
              </a:ext>
            </a:extLst>
          </p:cNvPr>
          <p:cNvSpPr/>
          <p:nvPr/>
        </p:nvSpPr>
        <p:spPr>
          <a:xfrm>
            <a:off x="1746738" y="3836634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</a:t>
            </a:r>
            <a:endParaRPr lang="en-US" sz="900" dirty="0"/>
          </a:p>
        </p:txBody>
      </p:sp>
      <p:sp>
        <p:nvSpPr>
          <p:cNvPr id="75" name="Shape 9">
            <a:extLst>
              <a:ext uri="{FF2B5EF4-FFF2-40B4-BE49-F238E27FC236}">
                <a16:creationId xmlns:a16="http://schemas.microsoft.com/office/drawing/2014/main" id="{3F2946A5-33C1-0D22-6683-D18C67EC89D6}"/>
              </a:ext>
            </a:extLst>
          </p:cNvPr>
          <p:cNvSpPr/>
          <p:nvPr/>
        </p:nvSpPr>
        <p:spPr>
          <a:xfrm>
            <a:off x="1838178" y="4431697"/>
            <a:ext cx="94298" cy="94298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6" name="Shape 10">
            <a:extLst>
              <a:ext uri="{FF2B5EF4-FFF2-40B4-BE49-F238E27FC236}">
                <a16:creationId xmlns:a16="http://schemas.microsoft.com/office/drawing/2014/main" id="{EACB5736-0062-AB13-6663-373A9558DD14}"/>
              </a:ext>
            </a:extLst>
          </p:cNvPr>
          <p:cNvSpPr/>
          <p:nvPr/>
        </p:nvSpPr>
        <p:spPr>
          <a:xfrm>
            <a:off x="1947563" y="4431697"/>
            <a:ext cx="94298" cy="94298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7" name="Shape 11">
            <a:extLst>
              <a:ext uri="{FF2B5EF4-FFF2-40B4-BE49-F238E27FC236}">
                <a16:creationId xmlns:a16="http://schemas.microsoft.com/office/drawing/2014/main" id="{047EEF94-B2B4-4072-B4C9-66B59D9AFB32}"/>
              </a:ext>
            </a:extLst>
          </p:cNvPr>
          <p:cNvSpPr/>
          <p:nvPr/>
        </p:nvSpPr>
        <p:spPr>
          <a:xfrm>
            <a:off x="2056948" y="4431697"/>
            <a:ext cx="94298" cy="94298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8" name="Shape 12">
            <a:extLst>
              <a:ext uri="{FF2B5EF4-FFF2-40B4-BE49-F238E27FC236}">
                <a16:creationId xmlns:a16="http://schemas.microsoft.com/office/drawing/2014/main" id="{2FE9A519-7FB1-EC4C-D0FD-19EA68CBF67B}"/>
              </a:ext>
            </a:extLst>
          </p:cNvPr>
          <p:cNvSpPr/>
          <p:nvPr/>
        </p:nvSpPr>
        <p:spPr>
          <a:xfrm>
            <a:off x="2166333" y="4431697"/>
            <a:ext cx="94298" cy="94298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9" name="Shape 13">
            <a:extLst>
              <a:ext uri="{FF2B5EF4-FFF2-40B4-BE49-F238E27FC236}">
                <a16:creationId xmlns:a16="http://schemas.microsoft.com/office/drawing/2014/main" id="{B907F419-B401-8B7E-9D02-C2941AD90F0C}"/>
              </a:ext>
            </a:extLst>
          </p:cNvPr>
          <p:cNvSpPr/>
          <p:nvPr/>
        </p:nvSpPr>
        <p:spPr>
          <a:xfrm>
            <a:off x="2275718" y="4431697"/>
            <a:ext cx="94298" cy="94298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0" name="Text 14">
            <a:extLst>
              <a:ext uri="{FF2B5EF4-FFF2-40B4-BE49-F238E27FC236}">
                <a16:creationId xmlns:a16="http://schemas.microsoft.com/office/drawing/2014/main" id="{74A0AF33-8884-9472-0141-6C4B2C072BFA}"/>
              </a:ext>
            </a:extLst>
          </p:cNvPr>
          <p:cNvSpPr/>
          <p:nvPr/>
        </p:nvSpPr>
        <p:spPr>
          <a:xfrm>
            <a:off x="1678158" y="4697361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4A2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one sentence →</a:t>
            </a:r>
            <a:endParaRPr lang="en-US" sz="900" dirty="0"/>
          </a:p>
        </p:txBody>
      </p:sp>
      <p:sp>
        <p:nvSpPr>
          <p:cNvPr id="81" name="Shape 15">
            <a:extLst>
              <a:ext uri="{FF2B5EF4-FFF2-40B4-BE49-F238E27FC236}">
                <a16:creationId xmlns:a16="http://schemas.microsoft.com/office/drawing/2014/main" id="{22FB89DC-FD2E-C440-1182-D5FFB8EBDC51}"/>
              </a:ext>
            </a:extLst>
          </p:cNvPr>
          <p:cNvSpPr/>
          <p:nvPr/>
        </p:nvSpPr>
        <p:spPr>
          <a:xfrm flipV="1">
            <a:off x="1678157" y="4829376"/>
            <a:ext cx="2845191" cy="1"/>
          </a:xfrm>
          <a:prstGeom prst="line">
            <a:avLst/>
          </a:prstGeom>
          <a:noFill/>
          <a:ln w="3810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2" name="Shape 16">
            <a:extLst>
              <a:ext uri="{FF2B5EF4-FFF2-40B4-BE49-F238E27FC236}">
                <a16:creationId xmlns:a16="http://schemas.microsoft.com/office/drawing/2014/main" id="{0EEE4C06-0FA8-24D4-D740-BCEE522D0AA0}"/>
              </a:ext>
            </a:extLst>
          </p:cNvPr>
          <p:cNvSpPr/>
          <p:nvPr/>
        </p:nvSpPr>
        <p:spPr>
          <a:xfrm flipV="1">
            <a:off x="1678157" y="5086519"/>
            <a:ext cx="2845191" cy="1278"/>
          </a:xfrm>
          <a:prstGeom prst="line">
            <a:avLst/>
          </a:prstGeom>
          <a:noFill/>
          <a:ln w="3810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3" name="Text 8">
            <a:extLst>
              <a:ext uri="{FF2B5EF4-FFF2-40B4-BE49-F238E27FC236}">
                <a16:creationId xmlns:a16="http://schemas.microsoft.com/office/drawing/2014/main" id="{BACCC8DC-2F7A-F3D6-19E6-EE7FD42A305F}"/>
              </a:ext>
            </a:extLst>
          </p:cNvPr>
          <p:cNvSpPr/>
          <p:nvPr/>
        </p:nvSpPr>
        <p:spPr>
          <a:xfrm>
            <a:off x="1746738" y="4117977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genre</a:t>
            </a:r>
            <a:endParaRPr lang="en-US" sz="900" dirty="0"/>
          </a:p>
        </p:txBody>
      </p:sp>
      <p:sp>
        <p:nvSpPr>
          <p:cNvPr id="84" name="Shape 4">
            <a:extLst>
              <a:ext uri="{FF2B5EF4-FFF2-40B4-BE49-F238E27FC236}">
                <a16:creationId xmlns:a16="http://schemas.microsoft.com/office/drawing/2014/main" id="{A3D23671-0BA0-5276-02DD-60C5C4A947B5}"/>
              </a:ext>
            </a:extLst>
          </p:cNvPr>
          <p:cNvSpPr/>
          <p:nvPr/>
        </p:nvSpPr>
        <p:spPr>
          <a:xfrm>
            <a:off x="306558" y="5384311"/>
            <a:ext cx="4389120" cy="1812627"/>
          </a:xfrm>
          <a:prstGeom prst="rect">
            <a:avLst/>
          </a:prstGeom>
          <a:solidFill>
            <a:srgbClr val="F2E4C9"/>
          </a:solidFill>
          <a:ln w="6350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85" name="Shape 5">
            <a:extLst>
              <a:ext uri="{FF2B5EF4-FFF2-40B4-BE49-F238E27FC236}">
                <a16:creationId xmlns:a16="http://schemas.microsoft.com/office/drawing/2014/main" id="{5D63F798-4343-741C-E558-1A3E3E92E475}"/>
              </a:ext>
            </a:extLst>
          </p:cNvPr>
          <p:cNvSpPr/>
          <p:nvPr/>
        </p:nvSpPr>
        <p:spPr>
          <a:xfrm>
            <a:off x="381995" y="5459749"/>
            <a:ext cx="1169711" cy="1654807"/>
          </a:xfrm>
          <a:prstGeom prst="rect">
            <a:avLst/>
          </a:prstGeom>
          <a:solidFill>
            <a:srgbClr val="EFE9DD"/>
          </a:solidFill>
          <a:ln w="9525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743" dirty="0"/>
          </a:p>
        </p:txBody>
      </p:sp>
      <p:sp>
        <p:nvSpPr>
          <p:cNvPr id="86" name="Text 6">
            <a:extLst>
              <a:ext uri="{FF2B5EF4-FFF2-40B4-BE49-F238E27FC236}">
                <a16:creationId xmlns:a16="http://schemas.microsoft.com/office/drawing/2014/main" id="{589DDD3B-D318-E166-B85A-FE7DCC8E7924}"/>
              </a:ext>
            </a:extLst>
          </p:cNvPr>
          <p:cNvSpPr/>
          <p:nvPr/>
        </p:nvSpPr>
        <p:spPr>
          <a:xfrm>
            <a:off x="381995" y="6928227"/>
            <a:ext cx="49034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kern="0" spc="83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</a:t>
            </a:r>
            <a:endParaRPr lang="en-US" sz="800" dirty="0"/>
          </a:p>
        </p:txBody>
      </p:sp>
      <p:sp>
        <p:nvSpPr>
          <p:cNvPr id="87" name="Text 7">
            <a:extLst>
              <a:ext uri="{FF2B5EF4-FFF2-40B4-BE49-F238E27FC236}">
                <a16:creationId xmlns:a16="http://schemas.microsoft.com/office/drawing/2014/main" id="{2C6EC218-A00E-3394-D6E6-885733182983}"/>
              </a:ext>
            </a:extLst>
          </p:cNvPr>
          <p:cNvSpPr/>
          <p:nvPr/>
        </p:nvSpPr>
        <p:spPr>
          <a:xfrm>
            <a:off x="1746738" y="5455918"/>
            <a:ext cx="150876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4A2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</a:t>
            </a:r>
            <a:endParaRPr lang="en-US" sz="1400" dirty="0"/>
          </a:p>
        </p:txBody>
      </p:sp>
      <p:sp>
        <p:nvSpPr>
          <p:cNvPr id="88" name="Text 8">
            <a:extLst>
              <a:ext uri="{FF2B5EF4-FFF2-40B4-BE49-F238E27FC236}">
                <a16:creationId xmlns:a16="http://schemas.microsoft.com/office/drawing/2014/main" id="{8028EE0E-EEC9-C01B-5513-02AEFFD43C6F}"/>
              </a:ext>
            </a:extLst>
          </p:cNvPr>
          <p:cNvSpPr/>
          <p:nvPr/>
        </p:nvSpPr>
        <p:spPr>
          <a:xfrm>
            <a:off x="1746738" y="5807357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</a:t>
            </a:r>
            <a:endParaRPr lang="en-US" sz="900" dirty="0"/>
          </a:p>
        </p:txBody>
      </p:sp>
      <p:sp>
        <p:nvSpPr>
          <p:cNvPr id="89" name="Shape 9">
            <a:extLst>
              <a:ext uri="{FF2B5EF4-FFF2-40B4-BE49-F238E27FC236}">
                <a16:creationId xmlns:a16="http://schemas.microsoft.com/office/drawing/2014/main" id="{16143161-39C1-8E09-F608-8F95D55913CD}"/>
              </a:ext>
            </a:extLst>
          </p:cNvPr>
          <p:cNvSpPr/>
          <p:nvPr/>
        </p:nvSpPr>
        <p:spPr>
          <a:xfrm>
            <a:off x="1838178" y="6402420"/>
            <a:ext cx="94298" cy="94298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0" name="Shape 10">
            <a:extLst>
              <a:ext uri="{FF2B5EF4-FFF2-40B4-BE49-F238E27FC236}">
                <a16:creationId xmlns:a16="http://schemas.microsoft.com/office/drawing/2014/main" id="{467CF46D-B92D-99B6-7447-72499B0E2A4B}"/>
              </a:ext>
            </a:extLst>
          </p:cNvPr>
          <p:cNvSpPr/>
          <p:nvPr/>
        </p:nvSpPr>
        <p:spPr>
          <a:xfrm>
            <a:off x="1947563" y="6402420"/>
            <a:ext cx="94298" cy="94298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1" name="Shape 11">
            <a:extLst>
              <a:ext uri="{FF2B5EF4-FFF2-40B4-BE49-F238E27FC236}">
                <a16:creationId xmlns:a16="http://schemas.microsoft.com/office/drawing/2014/main" id="{C01E40B6-AC7B-E2C1-2D4C-D10F35BB0A8D}"/>
              </a:ext>
            </a:extLst>
          </p:cNvPr>
          <p:cNvSpPr/>
          <p:nvPr/>
        </p:nvSpPr>
        <p:spPr>
          <a:xfrm>
            <a:off x="2056948" y="6402420"/>
            <a:ext cx="94298" cy="94298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2" name="Shape 12">
            <a:extLst>
              <a:ext uri="{FF2B5EF4-FFF2-40B4-BE49-F238E27FC236}">
                <a16:creationId xmlns:a16="http://schemas.microsoft.com/office/drawing/2014/main" id="{D28BF496-6DE9-184A-15BB-2FAF84A3E005}"/>
              </a:ext>
            </a:extLst>
          </p:cNvPr>
          <p:cNvSpPr/>
          <p:nvPr/>
        </p:nvSpPr>
        <p:spPr>
          <a:xfrm>
            <a:off x="2166333" y="6402420"/>
            <a:ext cx="94298" cy="94298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3" name="Shape 13">
            <a:extLst>
              <a:ext uri="{FF2B5EF4-FFF2-40B4-BE49-F238E27FC236}">
                <a16:creationId xmlns:a16="http://schemas.microsoft.com/office/drawing/2014/main" id="{8731822C-67E9-C2CD-0F84-BFAF370578A0}"/>
              </a:ext>
            </a:extLst>
          </p:cNvPr>
          <p:cNvSpPr/>
          <p:nvPr/>
        </p:nvSpPr>
        <p:spPr>
          <a:xfrm>
            <a:off x="2275718" y="6402420"/>
            <a:ext cx="94298" cy="94298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4" name="Text 14">
            <a:extLst>
              <a:ext uri="{FF2B5EF4-FFF2-40B4-BE49-F238E27FC236}">
                <a16:creationId xmlns:a16="http://schemas.microsoft.com/office/drawing/2014/main" id="{814F4D0C-189C-B3CD-0AB3-BB2EBABC16B9}"/>
              </a:ext>
            </a:extLst>
          </p:cNvPr>
          <p:cNvSpPr/>
          <p:nvPr/>
        </p:nvSpPr>
        <p:spPr>
          <a:xfrm>
            <a:off x="1678158" y="6668084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4A2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one sentence →</a:t>
            </a:r>
            <a:endParaRPr lang="en-US" sz="900" dirty="0"/>
          </a:p>
        </p:txBody>
      </p:sp>
      <p:sp>
        <p:nvSpPr>
          <p:cNvPr id="95" name="Shape 15">
            <a:extLst>
              <a:ext uri="{FF2B5EF4-FFF2-40B4-BE49-F238E27FC236}">
                <a16:creationId xmlns:a16="http://schemas.microsoft.com/office/drawing/2014/main" id="{BD271CED-98B3-F39F-3FDF-C1B979743319}"/>
              </a:ext>
            </a:extLst>
          </p:cNvPr>
          <p:cNvSpPr/>
          <p:nvPr/>
        </p:nvSpPr>
        <p:spPr>
          <a:xfrm flipV="1">
            <a:off x="1678157" y="6800099"/>
            <a:ext cx="2845191" cy="1"/>
          </a:xfrm>
          <a:prstGeom prst="line">
            <a:avLst/>
          </a:prstGeom>
          <a:noFill/>
          <a:ln w="3810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6" name="Shape 16">
            <a:extLst>
              <a:ext uri="{FF2B5EF4-FFF2-40B4-BE49-F238E27FC236}">
                <a16:creationId xmlns:a16="http://schemas.microsoft.com/office/drawing/2014/main" id="{E81B5E4A-BF59-F343-20A0-82CA0449F8CA}"/>
              </a:ext>
            </a:extLst>
          </p:cNvPr>
          <p:cNvSpPr/>
          <p:nvPr/>
        </p:nvSpPr>
        <p:spPr>
          <a:xfrm flipV="1">
            <a:off x="1678157" y="7057242"/>
            <a:ext cx="2845191" cy="1278"/>
          </a:xfrm>
          <a:prstGeom prst="line">
            <a:avLst/>
          </a:prstGeom>
          <a:noFill/>
          <a:ln w="3810">
            <a:solidFill>
              <a:srgbClr val="4A2F1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7" name="Text 8">
            <a:extLst>
              <a:ext uri="{FF2B5EF4-FFF2-40B4-BE49-F238E27FC236}">
                <a16:creationId xmlns:a16="http://schemas.microsoft.com/office/drawing/2014/main" id="{070F0A4E-BDDE-F6E4-9873-4A2EEB0A0AFF}"/>
              </a:ext>
            </a:extLst>
          </p:cNvPr>
          <p:cNvSpPr/>
          <p:nvPr/>
        </p:nvSpPr>
        <p:spPr>
          <a:xfrm>
            <a:off x="1746738" y="6088700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genre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LIST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TBR STACK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65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 read.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4389120" cy="475488"/>
          </a:xfrm>
          <a:prstGeom prst="rect">
            <a:avLst/>
          </a:prstGeom>
          <a:solidFill>
            <a:srgbClr val="B85042"/>
          </a:solidFill>
          <a:ln w="508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________________________________________   /   ____________________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192024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AF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2487168"/>
            <a:ext cx="4389120" cy="475488"/>
          </a:xfrm>
          <a:prstGeom prst="rect">
            <a:avLst/>
          </a:prstGeom>
          <a:solidFill>
            <a:srgbClr val="6E8B5A"/>
          </a:solidFill>
          <a:ln w="508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548640" y="24871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________________________________________   /   ____________________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60520" y="248716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AF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3054096"/>
            <a:ext cx="4389120" cy="475488"/>
          </a:xfrm>
          <a:prstGeom prst="rect">
            <a:avLst/>
          </a:prstGeom>
          <a:solidFill>
            <a:srgbClr val="19345E"/>
          </a:solidFill>
          <a:ln w="508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548640" y="305409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________________________________________   /   ____________________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305409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AF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3621024"/>
            <a:ext cx="4389120" cy="475488"/>
          </a:xfrm>
          <a:prstGeom prst="rect">
            <a:avLst/>
          </a:prstGeom>
          <a:solidFill>
            <a:srgbClr val="7A1F2B"/>
          </a:solidFill>
          <a:ln w="508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548640" y="362102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________________________________________   /   ____________________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60520" y="362102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AF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#04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4187952"/>
            <a:ext cx="4389120" cy="475488"/>
          </a:xfrm>
          <a:prstGeom prst="rect">
            <a:avLst/>
          </a:prstGeom>
          <a:solidFill>
            <a:srgbClr val="B58A2E"/>
          </a:solidFill>
          <a:ln w="508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548640" y="418795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________________________________________   /   ____________________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60520" y="418795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AF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4754880"/>
            <a:ext cx="4389120" cy="475488"/>
          </a:xfrm>
          <a:prstGeom prst="rect">
            <a:avLst/>
          </a:prstGeom>
          <a:solidFill>
            <a:srgbClr val="6B6357"/>
          </a:solidFill>
          <a:ln w="508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________________________________________   /   ____________________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60520" y="475488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AF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5321808"/>
            <a:ext cx="4389120" cy="475488"/>
          </a:xfrm>
          <a:prstGeom prst="rect">
            <a:avLst/>
          </a:prstGeom>
          <a:solidFill>
            <a:srgbClr val="4B3A75"/>
          </a:solidFill>
          <a:ln w="508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548640" y="53218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________________________________________   /   ____________________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60520" y="532180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AF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#07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5888736"/>
            <a:ext cx="4389120" cy="475488"/>
          </a:xfrm>
          <a:prstGeom prst="rect">
            <a:avLst/>
          </a:prstGeom>
          <a:solidFill>
            <a:srgbClr val="1B1B1B"/>
          </a:solidFill>
          <a:ln w="508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548640" y="588873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________________________________________   /   ____________________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60520" y="588873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AF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#08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6060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965960" y="3977640"/>
            <a:ext cx="1097280" cy="0"/>
          </a:xfrm>
          <a:prstGeom prst="line">
            <a:avLst/>
          </a:prstGeom>
          <a:noFill/>
          <a:ln w="1016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&amp; Recipes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FOOD &amp; RECIPES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01 / RECIPE CARD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021081"/>
            <a:ext cx="4389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</a:t>
            </a:r>
            <a:endParaRPr lang="en-US" sz="3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kitchen.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4389120" cy="1645920"/>
          </a:xfrm>
          <a:prstGeom prst="rect">
            <a:avLst/>
          </a:prstGeom>
          <a:solidFill>
            <a:srgbClr val="E9C9B4"/>
          </a:solidFill>
          <a:ln w="635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4389120" cy="1645920"/>
          </a:xfrm>
          <a:prstGeom prst="line">
            <a:avLst/>
          </a:prstGeom>
          <a:noFill/>
          <a:ln w="508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20040" y="3749040"/>
            <a:ext cx="4389120" cy="0"/>
          </a:xfrm>
          <a:prstGeom prst="line">
            <a:avLst/>
          </a:prstGeom>
          <a:noFill/>
          <a:ln w="508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20040" y="281635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0040" y="37947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dish, as it actually looked.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20040" y="3977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DISH  _________________________________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4297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SERVES  ____    TIME  _____    NOTES  _________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4617720"/>
            <a:ext cx="4389120" cy="0"/>
          </a:xfrm>
          <a:prstGeom prst="line">
            <a:avLst/>
          </a:prstGeom>
          <a:noFill/>
          <a:ln w="635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20040" y="4754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INGREDIENTS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5074920"/>
            <a:ext cx="109728" cy="109728"/>
          </a:xfrm>
          <a:prstGeom prst="rect">
            <a:avLst/>
          </a:prstGeom>
          <a:ln w="635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521208" y="51663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20040" y="5303520"/>
            <a:ext cx="109728" cy="109728"/>
          </a:xfrm>
          <a:prstGeom prst="rect">
            <a:avLst/>
          </a:prstGeom>
          <a:ln w="635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521208" y="53949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20040" y="5532120"/>
            <a:ext cx="109728" cy="109728"/>
          </a:xfrm>
          <a:prstGeom prst="rect">
            <a:avLst/>
          </a:prstGeom>
          <a:ln w="635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521208" y="56235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20040" y="5760720"/>
            <a:ext cx="109728" cy="109728"/>
          </a:xfrm>
          <a:prstGeom prst="rect">
            <a:avLst/>
          </a:prstGeom>
          <a:ln w="635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521208" y="58521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20040" y="5989320"/>
            <a:ext cx="109728" cy="109728"/>
          </a:xfrm>
          <a:prstGeom prst="rect">
            <a:avLst/>
          </a:prstGeom>
          <a:ln w="635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521208" y="60807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320040" y="6217920"/>
            <a:ext cx="109728" cy="109728"/>
          </a:xfrm>
          <a:prstGeom prst="rect">
            <a:avLst/>
          </a:prstGeom>
          <a:ln w="635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521208" y="63093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2606040" y="4754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606040" y="507492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34640" y="51663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2606040" y="530352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34640" y="53949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2606040" y="553212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834640" y="56235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2606040" y="576072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4640" y="58521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2606040" y="598932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834640" y="60807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2606040" y="621792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834640" y="63093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FOOD &amp; RECIPES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02 / WEEK ON A PLATE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995680"/>
            <a:ext cx="438912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week,</a:t>
            </a:r>
            <a:endParaRPr lang="en-US" sz="2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plate.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548640" cy="548640"/>
          </a:xfrm>
          <a:prstGeom prst="ellipse">
            <a:avLst/>
          </a:prstGeom>
          <a:solidFill>
            <a:srgbClr val="F1E3D3"/>
          </a:solidFill>
          <a:ln w="762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20040" y="23591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15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  ___________   lunch  ___________   dinner  ___________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51560" y="2743200"/>
            <a:ext cx="365760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548640" cy="548640"/>
          </a:xfrm>
          <a:prstGeom prst="ellipse">
            <a:avLst/>
          </a:prstGeom>
          <a:solidFill>
            <a:srgbClr val="F1E3D3"/>
          </a:solidFill>
          <a:ln w="762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20040" y="3044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  ___________   lunch  ___________   dinner  ___________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1560" y="3429000"/>
            <a:ext cx="365760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20040" y="3566160"/>
            <a:ext cx="548640" cy="548640"/>
          </a:xfrm>
          <a:prstGeom prst="ellipse">
            <a:avLst/>
          </a:prstGeom>
          <a:solidFill>
            <a:srgbClr val="F1E3D3"/>
          </a:solidFill>
          <a:ln w="762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320040" y="37307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156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  ___________   lunch  ___________   dinner  ___________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1560" y="4114800"/>
            <a:ext cx="365760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4251960"/>
            <a:ext cx="548640" cy="548640"/>
          </a:xfrm>
          <a:prstGeom prst="ellipse">
            <a:avLst/>
          </a:prstGeom>
          <a:solidFill>
            <a:srgbClr val="F1E3D3"/>
          </a:solidFill>
          <a:ln w="762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20040" y="44165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THU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156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  ___________   lunch  ___________   dinner  ___________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51560" y="4800600"/>
            <a:ext cx="365760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20040" y="4937760"/>
            <a:ext cx="548640" cy="548640"/>
          </a:xfrm>
          <a:prstGeom prst="ellipse">
            <a:avLst/>
          </a:prstGeom>
          <a:solidFill>
            <a:srgbClr val="F1E3D3"/>
          </a:solidFill>
          <a:ln w="762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20040" y="51023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5156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  ___________   lunch  ___________   dinner  ___________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51560" y="5486400"/>
            <a:ext cx="365760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20040" y="5623560"/>
            <a:ext cx="548640" cy="548640"/>
          </a:xfrm>
          <a:prstGeom prst="ellipse">
            <a:avLst/>
          </a:prstGeom>
          <a:solidFill>
            <a:srgbClr val="F1E3D3"/>
          </a:solidFill>
          <a:ln w="762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320040" y="57881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1560" y="5715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  ___________   lunch  ___________   dinner  ___________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51560" y="6172200"/>
            <a:ext cx="365760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20040" y="6309360"/>
            <a:ext cx="548640" cy="548640"/>
          </a:xfrm>
          <a:prstGeom prst="ellipse">
            <a:avLst/>
          </a:prstGeom>
          <a:solidFill>
            <a:srgbClr val="F1E3D3"/>
          </a:solidFill>
          <a:ln w="762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200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156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  ___________   lunch  ___________   dinner  ___________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51560" y="6858000"/>
            <a:ext cx="365760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FOOD &amp; RECIPES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03 / TABLE FOR ONE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for ___.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PLACE  ________________________________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423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 / ____    OCCASION  ____________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788920"/>
            <a:ext cx="4389120" cy="1463040"/>
          </a:xfrm>
          <a:prstGeom prst="rect">
            <a:avLst/>
          </a:prstGeom>
          <a:solidFill>
            <a:srgbClr val="E9C9B4"/>
          </a:solidFill>
          <a:ln w="635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4389120" cy="1463040"/>
          </a:xfrm>
          <a:prstGeom prst="line">
            <a:avLst/>
          </a:prstGeom>
          <a:noFill/>
          <a:ln w="508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20040" y="4251960"/>
            <a:ext cx="4389120" cy="0"/>
          </a:xfrm>
          <a:prstGeom prst="line">
            <a:avLst/>
          </a:prstGeom>
          <a:noFill/>
          <a:ln w="508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20040" y="341071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434840"/>
            <a:ext cx="4389120" cy="0"/>
          </a:xfrm>
          <a:prstGeom prst="line">
            <a:avLst/>
          </a:prstGeom>
          <a:noFill/>
          <a:ln w="635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20040" y="4572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ATMOSPHERE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31720" y="4572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5074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331720" y="5074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5577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31720" y="5577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6080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WORTH RETURNING?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331720" y="6080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  /  no  /  maybe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6060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i="1" dirty="0">
                <a:solidFill>
                  <a:srgbClr val="6E8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965960" y="3977640"/>
            <a:ext cx="1097280" cy="0"/>
          </a:xfrm>
          <a:prstGeom prst="line">
            <a:avLst/>
          </a:prstGeom>
          <a:noFill/>
          <a:ln w="10160">
            <a:solidFill>
              <a:srgbClr val="1F2A2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&amp; Places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TRAVEL &amp; PLACES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01 / POSTCARD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024128"/>
            <a:ext cx="4389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Wish you</a:t>
            </a:r>
            <a:endParaRPr lang="en-US" sz="3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here.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4389120" cy="2011680"/>
          </a:xfrm>
          <a:prstGeom prst="rect">
            <a:avLst/>
          </a:prstGeom>
          <a:solidFill>
            <a:srgbClr val="D6E0CE"/>
          </a:solidFill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4389120" cy="201168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20040" y="4297680"/>
            <a:ext cx="438912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20040" y="318211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0040" y="43434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Greetings from ____________.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20040" y="4572000"/>
            <a:ext cx="4389120" cy="2468880"/>
          </a:xfrm>
          <a:prstGeom prst="rect">
            <a:avLst/>
          </a:prstGeom>
          <a:solidFill>
            <a:srgbClr val="E8EDE3"/>
          </a:solidFill>
          <a:ln w="10160">
            <a:solidFill>
              <a:srgbClr val="1F2A2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2514600" y="4617720"/>
            <a:ext cx="0" cy="2377440"/>
          </a:xfrm>
          <a:prstGeom prst="line">
            <a:avLst/>
          </a:prstGeom>
          <a:noFill/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457200" y="5093208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457200" y="5385816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457200" y="5678424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457200" y="5971032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457200" y="6263640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457200" y="6556248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977640" y="4709160"/>
            <a:ext cx="594360" cy="777240"/>
          </a:xfrm>
          <a:prstGeom prst="rect">
            <a:avLst/>
          </a:prstGeom>
          <a:solidFill>
            <a:srgbClr val="D6E0CE"/>
          </a:solidFill>
          <a:ln w="6350">
            <a:solidFill>
              <a:srgbClr val="1F2A2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977640" y="48920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8B5A"/>
                </a:solidFill>
              </a:rPr>
              <a:t>✶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651760" y="5760720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2651760" y="6053328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2651760" y="6345936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2651760" y="6638544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TRAVEL &amp; PLACES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02 / ITINERARY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071879"/>
            <a:ext cx="438912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itinerary,</a:t>
            </a:r>
            <a:endParaRPr lang="en-US" sz="2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loosely held.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DESTINATION  ____________________________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423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DATES  ____ / ____  →  ____ / ____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788920"/>
            <a:ext cx="4389120" cy="0"/>
          </a:xfrm>
          <a:prstGeom prst="line">
            <a:avLst/>
          </a:prstGeom>
          <a:noFill/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20040" y="2971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7280" y="297180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333756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1097280" y="356616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20040" y="38404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420624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1097280" y="443484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20040" y="47091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7280" y="470916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97280" y="507492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1097280" y="530352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20040" y="55778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7280" y="557784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97280" y="594360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1097280" y="617220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20040" y="64465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97280" y="644652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97280" y="681228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1097280" y="704088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TRAVEL &amp; PLACES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03 / PLACES SEEN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Places seen.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4389120" cy="0"/>
          </a:xfrm>
          <a:prstGeom prst="line">
            <a:avLst/>
          </a:prstGeom>
          <a:noFill/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PLACE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331720" y="1920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" y="2148840"/>
            <a:ext cx="4389120" cy="0"/>
          </a:xfrm>
          <a:prstGeom prst="line">
            <a:avLst/>
          </a:prstGeom>
          <a:noFill/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320040" y="256032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320040" y="329184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20040" y="365760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320040" y="402336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320040" y="438912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20040" y="475488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512064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20040" y="548640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20040" y="585216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20040" y="621792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20040" y="658368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20040" y="694944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20040" y="731520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595" y="2660333"/>
            <a:ext cx="942975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43" i="1" kern="0" spc="165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743" dirty="0"/>
          </a:p>
        </p:txBody>
      </p:sp>
      <p:sp>
        <p:nvSpPr>
          <p:cNvPr id="3" name="Text 1"/>
          <p:cNvSpPr/>
          <p:nvPr/>
        </p:nvSpPr>
        <p:spPr>
          <a:xfrm>
            <a:off x="3897504" y="2660333"/>
            <a:ext cx="942975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413" b="1" kern="0" spc="330" dirty="0">
                <a:solidFill>
                  <a:srgbClr val="6E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</a:t>
            </a:r>
            <a:endParaRPr lang="en-US" sz="413" dirty="0"/>
          </a:p>
        </p:txBody>
      </p:sp>
      <p:sp>
        <p:nvSpPr>
          <p:cNvPr id="4" name="Text 2"/>
          <p:cNvSpPr/>
          <p:nvPr/>
        </p:nvSpPr>
        <p:spPr>
          <a:xfrm>
            <a:off x="188595" y="3226118"/>
            <a:ext cx="4651884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363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</a:t>
            </a:r>
            <a:r>
              <a:rPr lang="en-US" sz="5363" i="1" dirty="0" err="1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Favourites</a:t>
            </a:r>
            <a:r>
              <a:rPr lang="en-US" sz="5363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5363" dirty="0"/>
          </a:p>
        </p:txBody>
      </p:sp>
      <p:sp>
        <p:nvSpPr>
          <p:cNvPr id="5" name="Shape 3"/>
          <p:cNvSpPr/>
          <p:nvPr/>
        </p:nvSpPr>
        <p:spPr>
          <a:xfrm>
            <a:off x="188595" y="4546283"/>
            <a:ext cx="1508760" cy="0"/>
          </a:xfrm>
          <a:prstGeom prst="line">
            <a:avLst/>
          </a:prstGeom>
          <a:noFill/>
          <a:ln w="254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6" name="Shape 4"/>
          <p:cNvSpPr/>
          <p:nvPr/>
        </p:nvSpPr>
        <p:spPr>
          <a:xfrm>
            <a:off x="1697355" y="4519879"/>
            <a:ext cx="52807" cy="52807"/>
          </a:xfrm>
          <a:prstGeom prst="ellipse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7" name="Text 5"/>
          <p:cNvSpPr/>
          <p:nvPr/>
        </p:nvSpPr>
        <p:spPr>
          <a:xfrm>
            <a:off x="188595" y="4621721"/>
            <a:ext cx="3394710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78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small obsessions — the things kept close.</a:t>
            </a:r>
            <a:endParaRPr lang="en-US" sz="578" dirty="0"/>
          </a:p>
        </p:txBody>
      </p:sp>
      <p:sp>
        <p:nvSpPr>
          <p:cNvPr id="8" name="Text 6"/>
          <p:cNvSpPr/>
          <p:nvPr/>
        </p:nvSpPr>
        <p:spPr>
          <a:xfrm>
            <a:off x="3897504" y="4923473"/>
            <a:ext cx="942975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60" dirty="0">
                <a:solidFill>
                  <a:srgbClr val="8E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 ✦  ✦</a:t>
            </a:r>
            <a:endParaRPr lang="en-US" sz="660" dirty="0"/>
          </a:p>
        </p:txBody>
      </p:sp>
      <p:sp>
        <p:nvSpPr>
          <p:cNvPr id="9" name="Text 7"/>
          <p:cNvSpPr/>
          <p:nvPr/>
        </p:nvSpPr>
        <p:spPr>
          <a:xfrm>
            <a:off x="188595" y="5074349"/>
            <a:ext cx="301752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1" kern="0" spc="206" dirty="0">
                <a:solidFill>
                  <a:srgbClr val="6E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09  ·  MONTHLY FAVOURITES</a:t>
            </a:r>
            <a:endParaRPr lang="en-US" sz="371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20040" y="1736217"/>
            <a:ext cx="1277338" cy="1671742"/>
          </a:xfrm>
          <a:prstGeom prst="rect">
            <a:avLst/>
          </a:prstGeom>
          <a:solidFill>
            <a:srgbClr val="E8CFC4"/>
          </a:solidFill>
          <a:ln w="635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7" name="Shape 5"/>
          <p:cNvSpPr/>
          <p:nvPr/>
        </p:nvSpPr>
        <p:spPr>
          <a:xfrm>
            <a:off x="716089" y="1872978"/>
            <a:ext cx="475261" cy="971206"/>
          </a:xfrm>
          <a:prstGeom prst="roundRect">
            <a:avLst>
              <a:gd name="adj" fmla="val 15000"/>
            </a:avLst>
          </a:prstGeom>
          <a:solidFill>
            <a:srgbClr val="F3EDE2"/>
          </a:solidFill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8" name="Shape 6"/>
          <p:cNvSpPr/>
          <p:nvPr/>
        </p:nvSpPr>
        <p:spPr>
          <a:xfrm>
            <a:off x="827360" y="1795712"/>
            <a:ext cx="252717" cy="91680"/>
          </a:xfrm>
          <a:prstGeom prst="rect">
            <a:avLst/>
          </a:prstGeom>
          <a:solidFill>
            <a:srgbClr val="6E2A2A"/>
          </a:solidFill>
          <a:ln w="1270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" name="Text 7"/>
          <p:cNvSpPr/>
          <p:nvPr/>
        </p:nvSpPr>
        <p:spPr>
          <a:xfrm>
            <a:off x="519949" y="2962084"/>
            <a:ext cx="86753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8944" y="3174664"/>
            <a:ext cx="86753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 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38004" y="3199053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2" name="Shape 10"/>
          <p:cNvSpPr/>
          <p:nvPr/>
        </p:nvSpPr>
        <p:spPr>
          <a:xfrm>
            <a:off x="1058650" y="3199053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3" name="Shape 11"/>
          <p:cNvSpPr/>
          <p:nvPr/>
        </p:nvSpPr>
        <p:spPr>
          <a:xfrm>
            <a:off x="1190584" y="3199053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4" name="Shape 12"/>
          <p:cNvSpPr/>
          <p:nvPr/>
        </p:nvSpPr>
        <p:spPr>
          <a:xfrm>
            <a:off x="1322519" y="3199053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5" name="Shape 13"/>
          <p:cNvSpPr/>
          <p:nvPr/>
        </p:nvSpPr>
        <p:spPr>
          <a:xfrm>
            <a:off x="1443164" y="3199053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56" name="Text 54"/>
          <p:cNvSpPr/>
          <p:nvPr/>
        </p:nvSpPr>
        <p:spPr>
          <a:xfrm>
            <a:off x="1654175" y="1728395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it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 flipV="1">
            <a:off x="1737360" y="1841551"/>
            <a:ext cx="2948940" cy="1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58" name="Shape 56"/>
          <p:cNvSpPr/>
          <p:nvPr/>
        </p:nvSpPr>
        <p:spPr>
          <a:xfrm>
            <a:off x="1737360" y="2061660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59" name="Shape 57"/>
          <p:cNvSpPr/>
          <p:nvPr/>
        </p:nvSpPr>
        <p:spPr>
          <a:xfrm>
            <a:off x="1737360" y="2280952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0" name="Text 58"/>
          <p:cNvSpPr/>
          <p:nvPr/>
        </p:nvSpPr>
        <p:spPr>
          <a:xfrm>
            <a:off x="1737360" y="2628856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use it</a:t>
            </a:r>
            <a:endParaRPr lang="en-US" sz="900" dirty="0"/>
          </a:p>
        </p:txBody>
      </p:sp>
      <p:sp>
        <p:nvSpPr>
          <p:cNvPr id="71" name="Text 3">
            <a:extLst>
              <a:ext uri="{FF2B5EF4-FFF2-40B4-BE49-F238E27FC236}">
                <a16:creationId xmlns:a16="http://schemas.microsoft.com/office/drawing/2014/main" id="{7FA9B6AD-C06A-374D-F886-DCE3A3F19233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41</a:t>
            </a:r>
            <a:endParaRPr lang="en-US" sz="800" dirty="0"/>
          </a:p>
        </p:txBody>
      </p:sp>
      <p:sp>
        <p:nvSpPr>
          <p:cNvPr id="72" name="Text 4">
            <a:extLst>
              <a:ext uri="{FF2B5EF4-FFF2-40B4-BE49-F238E27FC236}">
                <a16:creationId xmlns:a16="http://schemas.microsoft.com/office/drawing/2014/main" id="{584EE148-703B-1F45-7AD1-9019F761DC03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3" name="Shape 0">
            <a:extLst>
              <a:ext uri="{FF2B5EF4-FFF2-40B4-BE49-F238E27FC236}">
                <a16:creationId xmlns:a16="http://schemas.microsoft.com/office/drawing/2014/main" id="{D487D248-F33C-4A2F-B9E3-FDFDDC0D5FF0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4" name="Text 1">
            <a:extLst>
              <a:ext uri="{FF2B5EF4-FFF2-40B4-BE49-F238E27FC236}">
                <a16:creationId xmlns:a16="http://schemas.microsoft.com/office/drawing/2014/main" id="{9CF6F22C-53EC-9028-F7E6-ECF369032E7C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75" name="Text 2">
            <a:extLst>
              <a:ext uri="{FF2B5EF4-FFF2-40B4-BE49-F238E27FC236}">
                <a16:creationId xmlns:a16="http://schemas.microsoft.com/office/drawing/2014/main" id="{E8A0B18B-9855-6331-994D-BD5925A01321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FAVOURITES</a:t>
            </a:r>
            <a:endParaRPr lang="en-US" sz="700" dirty="0"/>
          </a:p>
        </p:txBody>
      </p:sp>
      <p:sp>
        <p:nvSpPr>
          <p:cNvPr id="76" name="Text 5">
            <a:extLst>
              <a:ext uri="{FF2B5EF4-FFF2-40B4-BE49-F238E27FC236}">
                <a16:creationId xmlns:a16="http://schemas.microsoft.com/office/drawing/2014/main" id="{3C07EC67-E009-2C2B-4085-C33A214F27A8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</a:rPr>
              <a:t>MY RECOMMENDATIONS</a:t>
            </a:r>
            <a:endParaRPr lang="en-US" sz="800" dirty="0"/>
          </a:p>
        </p:txBody>
      </p:sp>
      <p:sp>
        <p:nvSpPr>
          <p:cNvPr id="77" name="Text 6">
            <a:extLst>
              <a:ext uri="{FF2B5EF4-FFF2-40B4-BE49-F238E27FC236}">
                <a16:creationId xmlns:a16="http://schemas.microsoft.com/office/drawing/2014/main" id="{533C0D2B-1B62-9D5A-7139-454189A46241}"/>
              </a:ext>
            </a:extLst>
          </p:cNvPr>
          <p:cNvSpPr/>
          <p:nvPr/>
        </p:nvSpPr>
        <p:spPr>
          <a:xfrm>
            <a:off x="297180" y="933036"/>
            <a:ext cx="4389120" cy="785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Beaty Shelf.</a:t>
            </a:r>
            <a:endParaRPr lang="en-US" sz="2800" dirty="0"/>
          </a:p>
        </p:txBody>
      </p:sp>
      <p:sp>
        <p:nvSpPr>
          <p:cNvPr id="88" name="Shape 55">
            <a:extLst>
              <a:ext uri="{FF2B5EF4-FFF2-40B4-BE49-F238E27FC236}">
                <a16:creationId xmlns:a16="http://schemas.microsoft.com/office/drawing/2014/main" id="{394B3F1E-BA0A-2464-A83E-2FEE252A64CC}"/>
              </a:ext>
            </a:extLst>
          </p:cNvPr>
          <p:cNvSpPr/>
          <p:nvPr/>
        </p:nvSpPr>
        <p:spPr>
          <a:xfrm flipV="1">
            <a:off x="1737360" y="2770385"/>
            <a:ext cx="2948940" cy="1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9" name="Shape 56">
            <a:extLst>
              <a:ext uri="{FF2B5EF4-FFF2-40B4-BE49-F238E27FC236}">
                <a16:creationId xmlns:a16="http://schemas.microsoft.com/office/drawing/2014/main" id="{61C9E6E1-E771-54B1-04B3-80CDEA05C9A1}"/>
              </a:ext>
            </a:extLst>
          </p:cNvPr>
          <p:cNvSpPr/>
          <p:nvPr/>
        </p:nvSpPr>
        <p:spPr>
          <a:xfrm>
            <a:off x="1737360" y="2990494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0" name="Shape 57">
            <a:extLst>
              <a:ext uri="{FF2B5EF4-FFF2-40B4-BE49-F238E27FC236}">
                <a16:creationId xmlns:a16="http://schemas.microsoft.com/office/drawing/2014/main" id="{A3913A44-F343-E68F-66DC-0A946AFC43CF}"/>
              </a:ext>
            </a:extLst>
          </p:cNvPr>
          <p:cNvSpPr/>
          <p:nvPr/>
        </p:nvSpPr>
        <p:spPr>
          <a:xfrm>
            <a:off x="1737360" y="3209786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1" name="Shape 57">
            <a:extLst>
              <a:ext uri="{FF2B5EF4-FFF2-40B4-BE49-F238E27FC236}">
                <a16:creationId xmlns:a16="http://schemas.microsoft.com/office/drawing/2014/main" id="{C3C87018-DD11-9CD7-743B-B9CDAC1A9BAE}"/>
              </a:ext>
            </a:extLst>
          </p:cNvPr>
          <p:cNvSpPr/>
          <p:nvPr/>
        </p:nvSpPr>
        <p:spPr>
          <a:xfrm>
            <a:off x="1737360" y="2506830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2" name="Shape 57">
            <a:extLst>
              <a:ext uri="{FF2B5EF4-FFF2-40B4-BE49-F238E27FC236}">
                <a16:creationId xmlns:a16="http://schemas.microsoft.com/office/drawing/2014/main" id="{2FEEAB2C-2812-5426-4CD4-541BC6DF47BF}"/>
              </a:ext>
            </a:extLst>
          </p:cNvPr>
          <p:cNvSpPr/>
          <p:nvPr/>
        </p:nvSpPr>
        <p:spPr>
          <a:xfrm>
            <a:off x="1737360" y="3407959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3" name="Shape 4">
            <a:extLst>
              <a:ext uri="{FF2B5EF4-FFF2-40B4-BE49-F238E27FC236}">
                <a16:creationId xmlns:a16="http://schemas.microsoft.com/office/drawing/2014/main" id="{FF4EF7E0-F782-F406-75A9-C332F693869A}"/>
              </a:ext>
            </a:extLst>
          </p:cNvPr>
          <p:cNvSpPr/>
          <p:nvPr/>
        </p:nvSpPr>
        <p:spPr>
          <a:xfrm>
            <a:off x="320040" y="3633836"/>
            <a:ext cx="1277338" cy="1671742"/>
          </a:xfrm>
          <a:prstGeom prst="rect">
            <a:avLst/>
          </a:prstGeom>
          <a:solidFill>
            <a:srgbClr val="E8CFC4"/>
          </a:solidFill>
          <a:ln w="635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4" name="Shape 5">
            <a:extLst>
              <a:ext uri="{FF2B5EF4-FFF2-40B4-BE49-F238E27FC236}">
                <a16:creationId xmlns:a16="http://schemas.microsoft.com/office/drawing/2014/main" id="{BE0A6763-3640-97CF-D84C-35412C55876A}"/>
              </a:ext>
            </a:extLst>
          </p:cNvPr>
          <p:cNvSpPr/>
          <p:nvPr/>
        </p:nvSpPr>
        <p:spPr>
          <a:xfrm>
            <a:off x="716089" y="3770597"/>
            <a:ext cx="475261" cy="971206"/>
          </a:xfrm>
          <a:prstGeom prst="roundRect">
            <a:avLst>
              <a:gd name="adj" fmla="val 15000"/>
            </a:avLst>
          </a:prstGeom>
          <a:solidFill>
            <a:srgbClr val="F3EDE2"/>
          </a:solidFill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5" name="Shape 6">
            <a:extLst>
              <a:ext uri="{FF2B5EF4-FFF2-40B4-BE49-F238E27FC236}">
                <a16:creationId xmlns:a16="http://schemas.microsoft.com/office/drawing/2014/main" id="{14D36124-12F7-D4C9-0767-9C3ED08B4235}"/>
              </a:ext>
            </a:extLst>
          </p:cNvPr>
          <p:cNvSpPr/>
          <p:nvPr/>
        </p:nvSpPr>
        <p:spPr>
          <a:xfrm>
            <a:off x="827360" y="3693331"/>
            <a:ext cx="252717" cy="91680"/>
          </a:xfrm>
          <a:prstGeom prst="rect">
            <a:avLst/>
          </a:prstGeom>
          <a:solidFill>
            <a:srgbClr val="6E2A2A"/>
          </a:solidFill>
          <a:ln w="1270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6" name="Text 7">
            <a:extLst>
              <a:ext uri="{FF2B5EF4-FFF2-40B4-BE49-F238E27FC236}">
                <a16:creationId xmlns:a16="http://schemas.microsoft.com/office/drawing/2014/main" id="{F2A64DE7-D8AE-CF90-A4A1-E04FC824240B}"/>
              </a:ext>
            </a:extLst>
          </p:cNvPr>
          <p:cNvSpPr/>
          <p:nvPr/>
        </p:nvSpPr>
        <p:spPr>
          <a:xfrm>
            <a:off x="519949" y="4859703"/>
            <a:ext cx="86753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brand</a:t>
            </a:r>
            <a:endParaRPr lang="en-US" sz="900" dirty="0"/>
          </a:p>
        </p:txBody>
      </p:sp>
      <p:sp>
        <p:nvSpPr>
          <p:cNvPr id="97" name="Text 8">
            <a:extLst>
              <a:ext uri="{FF2B5EF4-FFF2-40B4-BE49-F238E27FC236}">
                <a16:creationId xmlns:a16="http://schemas.microsoft.com/office/drawing/2014/main" id="{D65A2ACB-A747-5C06-D7FD-F9747DEDF2F4}"/>
              </a:ext>
            </a:extLst>
          </p:cNvPr>
          <p:cNvSpPr/>
          <p:nvPr/>
        </p:nvSpPr>
        <p:spPr>
          <a:xfrm>
            <a:off x="218944" y="5072283"/>
            <a:ext cx="86753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 →</a:t>
            </a:r>
            <a:endParaRPr lang="en-US" sz="900" dirty="0"/>
          </a:p>
        </p:txBody>
      </p:sp>
      <p:sp>
        <p:nvSpPr>
          <p:cNvPr id="98" name="Shape 9">
            <a:extLst>
              <a:ext uri="{FF2B5EF4-FFF2-40B4-BE49-F238E27FC236}">
                <a16:creationId xmlns:a16="http://schemas.microsoft.com/office/drawing/2014/main" id="{67001873-9983-16E3-5874-05362AFFCA1B}"/>
              </a:ext>
            </a:extLst>
          </p:cNvPr>
          <p:cNvSpPr/>
          <p:nvPr/>
        </p:nvSpPr>
        <p:spPr>
          <a:xfrm>
            <a:off x="938004" y="5096672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9" name="Shape 10">
            <a:extLst>
              <a:ext uri="{FF2B5EF4-FFF2-40B4-BE49-F238E27FC236}">
                <a16:creationId xmlns:a16="http://schemas.microsoft.com/office/drawing/2014/main" id="{14AEFC0D-9E33-9B4F-48FF-DCEC2FBFF768}"/>
              </a:ext>
            </a:extLst>
          </p:cNvPr>
          <p:cNvSpPr/>
          <p:nvPr/>
        </p:nvSpPr>
        <p:spPr>
          <a:xfrm>
            <a:off x="1058650" y="5096672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0" name="Shape 11">
            <a:extLst>
              <a:ext uri="{FF2B5EF4-FFF2-40B4-BE49-F238E27FC236}">
                <a16:creationId xmlns:a16="http://schemas.microsoft.com/office/drawing/2014/main" id="{23166B86-0B8F-10A2-409C-A7DB3B63B6E8}"/>
              </a:ext>
            </a:extLst>
          </p:cNvPr>
          <p:cNvSpPr/>
          <p:nvPr/>
        </p:nvSpPr>
        <p:spPr>
          <a:xfrm>
            <a:off x="1190584" y="5096672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1" name="Shape 12">
            <a:extLst>
              <a:ext uri="{FF2B5EF4-FFF2-40B4-BE49-F238E27FC236}">
                <a16:creationId xmlns:a16="http://schemas.microsoft.com/office/drawing/2014/main" id="{725FFBD3-5875-41EF-5915-96B0F831246B}"/>
              </a:ext>
            </a:extLst>
          </p:cNvPr>
          <p:cNvSpPr/>
          <p:nvPr/>
        </p:nvSpPr>
        <p:spPr>
          <a:xfrm>
            <a:off x="1322519" y="5096672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2" name="Shape 13">
            <a:extLst>
              <a:ext uri="{FF2B5EF4-FFF2-40B4-BE49-F238E27FC236}">
                <a16:creationId xmlns:a16="http://schemas.microsoft.com/office/drawing/2014/main" id="{EEA62941-0E74-DAFD-C52A-5C2008F3B272}"/>
              </a:ext>
            </a:extLst>
          </p:cNvPr>
          <p:cNvSpPr/>
          <p:nvPr/>
        </p:nvSpPr>
        <p:spPr>
          <a:xfrm>
            <a:off x="1443164" y="5096672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3" name="Text 54">
            <a:extLst>
              <a:ext uri="{FF2B5EF4-FFF2-40B4-BE49-F238E27FC236}">
                <a16:creationId xmlns:a16="http://schemas.microsoft.com/office/drawing/2014/main" id="{29FD5630-B80A-EEDA-46E3-4240DC44DB54}"/>
              </a:ext>
            </a:extLst>
          </p:cNvPr>
          <p:cNvSpPr/>
          <p:nvPr/>
        </p:nvSpPr>
        <p:spPr>
          <a:xfrm>
            <a:off x="1654175" y="3626014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it</a:t>
            </a:r>
            <a:endParaRPr lang="en-US" sz="900" dirty="0"/>
          </a:p>
        </p:txBody>
      </p:sp>
      <p:sp>
        <p:nvSpPr>
          <p:cNvPr id="104" name="Shape 55">
            <a:extLst>
              <a:ext uri="{FF2B5EF4-FFF2-40B4-BE49-F238E27FC236}">
                <a16:creationId xmlns:a16="http://schemas.microsoft.com/office/drawing/2014/main" id="{AAD2A4A0-5BFF-8E21-1DC1-4DDA3692E39F}"/>
              </a:ext>
            </a:extLst>
          </p:cNvPr>
          <p:cNvSpPr/>
          <p:nvPr/>
        </p:nvSpPr>
        <p:spPr>
          <a:xfrm flipV="1">
            <a:off x="1737360" y="3739170"/>
            <a:ext cx="2948940" cy="1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05" name="Shape 56">
            <a:extLst>
              <a:ext uri="{FF2B5EF4-FFF2-40B4-BE49-F238E27FC236}">
                <a16:creationId xmlns:a16="http://schemas.microsoft.com/office/drawing/2014/main" id="{BAFBFC98-C5BA-C32B-8F9E-2F6226094A94}"/>
              </a:ext>
            </a:extLst>
          </p:cNvPr>
          <p:cNvSpPr/>
          <p:nvPr/>
        </p:nvSpPr>
        <p:spPr>
          <a:xfrm>
            <a:off x="1737360" y="3959279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06" name="Shape 57">
            <a:extLst>
              <a:ext uri="{FF2B5EF4-FFF2-40B4-BE49-F238E27FC236}">
                <a16:creationId xmlns:a16="http://schemas.microsoft.com/office/drawing/2014/main" id="{CCA540FB-AC80-ECED-9E4D-21CF298DB8D0}"/>
              </a:ext>
            </a:extLst>
          </p:cNvPr>
          <p:cNvSpPr/>
          <p:nvPr/>
        </p:nvSpPr>
        <p:spPr>
          <a:xfrm>
            <a:off x="1737360" y="4178571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07" name="Text 58">
            <a:extLst>
              <a:ext uri="{FF2B5EF4-FFF2-40B4-BE49-F238E27FC236}">
                <a16:creationId xmlns:a16="http://schemas.microsoft.com/office/drawing/2014/main" id="{5896860C-B0F0-DB54-0637-1F5EFE08F69D}"/>
              </a:ext>
            </a:extLst>
          </p:cNvPr>
          <p:cNvSpPr/>
          <p:nvPr/>
        </p:nvSpPr>
        <p:spPr>
          <a:xfrm>
            <a:off x="1737360" y="4526475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use it</a:t>
            </a:r>
            <a:endParaRPr lang="en-US" sz="900" dirty="0"/>
          </a:p>
        </p:txBody>
      </p:sp>
      <p:sp>
        <p:nvSpPr>
          <p:cNvPr id="108" name="Shape 55">
            <a:extLst>
              <a:ext uri="{FF2B5EF4-FFF2-40B4-BE49-F238E27FC236}">
                <a16:creationId xmlns:a16="http://schemas.microsoft.com/office/drawing/2014/main" id="{65846599-408B-72E4-2850-1087A34E4948}"/>
              </a:ext>
            </a:extLst>
          </p:cNvPr>
          <p:cNvSpPr/>
          <p:nvPr/>
        </p:nvSpPr>
        <p:spPr>
          <a:xfrm flipV="1">
            <a:off x="1737360" y="4668004"/>
            <a:ext cx="2948940" cy="1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09" name="Shape 56">
            <a:extLst>
              <a:ext uri="{FF2B5EF4-FFF2-40B4-BE49-F238E27FC236}">
                <a16:creationId xmlns:a16="http://schemas.microsoft.com/office/drawing/2014/main" id="{BADBDA6E-C3AE-E632-C206-589447574B16}"/>
              </a:ext>
            </a:extLst>
          </p:cNvPr>
          <p:cNvSpPr/>
          <p:nvPr/>
        </p:nvSpPr>
        <p:spPr>
          <a:xfrm>
            <a:off x="1737360" y="4888113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10" name="Shape 57">
            <a:extLst>
              <a:ext uri="{FF2B5EF4-FFF2-40B4-BE49-F238E27FC236}">
                <a16:creationId xmlns:a16="http://schemas.microsoft.com/office/drawing/2014/main" id="{BD6AB4AD-9DA6-4704-1A8C-ABD465189D25}"/>
              </a:ext>
            </a:extLst>
          </p:cNvPr>
          <p:cNvSpPr/>
          <p:nvPr/>
        </p:nvSpPr>
        <p:spPr>
          <a:xfrm>
            <a:off x="1737360" y="5107405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11" name="Shape 57">
            <a:extLst>
              <a:ext uri="{FF2B5EF4-FFF2-40B4-BE49-F238E27FC236}">
                <a16:creationId xmlns:a16="http://schemas.microsoft.com/office/drawing/2014/main" id="{F07A8942-6034-08DD-AACA-521E9F1E61E0}"/>
              </a:ext>
            </a:extLst>
          </p:cNvPr>
          <p:cNvSpPr/>
          <p:nvPr/>
        </p:nvSpPr>
        <p:spPr>
          <a:xfrm>
            <a:off x="1737360" y="4404449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12" name="Shape 57">
            <a:extLst>
              <a:ext uri="{FF2B5EF4-FFF2-40B4-BE49-F238E27FC236}">
                <a16:creationId xmlns:a16="http://schemas.microsoft.com/office/drawing/2014/main" id="{0976A996-5ABC-D4C2-4449-B70D4DE1C17B}"/>
              </a:ext>
            </a:extLst>
          </p:cNvPr>
          <p:cNvSpPr/>
          <p:nvPr/>
        </p:nvSpPr>
        <p:spPr>
          <a:xfrm>
            <a:off x="1737360" y="5305578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13" name="Shape 4">
            <a:extLst>
              <a:ext uri="{FF2B5EF4-FFF2-40B4-BE49-F238E27FC236}">
                <a16:creationId xmlns:a16="http://schemas.microsoft.com/office/drawing/2014/main" id="{341C00CF-2597-2FFE-E3D0-BB9A2F54D540}"/>
              </a:ext>
            </a:extLst>
          </p:cNvPr>
          <p:cNvSpPr/>
          <p:nvPr/>
        </p:nvSpPr>
        <p:spPr>
          <a:xfrm>
            <a:off x="320040" y="5544029"/>
            <a:ext cx="1277338" cy="1671742"/>
          </a:xfrm>
          <a:prstGeom prst="rect">
            <a:avLst/>
          </a:prstGeom>
          <a:solidFill>
            <a:srgbClr val="E8CFC4"/>
          </a:solidFill>
          <a:ln w="635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14" name="Shape 5">
            <a:extLst>
              <a:ext uri="{FF2B5EF4-FFF2-40B4-BE49-F238E27FC236}">
                <a16:creationId xmlns:a16="http://schemas.microsoft.com/office/drawing/2014/main" id="{80EED1D1-F43F-901D-B276-CABB5991771E}"/>
              </a:ext>
            </a:extLst>
          </p:cNvPr>
          <p:cNvSpPr/>
          <p:nvPr/>
        </p:nvSpPr>
        <p:spPr>
          <a:xfrm>
            <a:off x="716089" y="5680790"/>
            <a:ext cx="475261" cy="971206"/>
          </a:xfrm>
          <a:prstGeom prst="roundRect">
            <a:avLst>
              <a:gd name="adj" fmla="val 15000"/>
            </a:avLst>
          </a:prstGeom>
          <a:solidFill>
            <a:srgbClr val="F3EDE2"/>
          </a:solidFill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15" name="Shape 6">
            <a:extLst>
              <a:ext uri="{FF2B5EF4-FFF2-40B4-BE49-F238E27FC236}">
                <a16:creationId xmlns:a16="http://schemas.microsoft.com/office/drawing/2014/main" id="{D9EBF59D-4A8B-951A-8DDB-C6CC07F51321}"/>
              </a:ext>
            </a:extLst>
          </p:cNvPr>
          <p:cNvSpPr/>
          <p:nvPr/>
        </p:nvSpPr>
        <p:spPr>
          <a:xfrm>
            <a:off x="827360" y="5603524"/>
            <a:ext cx="252717" cy="91680"/>
          </a:xfrm>
          <a:prstGeom prst="rect">
            <a:avLst/>
          </a:prstGeom>
          <a:solidFill>
            <a:srgbClr val="6E2A2A"/>
          </a:solidFill>
          <a:ln w="1270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16" name="Text 7">
            <a:extLst>
              <a:ext uri="{FF2B5EF4-FFF2-40B4-BE49-F238E27FC236}">
                <a16:creationId xmlns:a16="http://schemas.microsoft.com/office/drawing/2014/main" id="{1DB7E496-4E67-81A2-E492-ED8DF7FC5861}"/>
              </a:ext>
            </a:extLst>
          </p:cNvPr>
          <p:cNvSpPr/>
          <p:nvPr/>
        </p:nvSpPr>
        <p:spPr>
          <a:xfrm>
            <a:off x="519949" y="6769896"/>
            <a:ext cx="86753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brand</a:t>
            </a:r>
            <a:endParaRPr lang="en-US" sz="900" dirty="0"/>
          </a:p>
        </p:txBody>
      </p:sp>
      <p:sp>
        <p:nvSpPr>
          <p:cNvPr id="117" name="Text 8">
            <a:extLst>
              <a:ext uri="{FF2B5EF4-FFF2-40B4-BE49-F238E27FC236}">
                <a16:creationId xmlns:a16="http://schemas.microsoft.com/office/drawing/2014/main" id="{B794395E-13C3-AF27-6465-98A5F81E369D}"/>
              </a:ext>
            </a:extLst>
          </p:cNvPr>
          <p:cNvSpPr/>
          <p:nvPr/>
        </p:nvSpPr>
        <p:spPr>
          <a:xfrm>
            <a:off x="218944" y="6982476"/>
            <a:ext cx="86753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 →</a:t>
            </a:r>
            <a:endParaRPr lang="en-US" sz="900" dirty="0"/>
          </a:p>
        </p:txBody>
      </p:sp>
      <p:sp>
        <p:nvSpPr>
          <p:cNvPr id="118" name="Shape 9">
            <a:extLst>
              <a:ext uri="{FF2B5EF4-FFF2-40B4-BE49-F238E27FC236}">
                <a16:creationId xmlns:a16="http://schemas.microsoft.com/office/drawing/2014/main" id="{1AF15B9B-914C-E0AB-38F9-D730C1837741}"/>
              </a:ext>
            </a:extLst>
          </p:cNvPr>
          <p:cNvSpPr/>
          <p:nvPr/>
        </p:nvSpPr>
        <p:spPr>
          <a:xfrm>
            <a:off x="938004" y="7006865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19" name="Shape 10">
            <a:extLst>
              <a:ext uri="{FF2B5EF4-FFF2-40B4-BE49-F238E27FC236}">
                <a16:creationId xmlns:a16="http://schemas.microsoft.com/office/drawing/2014/main" id="{C3395383-1758-0707-0575-A66C8F6C5DBE}"/>
              </a:ext>
            </a:extLst>
          </p:cNvPr>
          <p:cNvSpPr/>
          <p:nvPr/>
        </p:nvSpPr>
        <p:spPr>
          <a:xfrm>
            <a:off x="1058650" y="7006865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20" name="Shape 11">
            <a:extLst>
              <a:ext uri="{FF2B5EF4-FFF2-40B4-BE49-F238E27FC236}">
                <a16:creationId xmlns:a16="http://schemas.microsoft.com/office/drawing/2014/main" id="{EE72CFCA-2E05-F07B-BE60-4CE0B734C289}"/>
              </a:ext>
            </a:extLst>
          </p:cNvPr>
          <p:cNvSpPr/>
          <p:nvPr/>
        </p:nvSpPr>
        <p:spPr>
          <a:xfrm>
            <a:off x="1190584" y="7006865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21" name="Shape 12">
            <a:extLst>
              <a:ext uri="{FF2B5EF4-FFF2-40B4-BE49-F238E27FC236}">
                <a16:creationId xmlns:a16="http://schemas.microsoft.com/office/drawing/2014/main" id="{8D33AC08-CE20-DCFB-3FC1-67FDE4D781B8}"/>
              </a:ext>
            </a:extLst>
          </p:cNvPr>
          <p:cNvSpPr/>
          <p:nvPr/>
        </p:nvSpPr>
        <p:spPr>
          <a:xfrm>
            <a:off x="1322519" y="7006865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22" name="Shape 13">
            <a:extLst>
              <a:ext uri="{FF2B5EF4-FFF2-40B4-BE49-F238E27FC236}">
                <a16:creationId xmlns:a16="http://schemas.microsoft.com/office/drawing/2014/main" id="{4D55BE55-DB10-3BD2-3635-6C6C845AC783}"/>
              </a:ext>
            </a:extLst>
          </p:cNvPr>
          <p:cNvSpPr/>
          <p:nvPr/>
        </p:nvSpPr>
        <p:spPr>
          <a:xfrm>
            <a:off x="1443164" y="7006865"/>
            <a:ext cx="82982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23" name="Text 54">
            <a:extLst>
              <a:ext uri="{FF2B5EF4-FFF2-40B4-BE49-F238E27FC236}">
                <a16:creationId xmlns:a16="http://schemas.microsoft.com/office/drawing/2014/main" id="{CAD896F5-B5DA-F5A0-37F8-745768AFA8DE}"/>
              </a:ext>
            </a:extLst>
          </p:cNvPr>
          <p:cNvSpPr/>
          <p:nvPr/>
        </p:nvSpPr>
        <p:spPr>
          <a:xfrm>
            <a:off x="1654175" y="5536207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it</a:t>
            </a:r>
            <a:endParaRPr lang="en-US" sz="900" dirty="0"/>
          </a:p>
        </p:txBody>
      </p:sp>
      <p:sp>
        <p:nvSpPr>
          <p:cNvPr id="124" name="Shape 55">
            <a:extLst>
              <a:ext uri="{FF2B5EF4-FFF2-40B4-BE49-F238E27FC236}">
                <a16:creationId xmlns:a16="http://schemas.microsoft.com/office/drawing/2014/main" id="{97293482-B987-0FF7-01CF-5D9EE92A6EEB}"/>
              </a:ext>
            </a:extLst>
          </p:cNvPr>
          <p:cNvSpPr/>
          <p:nvPr/>
        </p:nvSpPr>
        <p:spPr>
          <a:xfrm flipV="1">
            <a:off x="1737360" y="5649363"/>
            <a:ext cx="2948940" cy="1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5" name="Shape 56">
            <a:extLst>
              <a:ext uri="{FF2B5EF4-FFF2-40B4-BE49-F238E27FC236}">
                <a16:creationId xmlns:a16="http://schemas.microsoft.com/office/drawing/2014/main" id="{4CBA316A-9CC8-5913-295E-26B779E0C4C0}"/>
              </a:ext>
            </a:extLst>
          </p:cNvPr>
          <p:cNvSpPr/>
          <p:nvPr/>
        </p:nvSpPr>
        <p:spPr>
          <a:xfrm>
            <a:off x="1737360" y="5869472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6" name="Shape 57">
            <a:extLst>
              <a:ext uri="{FF2B5EF4-FFF2-40B4-BE49-F238E27FC236}">
                <a16:creationId xmlns:a16="http://schemas.microsoft.com/office/drawing/2014/main" id="{53B5D488-F429-54C3-1864-AFB261A01722}"/>
              </a:ext>
            </a:extLst>
          </p:cNvPr>
          <p:cNvSpPr/>
          <p:nvPr/>
        </p:nvSpPr>
        <p:spPr>
          <a:xfrm>
            <a:off x="1737360" y="6088764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7" name="Text 58">
            <a:extLst>
              <a:ext uri="{FF2B5EF4-FFF2-40B4-BE49-F238E27FC236}">
                <a16:creationId xmlns:a16="http://schemas.microsoft.com/office/drawing/2014/main" id="{41812D65-D0BC-A780-68C6-ED89390BCEE4}"/>
              </a:ext>
            </a:extLst>
          </p:cNvPr>
          <p:cNvSpPr/>
          <p:nvPr/>
        </p:nvSpPr>
        <p:spPr>
          <a:xfrm>
            <a:off x="1737360" y="6436668"/>
            <a:ext cx="150876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use it</a:t>
            </a:r>
            <a:endParaRPr lang="en-US" sz="900" dirty="0"/>
          </a:p>
        </p:txBody>
      </p:sp>
      <p:sp>
        <p:nvSpPr>
          <p:cNvPr id="128" name="Shape 55">
            <a:extLst>
              <a:ext uri="{FF2B5EF4-FFF2-40B4-BE49-F238E27FC236}">
                <a16:creationId xmlns:a16="http://schemas.microsoft.com/office/drawing/2014/main" id="{9645D9B0-CD34-0420-CADB-1ABA7BC65289}"/>
              </a:ext>
            </a:extLst>
          </p:cNvPr>
          <p:cNvSpPr/>
          <p:nvPr/>
        </p:nvSpPr>
        <p:spPr>
          <a:xfrm flipV="1">
            <a:off x="1737360" y="6578197"/>
            <a:ext cx="2948940" cy="1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9" name="Shape 56">
            <a:extLst>
              <a:ext uri="{FF2B5EF4-FFF2-40B4-BE49-F238E27FC236}">
                <a16:creationId xmlns:a16="http://schemas.microsoft.com/office/drawing/2014/main" id="{A9206FAA-E9D2-273D-747D-DFB98FE73291}"/>
              </a:ext>
            </a:extLst>
          </p:cNvPr>
          <p:cNvSpPr/>
          <p:nvPr/>
        </p:nvSpPr>
        <p:spPr>
          <a:xfrm>
            <a:off x="1737360" y="6798306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30" name="Shape 57">
            <a:extLst>
              <a:ext uri="{FF2B5EF4-FFF2-40B4-BE49-F238E27FC236}">
                <a16:creationId xmlns:a16="http://schemas.microsoft.com/office/drawing/2014/main" id="{2A400A0B-E691-3D58-8355-BEF2837C7525}"/>
              </a:ext>
            </a:extLst>
          </p:cNvPr>
          <p:cNvSpPr/>
          <p:nvPr/>
        </p:nvSpPr>
        <p:spPr>
          <a:xfrm>
            <a:off x="1737360" y="7017598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31" name="Shape 57">
            <a:extLst>
              <a:ext uri="{FF2B5EF4-FFF2-40B4-BE49-F238E27FC236}">
                <a16:creationId xmlns:a16="http://schemas.microsoft.com/office/drawing/2014/main" id="{0ABF65EB-C953-8EAE-87E9-67086778934C}"/>
              </a:ext>
            </a:extLst>
          </p:cNvPr>
          <p:cNvSpPr/>
          <p:nvPr/>
        </p:nvSpPr>
        <p:spPr>
          <a:xfrm>
            <a:off x="1737360" y="6314642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32" name="Shape 57">
            <a:extLst>
              <a:ext uri="{FF2B5EF4-FFF2-40B4-BE49-F238E27FC236}">
                <a16:creationId xmlns:a16="http://schemas.microsoft.com/office/drawing/2014/main" id="{0D87C212-C25E-C027-2D41-F0CAF38699D9}"/>
              </a:ext>
            </a:extLst>
          </p:cNvPr>
          <p:cNvSpPr/>
          <p:nvPr/>
        </p:nvSpPr>
        <p:spPr>
          <a:xfrm>
            <a:off x="1737360" y="7215771"/>
            <a:ext cx="2948940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297180" y="1641193"/>
            <a:ext cx="2486488" cy="2801863"/>
          </a:xfrm>
          <a:prstGeom prst="rect">
            <a:avLst/>
          </a:prstGeom>
          <a:solidFill>
            <a:srgbClr val="F3EDE2"/>
          </a:solidFill>
          <a:ln w="9525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7" name="Text 5"/>
          <p:cNvSpPr/>
          <p:nvPr/>
        </p:nvSpPr>
        <p:spPr>
          <a:xfrm>
            <a:off x="294213" y="3890900"/>
            <a:ext cx="196138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6E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the meal of the month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82193" y="1639403"/>
            <a:ext cx="1849827" cy="1186943"/>
          </a:xfrm>
          <a:prstGeom prst="rect">
            <a:avLst/>
          </a:prstGeom>
          <a:solidFill>
            <a:srgbClr val="E8CFC4"/>
          </a:solidFill>
          <a:ln w="635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" name="Text 7"/>
          <p:cNvSpPr/>
          <p:nvPr/>
        </p:nvSpPr>
        <p:spPr>
          <a:xfrm>
            <a:off x="2882194" y="1741721"/>
            <a:ext cx="1208602" cy="89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65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RESTAURANT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92854" y="1990911"/>
            <a:ext cx="1208602" cy="89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61805" y="2096682"/>
            <a:ext cx="1713635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" name="Shape 10"/>
          <p:cNvSpPr/>
          <p:nvPr/>
        </p:nvSpPr>
        <p:spPr>
          <a:xfrm>
            <a:off x="3026193" y="2299740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3" name="Shape 11"/>
          <p:cNvSpPr/>
          <p:nvPr/>
        </p:nvSpPr>
        <p:spPr>
          <a:xfrm>
            <a:off x="3181863" y="2299740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4" name="Shape 12"/>
          <p:cNvSpPr/>
          <p:nvPr/>
        </p:nvSpPr>
        <p:spPr>
          <a:xfrm>
            <a:off x="3337532" y="2299740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5" name="Shape 13"/>
          <p:cNvSpPr/>
          <p:nvPr/>
        </p:nvSpPr>
        <p:spPr>
          <a:xfrm>
            <a:off x="3486002" y="2299740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6" name="Shape 14"/>
          <p:cNvSpPr/>
          <p:nvPr/>
        </p:nvSpPr>
        <p:spPr>
          <a:xfrm>
            <a:off x="3627271" y="2299740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7" name="Text 15"/>
          <p:cNvSpPr/>
          <p:nvPr/>
        </p:nvSpPr>
        <p:spPr>
          <a:xfrm>
            <a:off x="2892854" y="2556270"/>
            <a:ext cx="1208602" cy="89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of cuisine 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 flipV="1">
            <a:off x="2961804" y="2675479"/>
            <a:ext cx="1713635" cy="1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55" name="Text 3">
            <a:extLst>
              <a:ext uri="{FF2B5EF4-FFF2-40B4-BE49-F238E27FC236}">
                <a16:creationId xmlns:a16="http://schemas.microsoft.com/office/drawing/2014/main" id="{D210661E-2E4B-74DE-2723-2814EB97FEBA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41</a:t>
            </a:r>
            <a:endParaRPr lang="en-US" sz="800" dirty="0"/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B3FB5AE3-5BF1-EEFE-CB6E-756691DA691C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7" name="Shape 0">
            <a:extLst>
              <a:ext uri="{FF2B5EF4-FFF2-40B4-BE49-F238E27FC236}">
                <a16:creationId xmlns:a16="http://schemas.microsoft.com/office/drawing/2014/main" id="{F79A669C-246B-9594-AF93-AC8A4AB381E1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Text 1">
            <a:extLst>
              <a:ext uri="{FF2B5EF4-FFF2-40B4-BE49-F238E27FC236}">
                <a16:creationId xmlns:a16="http://schemas.microsoft.com/office/drawing/2014/main" id="{8682F939-FF50-0BE5-975A-1C5CF80F8E7C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59" name="Text 2">
            <a:extLst>
              <a:ext uri="{FF2B5EF4-FFF2-40B4-BE49-F238E27FC236}">
                <a16:creationId xmlns:a16="http://schemas.microsoft.com/office/drawing/2014/main" id="{3FAD783A-A4C3-AE74-33AC-7B0388CEB5A9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FAVOURITES</a:t>
            </a:r>
            <a:endParaRPr lang="en-US" sz="700" dirty="0"/>
          </a:p>
        </p:txBody>
      </p:sp>
      <p:sp>
        <p:nvSpPr>
          <p:cNvPr id="60" name="Text 5">
            <a:extLst>
              <a:ext uri="{FF2B5EF4-FFF2-40B4-BE49-F238E27FC236}">
                <a16:creationId xmlns:a16="http://schemas.microsoft.com/office/drawing/2014/main" id="{A1E68692-C475-A9E9-39F7-13FCC896198C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</a:rPr>
              <a:t>MY RECOMMENDATIONS</a:t>
            </a:r>
            <a:endParaRPr lang="en-US" sz="800" dirty="0"/>
          </a:p>
        </p:txBody>
      </p:sp>
      <p:sp>
        <p:nvSpPr>
          <p:cNvPr id="61" name="Text 6">
            <a:extLst>
              <a:ext uri="{FF2B5EF4-FFF2-40B4-BE49-F238E27FC236}">
                <a16:creationId xmlns:a16="http://schemas.microsoft.com/office/drawing/2014/main" id="{44736C05-5FB2-828B-C3DC-75D0B1734E48}"/>
              </a:ext>
            </a:extLst>
          </p:cNvPr>
          <p:cNvSpPr/>
          <p:nvPr/>
        </p:nvSpPr>
        <p:spPr>
          <a:xfrm>
            <a:off x="297180" y="933036"/>
            <a:ext cx="4389120" cy="785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Edible </a:t>
            </a:r>
            <a:r>
              <a:rPr lang="en-US" sz="2800" i="1" dirty="0" err="1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Favourites</a:t>
            </a: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800" dirty="0"/>
          </a:p>
        </p:txBody>
      </p:sp>
      <p:sp>
        <p:nvSpPr>
          <p:cNvPr id="63" name="Shape 6">
            <a:extLst>
              <a:ext uri="{FF2B5EF4-FFF2-40B4-BE49-F238E27FC236}">
                <a16:creationId xmlns:a16="http://schemas.microsoft.com/office/drawing/2014/main" id="{4FDA7255-BE3C-7803-EB99-94582E4DAE18}"/>
              </a:ext>
            </a:extLst>
          </p:cNvPr>
          <p:cNvSpPr/>
          <p:nvPr/>
        </p:nvSpPr>
        <p:spPr>
          <a:xfrm>
            <a:off x="2903713" y="3256113"/>
            <a:ext cx="1849827" cy="1186943"/>
          </a:xfrm>
          <a:prstGeom prst="rect">
            <a:avLst/>
          </a:prstGeom>
          <a:solidFill>
            <a:srgbClr val="E8CFC4"/>
          </a:solidFill>
          <a:ln w="635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64" name="Text 7">
            <a:extLst>
              <a:ext uri="{FF2B5EF4-FFF2-40B4-BE49-F238E27FC236}">
                <a16:creationId xmlns:a16="http://schemas.microsoft.com/office/drawing/2014/main" id="{3EB31C23-314F-0D08-63CB-94547E0E26ED}"/>
              </a:ext>
            </a:extLst>
          </p:cNvPr>
          <p:cNvSpPr/>
          <p:nvPr/>
        </p:nvSpPr>
        <p:spPr>
          <a:xfrm>
            <a:off x="2903714" y="3358431"/>
            <a:ext cx="1208602" cy="89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65" dirty="0">
                <a:solidFill>
                  <a:srgbClr val="8E3B2A"/>
                </a:solidFill>
                <a:latin typeface="Helvetica" pitchFamily="34" charset="0"/>
              </a:rPr>
              <a:t>CAFÉ/BAR</a:t>
            </a:r>
            <a:endParaRPr lang="en-US" sz="900" dirty="0"/>
          </a:p>
        </p:txBody>
      </p:sp>
      <p:sp>
        <p:nvSpPr>
          <p:cNvPr id="65" name="Text 8">
            <a:extLst>
              <a:ext uri="{FF2B5EF4-FFF2-40B4-BE49-F238E27FC236}">
                <a16:creationId xmlns:a16="http://schemas.microsoft.com/office/drawing/2014/main" id="{41D62A31-7110-A556-D1BD-191E0E6E0D39}"/>
              </a:ext>
            </a:extLst>
          </p:cNvPr>
          <p:cNvSpPr/>
          <p:nvPr/>
        </p:nvSpPr>
        <p:spPr>
          <a:xfrm>
            <a:off x="2914374" y="3607621"/>
            <a:ext cx="1208602" cy="89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→</a:t>
            </a:r>
            <a:endParaRPr lang="en-US" sz="900" dirty="0"/>
          </a:p>
        </p:txBody>
      </p:sp>
      <p:sp>
        <p:nvSpPr>
          <p:cNvPr id="66" name="Shape 9">
            <a:extLst>
              <a:ext uri="{FF2B5EF4-FFF2-40B4-BE49-F238E27FC236}">
                <a16:creationId xmlns:a16="http://schemas.microsoft.com/office/drawing/2014/main" id="{8E460B1A-0C26-DBAA-5A8E-65D0EC5DF92D}"/>
              </a:ext>
            </a:extLst>
          </p:cNvPr>
          <p:cNvSpPr/>
          <p:nvPr/>
        </p:nvSpPr>
        <p:spPr>
          <a:xfrm>
            <a:off x="2983325" y="3713392"/>
            <a:ext cx="1713635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7" name="Shape 10">
            <a:extLst>
              <a:ext uri="{FF2B5EF4-FFF2-40B4-BE49-F238E27FC236}">
                <a16:creationId xmlns:a16="http://schemas.microsoft.com/office/drawing/2014/main" id="{DBCEC2A4-D004-0C7F-6994-3CA83BA41B8F}"/>
              </a:ext>
            </a:extLst>
          </p:cNvPr>
          <p:cNvSpPr/>
          <p:nvPr/>
        </p:nvSpPr>
        <p:spPr>
          <a:xfrm>
            <a:off x="3047713" y="3916450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8" name="Shape 11">
            <a:extLst>
              <a:ext uri="{FF2B5EF4-FFF2-40B4-BE49-F238E27FC236}">
                <a16:creationId xmlns:a16="http://schemas.microsoft.com/office/drawing/2014/main" id="{F0B5CA0E-3EDB-B2B8-B09F-681F8FF77B3F}"/>
              </a:ext>
            </a:extLst>
          </p:cNvPr>
          <p:cNvSpPr/>
          <p:nvPr/>
        </p:nvSpPr>
        <p:spPr>
          <a:xfrm>
            <a:off x="3203383" y="3916450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9" name="Shape 12">
            <a:extLst>
              <a:ext uri="{FF2B5EF4-FFF2-40B4-BE49-F238E27FC236}">
                <a16:creationId xmlns:a16="http://schemas.microsoft.com/office/drawing/2014/main" id="{733C061D-81A8-3CCD-4DF9-BDCDE5DB91E0}"/>
              </a:ext>
            </a:extLst>
          </p:cNvPr>
          <p:cNvSpPr/>
          <p:nvPr/>
        </p:nvSpPr>
        <p:spPr>
          <a:xfrm>
            <a:off x="3359052" y="3916450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0" name="Shape 13">
            <a:extLst>
              <a:ext uri="{FF2B5EF4-FFF2-40B4-BE49-F238E27FC236}">
                <a16:creationId xmlns:a16="http://schemas.microsoft.com/office/drawing/2014/main" id="{AA831F7B-20DB-85DE-0ED6-552339C2490B}"/>
              </a:ext>
            </a:extLst>
          </p:cNvPr>
          <p:cNvSpPr/>
          <p:nvPr/>
        </p:nvSpPr>
        <p:spPr>
          <a:xfrm>
            <a:off x="3507522" y="3916450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1" name="Shape 14">
            <a:extLst>
              <a:ext uri="{FF2B5EF4-FFF2-40B4-BE49-F238E27FC236}">
                <a16:creationId xmlns:a16="http://schemas.microsoft.com/office/drawing/2014/main" id="{9B97C27F-5B7A-CD6F-9B39-287C922D41D1}"/>
              </a:ext>
            </a:extLst>
          </p:cNvPr>
          <p:cNvSpPr/>
          <p:nvPr/>
        </p:nvSpPr>
        <p:spPr>
          <a:xfrm>
            <a:off x="3648791" y="3916450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2" name="Text 15">
            <a:extLst>
              <a:ext uri="{FF2B5EF4-FFF2-40B4-BE49-F238E27FC236}">
                <a16:creationId xmlns:a16="http://schemas.microsoft.com/office/drawing/2014/main" id="{F9C2D918-5CE9-77CF-4C48-FF61E74BA4C4}"/>
              </a:ext>
            </a:extLst>
          </p:cNvPr>
          <p:cNvSpPr/>
          <p:nvPr/>
        </p:nvSpPr>
        <p:spPr>
          <a:xfrm>
            <a:off x="2914374" y="4172980"/>
            <a:ext cx="1208602" cy="89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of cuisine →</a:t>
            </a:r>
            <a:endParaRPr lang="en-US" sz="900" dirty="0"/>
          </a:p>
        </p:txBody>
      </p:sp>
      <p:sp>
        <p:nvSpPr>
          <p:cNvPr id="73" name="Shape 16">
            <a:extLst>
              <a:ext uri="{FF2B5EF4-FFF2-40B4-BE49-F238E27FC236}">
                <a16:creationId xmlns:a16="http://schemas.microsoft.com/office/drawing/2014/main" id="{18AD26B0-EC09-10E7-7AFC-127B3259C08A}"/>
              </a:ext>
            </a:extLst>
          </p:cNvPr>
          <p:cNvSpPr/>
          <p:nvPr/>
        </p:nvSpPr>
        <p:spPr>
          <a:xfrm flipV="1">
            <a:off x="2983324" y="4292189"/>
            <a:ext cx="1713635" cy="1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4" name="Shape 6">
            <a:extLst>
              <a:ext uri="{FF2B5EF4-FFF2-40B4-BE49-F238E27FC236}">
                <a16:creationId xmlns:a16="http://schemas.microsoft.com/office/drawing/2014/main" id="{5581AED4-27AA-9F8B-0BC1-224BAEA3910F}"/>
              </a:ext>
            </a:extLst>
          </p:cNvPr>
          <p:cNvSpPr/>
          <p:nvPr/>
        </p:nvSpPr>
        <p:spPr>
          <a:xfrm>
            <a:off x="299013" y="4603057"/>
            <a:ext cx="1849827" cy="1186943"/>
          </a:xfrm>
          <a:prstGeom prst="rect">
            <a:avLst/>
          </a:prstGeom>
          <a:solidFill>
            <a:srgbClr val="E8CFC4"/>
          </a:solidFill>
          <a:ln w="635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75" name="Text 7">
            <a:extLst>
              <a:ext uri="{FF2B5EF4-FFF2-40B4-BE49-F238E27FC236}">
                <a16:creationId xmlns:a16="http://schemas.microsoft.com/office/drawing/2014/main" id="{E1B29FE1-F686-66DF-5DCB-C6C5CB243030}"/>
              </a:ext>
            </a:extLst>
          </p:cNvPr>
          <p:cNvSpPr/>
          <p:nvPr/>
        </p:nvSpPr>
        <p:spPr>
          <a:xfrm>
            <a:off x="299014" y="4705375"/>
            <a:ext cx="1208602" cy="89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65" dirty="0">
                <a:solidFill>
                  <a:srgbClr val="8E3B2A"/>
                </a:solidFill>
                <a:latin typeface="Helvetica" pitchFamily="34" charset="0"/>
              </a:rPr>
              <a:t>DRINK</a:t>
            </a:r>
            <a:endParaRPr lang="en-US" sz="9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829F4FEF-CD0D-1710-C03C-DA47C7DDE12B}"/>
              </a:ext>
            </a:extLst>
          </p:cNvPr>
          <p:cNvSpPr/>
          <p:nvPr/>
        </p:nvSpPr>
        <p:spPr>
          <a:xfrm>
            <a:off x="309674" y="4954565"/>
            <a:ext cx="1208602" cy="89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→</a:t>
            </a:r>
            <a:endParaRPr lang="en-US" sz="900" dirty="0"/>
          </a:p>
        </p:txBody>
      </p:sp>
      <p:sp>
        <p:nvSpPr>
          <p:cNvPr id="77" name="Shape 9">
            <a:extLst>
              <a:ext uri="{FF2B5EF4-FFF2-40B4-BE49-F238E27FC236}">
                <a16:creationId xmlns:a16="http://schemas.microsoft.com/office/drawing/2014/main" id="{5EA52961-4324-DF9D-757F-F5B12E8C4BA2}"/>
              </a:ext>
            </a:extLst>
          </p:cNvPr>
          <p:cNvSpPr/>
          <p:nvPr/>
        </p:nvSpPr>
        <p:spPr>
          <a:xfrm>
            <a:off x="378625" y="5060336"/>
            <a:ext cx="1713635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8" name="Shape 10">
            <a:extLst>
              <a:ext uri="{FF2B5EF4-FFF2-40B4-BE49-F238E27FC236}">
                <a16:creationId xmlns:a16="http://schemas.microsoft.com/office/drawing/2014/main" id="{C7F2FE70-39F5-B809-9E53-01EE4B2972E1}"/>
              </a:ext>
            </a:extLst>
          </p:cNvPr>
          <p:cNvSpPr/>
          <p:nvPr/>
        </p:nvSpPr>
        <p:spPr>
          <a:xfrm>
            <a:off x="443013" y="5263394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9" name="Shape 11">
            <a:extLst>
              <a:ext uri="{FF2B5EF4-FFF2-40B4-BE49-F238E27FC236}">
                <a16:creationId xmlns:a16="http://schemas.microsoft.com/office/drawing/2014/main" id="{CB5A6A3F-AF15-95E2-2AE7-CDC35D78BA2D}"/>
              </a:ext>
            </a:extLst>
          </p:cNvPr>
          <p:cNvSpPr/>
          <p:nvPr/>
        </p:nvSpPr>
        <p:spPr>
          <a:xfrm>
            <a:off x="598683" y="5263394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0" name="Shape 12">
            <a:extLst>
              <a:ext uri="{FF2B5EF4-FFF2-40B4-BE49-F238E27FC236}">
                <a16:creationId xmlns:a16="http://schemas.microsoft.com/office/drawing/2014/main" id="{BE4A8F09-B41A-9A83-7644-01C1AE507DEA}"/>
              </a:ext>
            </a:extLst>
          </p:cNvPr>
          <p:cNvSpPr/>
          <p:nvPr/>
        </p:nvSpPr>
        <p:spPr>
          <a:xfrm>
            <a:off x="754352" y="5263394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1" name="Shape 13">
            <a:extLst>
              <a:ext uri="{FF2B5EF4-FFF2-40B4-BE49-F238E27FC236}">
                <a16:creationId xmlns:a16="http://schemas.microsoft.com/office/drawing/2014/main" id="{82AE0D4A-7BC4-8018-D409-80538510C6FE}"/>
              </a:ext>
            </a:extLst>
          </p:cNvPr>
          <p:cNvSpPr/>
          <p:nvPr/>
        </p:nvSpPr>
        <p:spPr>
          <a:xfrm>
            <a:off x="902822" y="5263394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2" name="Shape 14">
            <a:extLst>
              <a:ext uri="{FF2B5EF4-FFF2-40B4-BE49-F238E27FC236}">
                <a16:creationId xmlns:a16="http://schemas.microsoft.com/office/drawing/2014/main" id="{320B96CA-DED3-BEF9-E39F-0245272FF2E5}"/>
              </a:ext>
            </a:extLst>
          </p:cNvPr>
          <p:cNvSpPr/>
          <p:nvPr/>
        </p:nvSpPr>
        <p:spPr>
          <a:xfrm>
            <a:off x="1044091" y="5263394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3" name="Text 15">
            <a:extLst>
              <a:ext uri="{FF2B5EF4-FFF2-40B4-BE49-F238E27FC236}">
                <a16:creationId xmlns:a16="http://schemas.microsoft.com/office/drawing/2014/main" id="{A543F064-C0CA-5DDC-B704-FA76781A6E6B}"/>
              </a:ext>
            </a:extLst>
          </p:cNvPr>
          <p:cNvSpPr/>
          <p:nvPr/>
        </p:nvSpPr>
        <p:spPr>
          <a:xfrm>
            <a:off x="309674" y="5519924"/>
            <a:ext cx="1208602" cy="89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of cuisine →</a:t>
            </a:r>
            <a:endParaRPr lang="en-US" sz="900" dirty="0"/>
          </a:p>
        </p:txBody>
      </p:sp>
      <p:sp>
        <p:nvSpPr>
          <p:cNvPr id="84" name="Shape 16">
            <a:extLst>
              <a:ext uri="{FF2B5EF4-FFF2-40B4-BE49-F238E27FC236}">
                <a16:creationId xmlns:a16="http://schemas.microsoft.com/office/drawing/2014/main" id="{79917565-E9C2-3FF6-61D3-C5563733809E}"/>
              </a:ext>
            </a:extLst>
          </p:cNvPr>
          <p:cNvSpPr/>
          <p:nvPr/>
        </p:nvSpPr>
        <p:spPr>
          <a:xfrm flipV="1">
            <a:off x="378624" y="5639133"/>
            <a:ext cx="1713635" cy="1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5" name="Shape 6">
            <a:extLst>
              <a:ext uri="{FF2B5EF4-FFF2-40B4-BE49-F238E27FC236}">
                <a16:creationId xmlns:a16="http://schemas.microsoft.com/office/drawing/2014/main" id="{F8880029-8CFB-F7C4-9060-AC49B6483722}"/>
              </a:ext>
            </a:extLst>
          </p:cNvPr>
          <p:cNvSpPr/>
          <p:nvPr/>
        </p:nvSpPr>
        <p:spPr>
          <a:xfrm>
            <a:off x="2892854" y="4602977"/>
            <a:ext cx="1849827" cy="1186943"/>
          </a:xfrm>
          <a:prstGeom prst="rect">
            <a:avLst/>
          </a:prstGeom>
          <a:solidFill>
            <a:srgbClr val="E8CFC4"/>
          </a:solidFill>
          <a:ln w="635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86" name="Text 7">
            <a:extLst>
              <a:ext uri="{FF2B5EF4-FFF2-40B4-BE49-F238E27FC236}">
                <a16:creationId xmlns:a16="http://schemas.microsoft.com/office/drawing/2014/main" id="{4720F674-343A-C711-46A0-53A16407E561}"/>
              </a:ext>
            </a:extLst>
          </p:cNvPr>
          <p:cNvSpPr/>
          <p:nvPr/>
        </p:nvSpPr>
        <p:spPr>
          <a:xfrm>
            <a:off x="2892855" y="4705295"/>
            <a:ext cx="1208602" cy="89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165" dirty="0">
                <a:solidFill>
                  <a:srgbClr val="8E3B2A"/>
                </a:solidFill>
                <a:latin typeface="Helvetica" pitchFamily="34" charset="0"/>
              </a:rPr>
              <a:t>SNACK</a:t>
            </a:r>
            <a:endParaRPr lang="en-US" sz="9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CF6C4E65-C95B-7FC2-AFDC-77E71F25DB9C}"/>
              </a:ext>
            </a:extLst>
          </p:cNvPr>
          <p:cNvSpPr/>
          <p:nvPr/>
        </p:nvSpPr>
        <p:spPr>
          <a:xfrm>
            <a:off x="2903515" y="4954485"/>
            <a:ext cx="1208602" cy="89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→</a:t>
            </a:r>
            <a:endParaRPr lang="en-US" sz="900" dirty="0"/>
          </a:p>
        </p:txBody>
      </p:sp>
      <p:sp>
        <p:nvSpPr>
          <p:cNvPr id="88" name="Shape 9">
            <a:extLst>
              <a:ext uri="{FF2B5EF4-FFF2-40B4-BE49-F238E27FC236}">
                <a16:creationId xmlns:a16="http://schemas.microsoft.com/office/drawing/2014/main" id="{CE6391F5-4E54-39AE-EA25-1AB059C5AEFE}"/>
              </a:ext>
            </a:extLst>
          </p:cNvPr>
          <p:cNvSpPr/>
          <p:nvPr/>
        </p:nvSpPr>
        <p:spPr>
          <a:xfrm>
            <a:off x="2972466" y="5060256"/>
            <a:ext cx="1713635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9" name="Shape 10">
            <a:extLst>
              <a:ext uri="{FF2B5EF4-FFF2-40B4-BE49-F238E27FC236}">
                <a16:creationId xmlns:a16="http://schemas.microsoft.com/office/drawing/2014/main" id="{A839E355-DEE8-5AFD-6F8C-644CA93813DA}"/>
              </a:ext>
            </a:extLst>
          </p:cNvPr>
          <p:cNvSpPr/>
          <p:nvPr/>
        </p:nvSpPr>
        <p:spPr>
          <a:xfrm>
            <a:off x="3036854" y="5263314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0" name="Shape 11">
            <a:extLst>
              <a:ext uri="{FF2B5EF4-FFF2-40B4-BE49-F238E27FC236}">
                <a16:creationId xmlns:a16="http://schemas.microsoft.com/office/drawing/2014/main" id="{D12DF9A6-CBD1-6634-A392-484B4EE345C6}"/>
              </a:ext>
            </a:extLst>
          </p:cNvPr>
          <p:cNvSpPr/>
          <p:nvPr/>
        </p:nvSpPr>
        <p:spPr>
          <a:xfrm>
            <a:off x="3192524" y="5263314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1" name="Shape 12">
            <a:extLst>
              <a:ext uri="{FF2B5EF4-FFF2-40B4-BE49-F238E27FC236}">
                <a16:creationId xmlns:a16="http://schemas.microsoft.com/office/drawing/2014/main" id="{B19ABD18-98FA-4484-C0BE-4E086E494347}"/>
              </a:ext>
            </a:extLst>
          </p:cNvPr>
          <p:cNvSpPr/>
          <p:nvPr/>
        </p:nvSpPr>
        <p:spPr>
          <a:xfrm>
            <a:off x="3348193" y="5263314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2" name="Shape 13">
            <a:extLst>
              <a:ext uri="{FF2B5EF4-FFF2-40B4-BE49-F238E27FC236}">
                <a16:creationId xmlns:a16="http://schemas.microsoft.com/office/drawing/2014/main" id="{B3933C23-40BA-09EE-71CE-91A6CED10A84}"/>
              </a:ext>
            </a:extLst>
          </p:cNvPr>
          <p:cNvSpPr/>
          <p:nvPr/>
        </p:nvSpPr>
        <p:spPr>
          <a:xfrm>
            <a:off x="3496663" y="5263314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3" name="Shape 14">
            <a:extLst>
              <a:ext uri="{FF2B5EF4-FFF2-40B4-BE49-F238E27FC236}">
                <a16:creationId xmlns:a16="http://schemas.microsoft.com/office/drawing/2014/main" id="{00EA6BF7-901D-2C7A-454C-A81B2AAC3A00}"/>
              </a:ext>
            </a:extLst>
          </p:cNvPr>
          <p:cNvSpPr/>
          <p:nvPr/>
        </p:nvSpPr>
        <p:spPr>
          <a:xfrm>
            <a:off x="3637932" y="5263314"/>
            <a:ext cx="94962" cy="65464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4" name="Text 15">
            <a:extLst>
              <a:ext uri="{FF2B5EF4-FFF2-40B4-BE49-F238E27FC236}">
                <a16:creationId xmlns:a16="http://schemas.microsoft.com/office/drawing/2014/main" id="{47784B98-73DF-9F7E-49A6-5CFCC4DABFAB}"/>
              </a:ext>
            </a:extLst>
          </p:cNvPr>
          <p:cNvSpPr/>
          <p:nvPr/>
        </p:nvSpPr>
        <p:spPr>
          <a:xfrm>
            <a:off x="2903515" y="5519844"/>
            <a:ext cx="1208602" cy="89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of cuisine →</a:t>
            </a:r>
            <a:endParaRPr lang="en-US" sz="900" dirty="0"/>
          </a:p>
        </p:txBody>
      </p:sp>
      <p:sp>
        <p:nvSpPr>
          <p:cNvPr id="95" name="Shape 16">
            <a:extLst>
              <a:ext uri="{FF2B5EF4-FFF2-40B4-BE49-F238E27FC236}">
                <a16:creationId xmlns:a16="http://schemas.microsoft.com/office/drawing/2014/main" id="{EC82953F-E301-7D54-4307-7A6095E8D604}"/>
              </a:ext>
            </a:extLst>
          </p:cNvPr>
          <p:cNvSpPr/>
          <p:nvPr/>
        </p:nvSpPr>
        <p:spPr>
          <a:xfrm flipV="1">
            <a:off x="2972465" y="5639053"/>
            <a:ext cx="1713635" cy="1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20038" y="1816966"/>
            <a:ext cx="2105660" cy="1095027"/>
          </a:xfrm>
          <a:prstGeom prst="rect">
            <a:avLst/>
          </a:prstGeom>
          <a:solidFill>
            <a:srgbClr val="E8CFC4"/>
          </a:solidFill>
          <a:ln w="635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7" name="Shape 5"/>
          <p:cNvSpPr/>
          <p:nvPr/>
        </p:nvSpPr>
        <p:spPr>
          <a:xfrm>
            <a:off x="412572" y="1913481"/>
            <a:ext cx="588416" cy="619849"/>
          </a:xfrm>
          <a:prstGeom prst="roundRect">
            <a:avLst>
              <a:gd name="adj" fmla="val 21429"/>
            </a:avLst>
          </a:prstGeom>
          <a:solidFill>
            <a:srgbClr val="8E3B2A"/>
          </a:solidFill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8" name="Text 6"/>
          <p:cNvSpPr/>
          <p:nvPr/>
        </p:nvSpPr>
        <p:spPr>
          <a:xfrm>
            <a:off x="457328" y="1971837"/>
            <a:ext cx="52806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5" dirty="0">
                <a:solidFill>
                  <a:srgbClr val="E8C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155" dirty="0"/>
          </a:p>
        </p:txBody>
      </p:sp>
      <p:sp>
        <p:nvSpPr>
          <p:cNvPr id="9" name="Text 7"/>
          <p:cNvSpPr/>
          <p:nvPr/>
        </p:nvSpPr>
        <p:spPr>
          <a:xfrm>
            <a:off x="1017840" y="1883313"/>
            <a:ext cx="1508760" cy="153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APP/PODCAST/</a:t>
            </a:r>
          </a:p>
          <a:p>
            <a:r>
              <a:rPr lang="en-US" sz="7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INTERNETSIDE NAME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17840" y="2263985"/>
            <a:ext cx="1585660" cy="143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it’s about 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20553" y="2387532"/>
            <a:ext cx="115927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" name="Shape 10"/>
          <p:cNvSpPr/>
          <p:nvPr/>
        </p:nvSpPr>
        <p:spPr>
          <a:xfrm>
            <a:off x="1124320" y="2540374"/>
            <a:ext cx="115927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3" name="Shape 11"/>
          <p:cNvSpPr/>
          <p:nvPr/>
        </p:nvSpPr>
        <p:spPr>
          <a:xfrm>
            <a:off x="1147585" y="2743762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4" name="Shape 12"/>
          <p:cNvSpPr/>
          <p:nvPr/>
        </p:nvSpPr>
        <p:spPr>
          <a:xfrm>
            <a:off x="1306615" y="2743762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5" name="Shape 13"/>
          <p:cNvSpPr/>
          <p:nvPr/>
        </p:nvSpPr>
        <p:spPr>
          <a:xfrm>
            <a:off x="1480884" y="2743762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6" name="Shape 14"/>
          <p:cNvSpPr/>
          <p:nvPr/>
        </p:nvSpPr>
        <p:spPr>
          <a:xfrm>
            <a:off x="1655154" y="2743762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7" name="Shape 15"/>
          <p:cNvSpPr/>
          <p:nvPr/>
        </p:nvSpPr>
        <p:spPr>
          <a:xfrm>
            <a:off x="1829423" y="2743762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1" name="Text 3">
            <a:extLst>
              <a:ext uri="{FF2B5EF4-FFF2-40B4-BE49-F238E27FC236}">
                <a16:creationId xmlns:a16="http://schemas.microsoft.com/office/drawing/2014/main" id="{98ABD42F-D21E-B063-54F8-AA158558E74C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41</a:t>
            </a:r>
            <a:endParaRPr lang="en-US" sz="800" dirty="0"/>
          </a:p>
        </p:txBody>
      </p:sp>
      <p:sp>
        <p:nvSpPr>
          <p:cNvPr id="82" name="Text 4">
            <a:extLst>
              <a:ext uri="{FF2B5EF4-FFF2-40B4-BE49-F238E27FC236}">
                <a16:creationId xmlns:a16="http://schemas.microsoft.com/office/drawing/2014/main" id="{A3A09B38-7A57-6F04-D33A-C80826D46C1A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83" name="Shape 0">
            <a:extLst>
              <a:ext uri="{FF2B5EF4-FFF2-40B4-BE49-F238E27FC236}">
                <a16:creationId xmlns:a16="http://schemas.microsoft.com/office/drawing/2014/main" id="{BCEB7215-2C87-8842-A46D-6FB9E759E82D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4" name="Text 1">
            <a:extLst>
              <a:ext uri="{FF2B5EF4-FFF2-40B4-BE49-F238E27FC236}">
                <a16:creationId xmlns:a16="http://schemas.microsoft.com/office/drawing/2014/main" id="{4E4BB054-5DD3-EA4F-F8C7-AF04771C82BF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85" name="Text 2">
            <a:extLst>
              <a:ext uri="{FF2B5EF4-FFF2-40B4-BE49-F238E27FC236}">
                <a16:creationId xmlns:a16="http://schemas.microsoft.com/office/drawing/2014/main" id="{ECD01B0B-C6EE-3792-DE05-609467B78C30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FAVOURITES</a:t>
            </a:r>
            <a:endParaRPr lang="en-US" sz="700" dirty="0"/>
          </a:p>
        </p:txBody>
      </p:sp>
      <p:sp>
        <p:nvSpPr>
          <p:cNvPr id="86" name="Text 5">
            <a:extLst>
              <a:ext uri="{FF2B5EF4-FFF2-40B4-BE49-F238E27FC236}">
                <a16:creationId xmlns:a16="http://schemas.microsoft.com/office/drawing/2014/main" id="{4BEAB394-05B3-254C-823A-BA6D3A279ABF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</a:rPr>
              <a:t>MY RECOMMENDATIONS</a:t>
            </a:r>
            <a:endParaRPr lang="en-US" sz="800" dirty="0"/>
          </a:p>
        </p:txBody>
      </p:sp>
      <p:sp>
        <p:nvSpPr>
          <p:cNvPr id="87" name="Text 6">
            <a:extLst>
              <a:ext uri="{FF2B5EF4-FFF2-40B4-BE49-F238E27FC236}">
                <a16:creationId xmlns:a16="http://schemas.microsoft.com/office/drawing/2014/main" id="{5E8374B5-4231-3C7B-86BB-617CBCC34435}"/>
              </a:ext>
            </a:extLst>
          </p:cNvPr>
          <p:cNvSpPr/>
          <p:nvPr/>
        </p:nvSpPr>
        <p:spPr>
          <a:xfrm>
            <a:off x="297180" y="933036"/>
            <a:ext cx="4389120" cy="785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Apps &amp; Internet.</a:t>
            </a:r>
            <a:endParaRPr lang="en-US" sz="2800" dirty="0"/>
          </a:p>
        </p:txBody>
      </p:sp>
      <p:sp>
        <p:nvSpPr>
          <p:cNvPr id="88" name="Shape 4">
            <a:extLst>
              <a:ext uri="{FF2B5EF4-FFF2-40B4-BE49-F238E27FC236}">
                <a16:creationId xmlns:a16="http://schemas.microsoft.com/office/drawing/2014/main" id="{30751260-4250-8C98-76D5-D672A5B959F7}"/>
              </a:ext>
            </a:extLst>
          </p:cNvPr>
          <p:cNvSpPr/>
          <p:nvPr/>
        </p:nvSpPr>
        <p:spPr>
          <a:xfrm>
            <a:off x="2603500" y="1816966"/>
            <a:ext cx="2105660" cy="1095027"/>
          </a:xfrm>
          <a:prstGeom prst="rect">
            <a:avLst/>
          </a:prstGeom>
          <a:solidFill>
            <a:srgbClr val="E8CFC4"/>
          </a:solidFill>
          <a:ln w="635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89" name="Shape 5">
            <a:extLst>
              <a:ext uri="{FF2B5EF4-FFF2-40B4-BE49-F238E27FC236}">
                <a16:creationId xmlns:a16="http://schemas.microsoft.com/office/drawing/2014/main" id="{0ABCF697-2309-FBD4-A44A-28CEBCD8F5BB}"/>
              </a:ext>
            </a:extLst>
          </p:cNvPr>
          <p:cNvSpPr/>
          <p:nvPr/>
        </p:nvSpPr>
        <p:spPr>
          <a:xfrm>
            <a:off x="2696034" y="1913481"/>
            <a:ext cx="588416" cy="619849"/>
          </a:xfrm>
          <a:prstGeom prst="roundRect">
            <a:avLst>
              <a:gd name="adj" fmla="val 21429"/>
            </a:avLst>
          </a:prstGeom>
          <a:solidFill>
            <a:srgbClr val="8E3B2A"/>
          </a:solidFill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90" name="Text 6">
            <a:extLst>
              <a:ext uri="{FF2B5EF4-FFF2-40B4-BE49-F238E27FC236}">
                <a16:creationId xmlns:a16="http://schemas.microsoft.com/office/drawing/2014/main" id="{1E7305CC-80C9-DA58-C3B8-151E212F82D6}"/>
              </a:ext>
            </a:extLst>
          </p:cNvPr>
          <p:cNvSpPr/>
          <p:nvPr/>
        </p:nvSpPr>
        <p:spPr>
          <a:xfrm>
            <a:off x="2740790" y="1971837"/>
            <a:ext cx="52806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5" dirty="0">
                <a:solidFill>
                  <a:srgbClr val="E8C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155" dirty="0"/>
          </a:p>
        </p:txBody>
      </p:sp>
      <p:sp>
        <p:nvSpPr>
          <p:cNvPr id="91" name="Text 7">
            <a:extLst>
              <a:ext uri="{FF2B5EF4-FFF2-40B4-BE49-F238E27FC236}">
                <a16:creationId xmlns:a16="http://schemas.microsoft.com/office/drawing/2014/main" id="{EE388A00-1A98-76DE-7D37-5D83D3D17554}"/>
              </a:ext>
            </a:extLst>
          </p:cNvPr>
          <p:cNvSpPr/>
          <p:nvPr/>
        </p:nvSpPr>
        <p:spPr>
          <a:xfrm>
            <a:off x="3301302" y="1883313"/>
            <a:ext cx="1508760" cy="153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APP/PODCAST/</a:t>
            </a:r>
          </a:p>
          <a:p>
            <a:r>
              <a:rPr lang="en-US" sz="7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INTERNETSIDE NAME</a:t>
            </a:r>
            <a:endParaRPr lang="en-US" sz="700" dirty="0"/>
          </a:p>
        </p:txBody>
      </p:sp>
      <p:sp>
        <p:nvSpPr>
          <p:cNvPr id="92" name="Text 8">
            <a:extLst>
              <a:ext uri="{FF2B5EF4-FFF2-40B4-BE49-F238E27FC236}">
                <a16:creationId xmlns:a16="http://schemas.microsoft.com/office/drawing/2014/main" id="{74BBAE47-54B9-2EDD-B700-7E3D18F25545}"/>
              </a:ext>
            </a:extLst>
          </p:cNvPr>
          <p:cNvSpPr/>
          <p:nvPr/>
        </p:nvSpPr>
        <p:spPr>
          <a:xfrm>
            <a:off x="3301302" y="2263985"/>
            <a:ext cx="1585660" cy="143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it’s about →</a:t>
            </a:r>
            <a:endParaRPr lang="en-US" sz="900" dirty="0"/>
          </a:p>
        </p:txBody>
      </p:sp>
      <p:sp>
        <p:nvSpPr>
          <p:cNvPr id="93" name="Shape 9">
            <a:extLst>
              <a:ext uri="{FF2B5EF4-FFF2-40B4-BE49-F238E27FC236}">
                <a16:creationId xmlns:a16="http://schemas.microsoft.com/office/drawing/2014/main" id="{4075F683-1F36-1CEF-1DC1-DC1F05C9636F}"/>
              </a:ext>
            </a:extLst>
          </p:cNvPr>
          <p:cNvSpPr/>
          <p:nvPr/>
        </p:nvSpPr>
        <p:spPr>
          <a:xfrm>
            <a:off x="3404015" y="2387532"/>
            <a:ext cx="115927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4" name="Shape 10">
            <a:extLst>
              <a:ext uri="{FF2B5EF4-FFF2-40B4-BE49-F238E27FC236}">
                <a16:creationId xmlns:a16="http://schemas.microsoft.com/office/drawing/2014/main" id="{28186C01-91D9-037A-BF3D-DEA90DAC875E}"/>
              </a:ext>
            </a:extLst>
          </p:cNvPr>
          <p:cNvSpPr/>
          <p:nvPr/>
        </p:nvSpPr>
        <p:spPr>
          <a:xfrm>
            <a:off x="3407782" y="2540374"/>
            <a:ext cx="115927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5" name="Shape 11">
            <a:extLst>
              <a:ext uri="{FF2B5EF4-FFF2-40B4-BE49-F238E27FC236}">
                <a16:creationId xmlns:a16="http://schemas.microsoft.com/office/drawing/2014/main" id="{3ED64029-6892-5376-1278-1114095DC7F7}"/>
              </a:ext>
            </a:extLst>
          </p:cNvPr>
          <p:cNvSpPr/>
          <p:nvPr/>
        </p:nvSpPr>
        <p:spPr>
          <a:xfrm>
            <a:off x="3431047" y="2743762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7D46FC75-E436-41AE-D66B-7E3611FA9966}"/>
              </a:ext>
            </a:extLst>
          </p:cNvPr>
          <p:cNvSpPr/>
          <p:nvPr/>
        </p:nvSpPr>
        <p:spPr>
          <a:xfrm>
            <a:off x="3590077" y="2743762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7" name="Shape 13">
            <a:extLst>
              <a:ext uri="{FF2B5EF4-FFF2-40B4-BE49-F238E27FC236}">
                <a16:creationId xmlns:a16="http://schemas.microsoft.com/office/drawing/2014/main" id="{11BD1D1D-50F6-E6EA-836E-BD96ED81B4A7}"/>
              </a:ext>
            </a:extLst>
          </p:cNvPr>
          <p:cNvSpPr/>
          <p:nvPr/>
        </p:nvSpPr>
        <p:spPr>
          <a:xfrm>
            <a:off x="3764346" y="2743762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8" name="Shape 14">
            <a:extLst>
              <a:ext uri="{FF2B5EF4-FFF2-40B4-BE49-F238E27FC236}">
                <a16:creationId xmlns:a16="http://schemas.microsoft.com/office/drawing/2014/main" id="{CFAF8239-4A52-3F2B-6E03-0CFAE3518B3E}"/>
              </a:ext>
            </a:extLst>
          </p:cNvPr>
          <p:cNvSpPr/>
          <p:nvPr/>
        </p:nvSpPr>
        <p:spPr>
          <a:xfrm>
            <a:off x="3938616" y="2743762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9" name="Shape 15">
            <a:extLst>
              <a:ext uri="{FF2B5EF4-FFF2-40B4-BE49-F238E27FC236}">
                <a16:creationId xmlns:a16="http://schemas.microsoft.com/office/drawing/2014/main" id="{97BB709A-B0C0-09D4-1BFF-4B4B62D04DB5}"/>
              </a:ext>
            </a:extLst>
          </p:cNvPr>
          <p:cNvSpPr/>
          <p:nvPr/>
        </p:nvSpPr>
        <p:spPr>
          <a:xfrm>
            <a:off x="4112885" y="2743762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00" name="Shape 4">
            <a:extLst>
              <a:ext uri="{FF2B5EF4-FFF2-40B4-BE49-F238E27FC236}">
                <a16:creationId xmlns:a16="http://schemas.microsoft.com/office/drawing/2014/main" id="{E514F5D7-A6F5-D6F4-F77C-6F084A2E31A7}"/>
              </a:ext>
            </a:extLst>
          </p:cNvPr>
          <p:cNvSpPr/>
          <p:nvPr/>
        </p:nvSpPr>
        <p:spPr>
          <a:xfrm>
            <a:off x="320038" y="3442722"/>
            <a:ext cx="2105660" cy="1095027"/>
          </a:xfrm>
          <a:prstGeom prst="rect">
            <a:avLst/>
          </a:prstGeom>
          <a:solidFill>
            <a:srgbClr val="E8CFC4"/>
          </a:solidFill>
          <a:ln w="635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1" name="Shape 5">
            <a:extLst>
              <a:ext uri="{FF2B5EF4-FFF2-40B4-BE49-F238E27FC236}">
                <a16:creationId xmlns:a16="http://schemas.microsoft.com/office/drawing/2014/main" id="{155D127C-3455-EA3B-C5B5-42EFB724AAF2}"/>
              </a:ext>
            </a:extLst>
          </p:cNvPr>
          <p:cNvSpPr/>
          <p:nvPr/>
        </p:nvSpPr>
        <p:spPr>
          <a:xfrm>
            <a:off x="412572" y="3539237"/>
            <a:ext cx="588416" cy="619849"/>
          </a:xfrm>
          <a:prstGeom prst="roundRect">
            <a:avLst>
              <a:gd name="adj" fmla="val 21429"/>
            </a:avLst>
          </a:prstGeom>
          <a:solidFill>
            <a:srgbClr val="8E3B2A"/>
          </a:solidFill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02" name="Text 6">
            <a:extLst>
              <a:ext uri="{FF2B5EF4-FFF2-40B4-BE49-F238E27FC236}">
                <a16:creationId xmlns:a16="http://schemas.microsoft.com/office/drawing/2014/main" id="{0594D6F3-327C-CAD3-19A1-D9D338AB8316}"/>
              </a:ext>
            </a:extLst>
          </p:cNvPr>
          <p:cNvSpPr/>
          <p:nvPr/>
        </p:nvSpPr>
        <p:spPr>
          <a:xfrm>
            <a:off x="457328" y="3597593"/>
            <a:ext cx="52806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5" dirty="0">
                <a:solidFill>
                  <a:srgbClr val="E8C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155" dirty="0"/>
          </a:p>
        </p:txBody>
      </p:sp>
      <p:sp>
        <p:nvSpPr>
          <p:cNvPr id="103" name="Text 7">
            <a:extLst>
              <a:ext uri="{FF2B5EF4-FFF2-40B4-BE49-F238E27FC236}">
                <a16:creationId xmlns:a16="http://schemas.microsoft.com/office/drawing/2014/main" id="{D09158DC-79DE-30E1-063D-D636125566F3}"/>
              </a:ext>
            </a:extLst>
          </p:cNvPr>
          <p:cNvSpPr/>
          <p:nvPr/>
        </p:nvSpPr>
        <p:spPr>
          <a:xfrm>
            <a:off x="1017840" y="3509069"/>
            <a:ext cx="1508760" cy="153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APP/PODCAST/</a:t>
            </a:r>
          </a:p>
          <a:p>
            <a:r>
              <a:rPr lang="en-US" sz="7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INTERNETSIDE NAME</a:t>
            </a:r>
            <a:endParaRPr lang="en-US" sz="700" dirty="0"/>
          </a:p>
        </p:txBody>
      </p:sp>
      <p:sp>
        <p:nvSpPr>
          <p:cNvPr id="104" name="Text 8">
            <a:extLst>
              <a:ext uri="{FF2B5EF4-FFF2-40B4-BE49-F238E27FC236}">
                <a16:creationId xmlns:a16="http://schemas.microsoft.com/office/drawing/2014/main" id="{E1EC6DB5-08DA-F1ED-A44B-3C387FDE3C35}"/>
              </a:ext>
            </a:extLst>
          </p:cNvPr>
          <p:cNvSpPr/>
          <p:nvPr/>
        </p:nvSpPr>
        <p:spPr>
          <a:xfrm>
            <a:off x="1017840" y="3889741"/>
            <a:ext cx="1585660" cy="143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it’s about →</a:t>
            </a:r>
            <a:endParaRPr lang="en-US" sz="900" dirty="0"/>
          </a:p>
        </p:txBody>
      </p:sp>
      <p:sp>
        <p:nvSpPr>
          <p:cNvPr id="105" name="Shape 9">
            <a:extLst>
              <a:ext uri="{FF2B5EF4-FFF2-40B4-BE49-F238E27FC236}">
                <a16:creationId xmlns:a16="http://schemas.microsoft.com/office/drawing/2014/main" id="{480AF1EE-AE0D-473A-9FA7-DECCF9B6EAC1}"/>
              </a:ext>
            </a:extLst>
          </p:cNvPr>
          <p:cNvSpPr/>
          <p:nvPr/>
        </p:nvSpPr>
        <p:spPr>
          <a:xfrm>
            <a:off x="1120553" y="4013288"/>
            <a:ext cx="115927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06" name="Shape 10">
            <a:extLst>
              <a:ext uri="{FF2B5EF4-FFF2-40B4-BE49-F238E27FC236}">
                <a16:creationId xmlns:a16="http://schemas.microsoft.com/office/drawing/2014/main" id="{EB9BDF43-11F9-DE62-AC57-CCFA2FAE4722}"/>
              </a:ext>
            </a:extLst>
          </p:cNvPr>
          <p:cNvSpPr/>
          <p:nvPr/>
        </p:nvSpPr>
        <p:spPr>
          <a:xfrm>
            <a:off x="1124320" y="4166130"/>
            <a:ext cx="115927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07" name="Shape 11">
            <a:extLst>
              <a:ext uri="{FF2B5EF4-FFF2-40B4-BE49-F238E27FC236}">
                <a16:creationId xmlns:a16="http://schemas.microsoft.com/office/drawing/2014/main" id="{A762BC64-5EAB-6F74-FA2D-6048D6FCE193}"/>
              </a:ext>
            </a:extLst>
          </p:cNvPr>
          <p:cNvSpPr/>
          <p:nvPr/>
        </p:nvSpPr>
        <p:spPr>
          <a:xfrm>
            <a:off x="1147585" y="4369518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08" name="Shape 12">
            <a:extLst>
              <a:ext uri="{FF2B5EF4-FFF2-40B4-BE49-F238E27FC236}">
                <a16:creationId xmlns:a16="http://schemas.microsoft.com/office/drawing/2014/main" id="{86509262-044F-4113-97D4-DEBF1DABE12B}"/>
              </a:ext>
            </a:extLst>
          </p:cNvPr>
          <p:cNvSpPr/>
          <p:nvPr/>
        </p:nvSpPr>
        <p:spPr>
          <a:xfrm>
            <a:off x="1306615" y="4369518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09" name="Shape 13">
            <a:extLst>
              <a:ext uri="{FF2B5EF4-FFF2-40B4-BE49-F238E27FC236}">
                <a16:creationId xmlns:a16="http://schemas.microsoft.com/office/drawing/2014/main" id="{B7D7F470-B6A9-0DDD-C0FD-7BE41B31F272}"/>
              </a:ext>
            </a:extLst>
          </p:cNvPr>
          <p:cNvSpPr/>
          <p:nvPr/>
        </p:nvSpPr>
        <p:spPr>
          <a:xfrm>
            <a:off x="1480884" y="4369518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10" name="Shape 14">
            <a:extLst>
              <a:ext uri="{FF2B5EF4-FFF2-40B4-BE49-F238E27FC236}">
                <a16:creationId xmlns:a16="http://schemas.microsoft.com/office/drawing/2014/main" id="{D5F5989D-D771-29FD-6F46-2E01B01ACAFA}"/>
              </a:ext>
            </a:extLst>
          </p:cNvPr>
          <p:cNvSpPr/>
          <p:nvPr/>
        </p:nvSpPr>
        <p:spPr>
          <a:xfrm>
            <a:off x="1655154" y="4369518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11" name="Shape 15">
            <a:extLst>
              <a:ext uri="{FF2B5EF4-FFF2-40B4-BE49-F238E27FC236}">
                <a16:creationId xmlns:a16="http://schemas.microsoft.com/office/drawing/2014/main" id="{34B07DE4-9A6B-B5DE-0B50-5049460B5447}"/>
              </a:ext>
            </a:extLst>
          </p:cNvPr>
          <p:cNvSpPr/>
          <p:nvPr/>
        </p:nvSpPr>
        <p:spPr>
          <a:xfrm>
            <a:off x="1829423" y="4369518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12" name="Shape 4">
            <a:extLst>
              <a:ext uri="{FF2B5EF4-FFF2-40B4-BE49-F238E27FC236}">
                <a16:creationId xmlns:a16="http://schemas.microsoft.com/office/drawing/2014/main" id="{1CBF8FD5-88FF-5261-0300-099E15A72354}"/>
              </a:ext>
            </a:extLst>
          </p:cNvPr>
          <p:cNvSpPr/>
          <p:nvPr/>
        </p:nvSpPr>
        <p:spPr>
          <a:xfrm>
            <a:off x="2603500" y="3442722"/>
            <a:ext cx="2105660" cy="1095027"/>
          </a:xfrm>
          <a:prstGeom prst="rect">
            <a:avLst/>
          </a:prstGeom>
          <a:solidFill>
            <a:srgbClr val="E8CFC4"/>
          </a:solidFill>
          <a:ln w="635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13" name="Shape 5">
            <a:extLst>
              <a:ext uri="{FF2B5EF4-FFF2-40B4-BE49-F238E27FC236}">
                <a16:creationId xmlns:a16="http://schemas.microsoft.com/office/drawing/2014/main" id="{0C0AA393-5F99-1A03-216B-9BDBB1149B90}"/>
              </a:ext>
            </a:extLst>
          </p:cNvPr>
          <p:cNvSpPr/>
          <p:nvPr/>
        </p:nvSpPr>
        <p:spPr>
          <a:xfrm>
            <a:off x="2696034" y="3539237"/>
            <a:ext cx="588416" cy="619849"/>
          </a:xfrm>
          <a:prstGeom prst="roundRect">
            <a:avLst>
              <a:gd name="adj" fmla="val 21429"/>
            </a:avLst>
          </a:prstGeom>
          <a:solidFill>
            <a:srgbClr val="8E3B2A"/>
          </a:solidFill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14" name="Text 6">
            <a:extLst>
              <a:ext uri="{FF2B5EF4-FFF2-40B4-BE49-F238E27FC236}">
                <a16:creationId xmlns:a16="http://schemas.microsoft.com/office/drawing/2014/main" id="{24E7FF25-888A-BCE9-EA59-95D2DA189946}"/>
              </a:ext>
            </a:extLst>
          </p:cNvPr>
          <p:cNvSpPr/>
          <p:nvPr/>
        </p:nvSpPr>
        <p:spPr>
          <a:xfrm>
            <a:off x="2740790" y="3597593"/>
            <a:ext cx="52806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5" dirty="0">
                <a:solidFill>
                  <a:srgbClr val="E8C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155" dirty="0"/>
          </a:p>
        </p:txBody>
      </p:sp>
      <p:sp>
        <p:nvSpPr>
          <p:cNvPr id="115" name="Text 7">
            <a:extLst>
              <a:ext uri="{FF2B5EF4-FFF2-40B4-BE49-F238E27FC236}">
                <a16:creationId xmlns:a16="http://schemas.microsoft.com/office/drawing/2014/main" id="{78BB3D6A-8E57-E51F-888A-C2B706D2F425}"/>
              </a:ext>
            </a:extLst>
          </p:cNvPr>
          <p:cNvSpPr/>
          <p:nvPr/>
        </p:nvSpPr>
        <p:spPr>
          <a:xfrm>
            <a:off x="3301302" y="3509069"/>
            <a:ext cx="1508760" cy="153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APP/PODCAST/</a:t>
            </a:r>
          </a:p>
          <a:p>
            <a:r>
              <a:rPr lang="en-US" sz="7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INTERNETSIDE NAME</a:t>
            </a:r>
            <a:endParaRPr lang="en-US" sz="700" dirty="0"/>
          </a:p>
        </p:txBody>
      </p:sp>
      <p:sp>
        <p:nvSpPr>
          <p:cNvPr id="116" name="Text 8">
            <a:extLst>
              <a:ext uri="{FF2B5EF4-FFF2-40B4-BE49-F238E27FC236}">
                <a16:creationId xmlns:a16="http://schemas.microsoft.com/office/drawing/2014/main" id="{8C20F4DD-4A46-AC51-5B96-CE85F22EF72C}"/>
              </a:ext>
            </a:extLst>
          </p:cNvPr>
          <p:cNvSpPr/>
          <p:nvPr/>
        </p:nvSpPr>
        <p:spPr>
          <a:xfrm>
            <a:off x="3301302" y="3889741"/>
            <a:ext cx="1585660" cy="143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it’s about →</a:t>
            </a:r>
            <a:endParaRPr lang="en-US" sz="900" dirty="0"/>
          </a:p>
        </p:txBody>
      </p:sp>
      <p:sp>
        <p:nvSpPr>
          <p:cNvPr id="117" name="Shape 9">
            <a:extLst>
              <a:ext uri="{FF2B5EF4-FFF2-40B4-BE49-F238E27FC236}">
                <a16:creationId xmlns:a16="http://schemas.microsoft.com/office/drawing/2014/main" id="{8ACD2BBE-4D4E-3E1A-8ADB-6F9DBFAE9C7A}"/>
              </a:ext>
            </a:extLst>
          </p:cNvPr>
          <p:cNvSpPr/>
          <p:nvPr/>
        </p:nvSpPr>
        <p:spPr>
          <a:xfrm>
            <a:off x="3404015" y="4013288"/>
            <a:ext cx="115927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18" name="Shape 10">
            <a:extLst>
              <a:ext uri="{FF2B5EF4-FFF2-40B4-BE49-F238E27FC236}">
                <a16:creationId xmlns:a16="http://schemas.microsoft.com/office/drawing/2014/main" id="{A7CDEE0E-79B5-CA2F-C50E-70FC87517F52}"/>
              </a:ext>
            </a:extLst>
          </p:cNvPr>
          <p:cNvSpPr/>
          <p:nvPr/>
        </p:nvSpPr>
        <p:spPr>
          <a:xfrm>
            <a:off x="3407782" y="4166130"/>
            <a:ext cx="115927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19" name="Shape 11">
            <a:extLst>
              <a:ext uri="{FF2B5EF4-FFF2-40B4-BE49-F238E27FC236}">
                <a16:creationId xmlns:a16="http://schemas.microsoft.com/office/drawing/2014/main" id="{C10568DC-3B9C-FFEB-9CB0-9A74F5BAE8F8}"/>
              </a:ext>
            </a:extLst>
          </p:cNvPr>
          <p:cNvSpPr/>
          <p:nvPr/>
        </p:nvSpPr>
        <p:spPr>
          <a:xfrm>
            <a:off x="3431047" y="4369518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0" name="Shape 12">
            <a:extLst>
              <a:ext uri="{FF2B5EF4-FFF2-40B4-BE49-F238E27FC236}">
                <a16:creationId xmlns:a16="http://schemas.microsoft.com/office/drawing/2014/main" id="{2C30DA62-4477-5917-9DCE-FE0907A7BCC0}"/>
              </a:ext>
            </a:extLst>
          </p:cNvPr>
          <p:cNvSpPr/>
          <p:nvPr/>
        </p:nvSpPr>
        <p:spPr>
          <a:xfrm>
            <a:off x="3590077" y="4369518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1" name="Shape 13">
            <a:extLst>
              <a:ext uri="{FF2B5EF4-FFF2-40B4-BE49-F238E27FC236}">
                <a16:creationId xmlns:a16="http://schemas.microsoft.com/office/drawing/2014/main" id="{4670BD30-C37F-9304-71D5-5D508977EE7C}"/>
              </a:ext>
            </a:extLst>
          </p:cNvPr>
          <p:cNvSpPr/>
          <p:nvPr/>
        </p:nvSpPr>
        <p:spPr>
          <a:xfrm>
            <a:off x="3764346" y="4369518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2" name="Shape 14">
            <a:extLst>
              <a:ext uri="{FF2B5EF4-FFF2-40B4-BE49-F238E27FC236}">
                <a16:creationId xmlns:a16="http://schemas.microsoft.com/office/drawing/2014/main" id="{C408CD0E-A93C-3FA4-00E5-5E7342F77C89}"/>
              </a:ext>
            </a:extLst>
          </p:cNvPr>
          <p:cNvSpPr/>
          <p:nvPr/>
        </p:nvSpPr>
        <p:spPr>
          <a:xfrm>
            <a:off x="3938616" y="4369518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3" name="Shape 15">
            <a:extLst>
              <a:ext uri="{FF2B5EF4-FFF2-40B4-BE49-F238E27FC236}">
                <a16:creationId xmlns:a16="http://schemas.microsoft.com/office/drawing/2014/main" id="{ADA7D450-33F7-3C8D-D4B2-246A8B8E6F8F}"/>
              </a:ext>
            </a:extLst>
          </p:cNvPr>
          <p:cNvSpPr/>
          <p:nvPr/>
        </p:nvSpPr>
        <p:spPr>
          <a:xfrm>
            <a:off x="4112885" y="4369518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4" name="Shape 4">
            <a:extLst>
              <a:ext uri="{FF2B5EF4-FFF2-40B4-BE49-F238E27FC236}">
                <a16:creationId xmlns:a16="http://schemas.microsoft.com/office/drawing/2014/main" id="{CD4F12FB-D2C9-2B26-7D52-8A8EC266DFDC}"/>
              </a:ext>
            </a:extLst>
          </p:cNvPr>
          <p:cNvSpPr/>
          <p:nvPr/>
        </p:nvSpPr>
        <p:spPr>
          <a:xfrm>
            <a:off x="320038" y="5126091"/>
            <a:ext cx="2105660" cy="1095027"/>
          </a:xfrm>
          <a:prstGeom prst="rect">
            <a:avLst/>
          </a:prstGeom>
          <a:solidFill>
            <a:srgbClr val="E8CFC4"/>
          </a:solidFill>
          <a:ln w="635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25" name="Shape 5">
            <a:extLst>
              <a:ext uri="{FF2B5EF4-FFF2-40B4-BE49-F238E27FC236}">
                <a16:creationId xmlns:a16="http://schemas.microsoft.com/office/drawing/2014/main" id="{459068B0-FBCD-A034-A670-72A4A08EE3D9}"/>
              </a:ext>
            </a:extLst>
          </p:cNvPr>
          <p:cNvSpPr/>
          <p:nvPr/>
        </p:nvSpPr>
        <p:spPr>
          <a:xfrm>
            <a:off x="412572" y="5222606"/>
            <a:ext cx="588416" cy="619849"/>
          </a:xfrm>
          <a:prstGeom prst="roundRect">
            <a:avLst>
              <a:gd name="adj" fmla="val 21429"/>
            </a:avLst>
          </a:prstGeom>
          <a:solidFill>
            <a:srgbClr val="8E3B2A"/>
          </a:solidFill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26" name="Text 6">
            <a:extLst>
              <a:ext uri="{FF2B5EF4-FFF2-40B4-BE49-F238E27FC236}">
                <a16:creationId xmlns:a16="http://schemas.microsoft.com/office/drawing/2014/main" id="{D0A33B8D-5512-FB4C-F2D3-A79F3C52D411}"/>
              </a:ext>
            </a:extLst>
          </p:cNvPr>
          <p:cNvSpPr/>
          <p:nvPr/>
        </p:nvSpPr>
        <p:spPr>
          <a:xfrm>
            <a:off x="457328" y="5280962"/>
            <a:ext cx="52806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5" dirty="0">
                <a:solidFill>
                  <a:srgbClr val="E8C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155" dirty="0"/>
          </a:p>
        </p:txBody>
      </p:sp>
      <p:sp>
        <p:nvSpPr>
          <p:cNvPr id="127" name="Text 7">
            <a:extLst>
              <a:ext uri="{FF2B5EF4-FFF2-40B4-BE49-F238E27FC236}">
                <a16:creationId xmlns:a16="http://schemas.microsoft.com/office/drawing/2014/main" id="{621F9D32-AD0B-8C39-69AE-3F950CC15A7E}"/>
              </a:ext>
            </a:extLst>
          </p:cNvPr>
          <p:cNvSpPr/>
          <p:nvPr/>
        </p:nvSpPr>
        <p:spPr>
          <a:xfrm>
            <a:off x="1017840" y="5192438"/>
            <a:ext cx="1508760" cy="153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APP/PODCAST/</a:t>
            </a:r>
          </a:p>
          <a:p>
            <a:r>
              <a:rPr lang="en-US" sz="7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INTERNETSIDE NAME</a:t>
            </a:r>
            <a:endParaRPr lang="en-US" sz="700" dirty="0"/>
          </a:p>
        </p:txBody>
      </p:sp>
      <p:sp>
        <p:nvSpPr>
          <p:cNvPr id="128" name="Text 8">
            <a:extLst>
              <a:ext uri="{FF2B5EF4-FFF2-40B4-BE49-F238E27FC236}">
                <a16:creationId xmlns:a16="http://schemas.microsoft.com/office/drawing/2014/main" id="{2A38DC99-E099-F350-07BA-A1A132915150}"/>
              </a:ext>
            </a:extLst>
          </p:cNvPr>
          <p:cNvSpPr/>
          <p:nvPr/>
        </p:nvSpPr>
        <p:spPr>
          <a:xfrm>
            <a:off x="1017840" y="5573110"/>
            <a:ext cx="1585660" cy="143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it’s about →</a:t>
            </a:r>
            <a:endParaRPr lang="en-US" sz="900" dirty="0"/>
          </a:p>
        </p:txBody>
      </p:sp>
      <p:sp>
        <p:nvSpPr>
          <p:cNvPr id="129" name="Shape 9">
            <a:extLst>
              <a:ext uri="{FF2B5EF4-FFF2-40B4-BE49-F238E27FC236}">
                <a16:creationId xmlns:a16="http://schemas.microsoft.com/office/drawing/2014/main" id="{2F7E0686-F948-88B3-939F-7FE772E3CDCB}"/>
              </a:ext>
            </a:extLst>
          </p:cNvPr>
          <p:cNvSpPr/>
          <p:nvPr/>
        </p:nvSpPr>
        <p:spPr>
          <a:xfrm>
            <a:off x="1120553" y="5696657"/>
            <a:ext cx="115927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30" name="Shape 10">
            <a:extLst>
              <a:ext uri="{FF2B5EF4-FFF2-40B4-BE49-F238E27FC236}">
                <a16:creationId xmlns:a16="http://schemas.microsoft.com/office/drawing/2014/main" id="{7C641EFA-8113-F869-5A81-F80AD19C4151}"/>
              </a:ext>
            </a:extLst>
          </p:cNvPr>
          <p:cNvSpPr/>
          <p:nvPr/>
        </p:nvSpPr>
        <p:spPr>
          <a:xfrm>
            <a:off x="1124320" y="5849499"/>
            <a:ext cx="115927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31" name="Shape 11">
            <a:extLst>
              <a:ext uri="{FF2B5EF4-FFF2-40B4-BE49-F238E27FC236}">
                <a16:creationId xmlns:a16="http://schemas.microsoft.com/office/drawing/2014/main" id="{FD2EE183-375E-53DA-3E3A-CCE4418137DD}"/>
              </a:ext>
            </a:extLst>
          </p:cNvPr>
          <p:cNvSpPr/>
          <p:nvPr/>
        </p:nvSpPr>
        <p:spPr>
          <a:xfrm>
            <a:off x="1147585" y="6052887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32" name="Shape 12">
            <a:extLst>
              <a:ext uri="{FF2B5EF4-FFF2-40B4-BE49-F238E27FC236}">
                <a16:creationId xmlns:a16="http://schemas.microsoft.com/office/drawing/2014/main" id="{BF2DAAD7-CB59-14E8-8083-D064A36E3F33}"/>
              </a:ext>
            </a:extLst>
          </p:cNvPr>
          <p:cNvSpPr/>
          <p:nvPr/>
        </p:nvSpPr>
        <p:spPr>
          <a:xfrm>
            <a:off x="1306615" y="6052887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33" name="Shape 13">
            <a:extLst>
              <a:ext uri="{FF2B5EF4-FFF2-40B4-BE49-F238E27FC236}">
                <a16:creationId xmlns:a16="http://schemas.microsoft.com/office/drawing/2014/main" id="{FFF31172-D1D4-9907-7656-C20CFEE5E063}"/>
              </a:ext>
            </a:extLst>
          </p:cNvPr>
          <p:cNvSpPr/>
          <p:nvPr/>
        </p:nvSpPr>
        <p:spPr>
          <a:xfrm>
            <a:off x="1480884" y="6052887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34" name="Shape 14">
            <a:extLst>
              <a:ext uri="{FF2B5EF4-FFF2-40B4-BE49-F238E27FC236}">
                <a16:creationId xmlns:a16="http://schemas.microsoft.com/office/drawing/2014/main" id="{8BD3E957-0C31-4630-8158-98723755D6B4}"/>
              </a:ext>
            </a:extLst>
          </p:cNvPr>
          <p:cNvSpPr/>
          <p:nvPr/>
        </p:nvSpPr>
        <p:spPr>
          <a:xfrm>
            <a:off x="1655154" y="6052887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35" name="Shape 15">
            <a:extLst>
              <a:ext uri="{FF2B5EF4-FFF2-40B4-BE49-F238E27FC236}">
                <a16:creationId xmlns:a16="http://schemas.microsoft.com/office/drawing/2014/main" id="{CE883F51-4B66-D29B-43B2-FA9D85E890D6}"/>
              </a:ext>
            </a:extLst>
          </p:cNvPr>
          <p:cNvSpPr/>
          <p:nvPr/>
        </p:nvSpPr>
        <p:spPr>
          <a:xfrm>
            <a:off x="1829423" y="6052887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36" name="Shape 4">
            <a:extLst>
              <a:ext uri="{FF2B5EF4-FFF2-40B4-BE49-F238E27FC236}">
                <a16:creationId xmlns:a16="http://schemas.microsoft.com/office/drawing/2014/main" id="{CD94ABA2-89AD-8216-1479-897B2E833209}"/>
              </a:ext>
            </a:extLst>
          </p:cNvPr>
          <p:cNvSpPr/>
          <p:nvPr/>
        </p:nvSpPr>
        <p:spPr>
          <a:xfrm>
            <a:off x="2603500" y="5126091"/>
            <a:ext cx="2105660" cy="1095027"/>
          </a:xfrm>
          <a:prstGeom prst="rect">
            <a:avLst/>
          </a:prstGeom>
          <a:solidFill>
            <a:srgbClr val="E8CFC4"/>
          </a:solidFill>
          <a:ln w="635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37" name="Shape 5">
            <a:extLst>
              <a:ext uri="{FF2B5EF4-FFF2-40B4-BE49-F238E27FC236}">
                <a16:creationId xmlns:a16="http://schemas.microsoft.com/office/drawing/2014/main" id="{0DE29803-0536-3A65-0AEB-4D058A4B1661}"/>
              </a:ext>
            </a:extLst>
          </p:cNvPr>
          <p:cNvSpPr/>
          <p:nvPr/>
        </p:nvSpPr>
        <p:spPr>
          <a:xfrm>
            <a:off x="2696034" y="5222606"/>
            <a:ext cx="588416" cy="619849"/>
          </a:xfrm>
          <a:prstGeom prst="roundRect">
            <a:avLst>
              <a:gd name="adj" fmla="val 21429"/>
            </a:avLst>
          </a:prstGeom>
          <a:solidFill>
            <a:srgbClr val="8E3B2A"/>
          </a:solidFill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138" name="Text 6">
            <a:extLst>
              <a:ext uri="{FF2B5EF4-FFF2-40B4-BE49-F238E27FC236}">
                <a16:creationId xmlns:a16="http://schemas.microsoft.com/office/drawing/2014/main" id="{1ECEB3FC-4BCA-2D4B-430F-B3FC8DD1606A}"/>
              </a:ext>
            </a:extLst>
          </p:cNvPr>
          <p:cNvSpPr/>
          <p:nvPr/>
        </p:nvSpPr>
        <p:spPr>
          <a:xfrm>
            <a:off x="2740790" y="5280962"/>
            <a:ext cx="52806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5" dirty="0">
                <a:solidFill>
                  <a:srgbClr val="E8C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155" dirty="0"/>
          </a:p>
        </p:txBody>
      </p:sp>
      <p:sp>
        <p:nvSpPr>
          <p:cNvPr id="139" name="Text 7">
            <a:extLst>
              <a:ext uri="{FF2B5EF4-FFF2-40B4-BE49-F238E27FC236}">
                <a16:creationId xmlns:a16="http://schemas.microsoft.com/office/drawing/2014/main" id="{92D2CF12-5AA2-3436-C3D6-878A170C1DAF}"/>
              </a:ext>
            </a:extLst>
          </p:cNvPr>
          <p:cNvSpPr/>
          <p:nvPr/>
        </p:nvSpPr>
        <p:spPr>
          <a:xfrm>
            <a:off x="3301302" y="5192438"/>
            <a:ext cx="1508760" cy="153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APP/PODCAST/</a:t>
            </a:r>
          </a:p>
          <a:p>
            <a:r>
              <a:rPr lang="en-US" sz="700" b="1" kern="0" spc="124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INTERNETSIDE NAME</a:t>
            </a:r>
            <a:endParaRPr lang="en-US" sz="700" dirty="0"/>
          </a:p>
        </p:txBody>
      </p:sp>
      <p:sp>
        <p:nvSpPr>
          <p:cNvPr id="140" name="Text 8">
            <a:extLst>
              <a:ext uri="{FF2B5EF4-FFF2-40B4-BE49-F238E27FC236}">
                <a16:creationId xmlns:a16="http://schemas.microsoft.com/office/drawing/2014/main" id="{54F70F54-FA6C-3584-8191-F4311282EB57}"/>
              </a:ext>
            </a:extLst>
          </p:cNvPr>
          <p:cNvSpPr/>
          <p:nvPr/>
        </p:nvSpPr>
        <p:spPr>
          <a:xfrm>
            <a:off x="3301302" y="5573110"/>
            <a:ext cx="1585660" cy="143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it’s about →</a:t>
            </a:r>
            <a:endParaRPr lang="en-US" sz="900" dirty="0"/>
          </a:p>
        </p:txBody>
      </p:sp>
      <p:sp>
        <p:nvSpPr>
          <p:cNvPr id="141" name="Shape 9">
            <a:extLst>
              <a:ext uri="{FF2B5EF4-FFF2-40B4-BE49-F238E27FC236}">
                <a16:creationId xmlns:a16="http://schemas.microsoft.com/office/drawing/2014/main" id="{3D87F096-D080-AC1F-77F2-099412ADF6EF}"/>
              </a:ext>
            </a:extLst>
          </p:cNvPr>
          <p:cNvSpPr/>
          <p:nvPr/>
        </p:nvSpPr>
        <p:spPr>
          <a:xfrm>
            <a:off x="3404015" y="5696657"/>
            <a:ext cx="115927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42" name="Shape 10">
            <a:extLst>
              <a:ext uri="{FF2B5EF4-FFF2-40B4-BE49-F238E27FC236}">
                <a16:creationId xmlns:a16="http://schemas.microsoft.com/office/drawing/2014/main" id="{53509A86-B01E-FF33-0485-4273A8E7A294}"/>
              </a:ext>
            </a:extLst>
          </p:cNvPr>
          <p:cNvSpPr/>
          <p:nvPr/>
        </p:nvSpPr>
        <p:spPr>
          <a:xfrm>
            <a:off x="3407782" y="5849499"/>
            <a:ext cx="1159274" cy="0"/>
          </a:xfrm>
          <a:prstGeom prst="line">
            <a:avLst/>
          </a:prstGeom>
          <a:noFill/>
          <a:ln w="508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43" name="Shape 11">
            <a:extLst>
              <a:ext uri="{FF2B5EF4-FFF2-40B4-BE49-F238E27FC236}">
                <a16:creationId xmlns:a16="http://schemas.microsoft.com/office/drawing/2014/main" id="{160B4A39-239C-96F0-7B14-960BDEE8310D}"/>
              </a:ext>
            </a:extLst>
          </p:cNvPr>
          <p:cNvSpPr/>
          <p:nvPr/>
        </p:nvSpPr>
        <p:spPr>
          <a:xfrm>
            <a:off x="3431047" y="6052887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44" name="Shape 12">
            <a:extLst>
              <a:ext uri="{FF2B5EF4-FFF2-40B4-BE49-F238E27FC236}">
                <a16:creationId xmlns:a16="http://schemas.microsoft.com/office/drawing/2014/main" id="{A7D8147B-D28D-37EF-1D2B-56BCC3B12613}"/>
              </a:ext>
            </a:extLst>
          </p:cNvPr>
          <p:cNvSpPr/>
          <p:nvPr/>
        </p:nvSpPr>
        <p:spPr>
          <a:xfrm>
            <a:off x="3590077" y="6052887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45" name="Shape 13">
            <a:extLst>
              <a:ext uri="{FF2B5EF4-FFF2-40B4-BE49-F238E27FC236}">
                <a16:creationId xmlns:a16="http://schemas.microsoft.com/office/drawing/2014/main" id="{73E66EDC-EF57-63C7-89A9-C2A98BB8A9BF}"/>
              </a:ext>
            </a:extLst>
          </p:cNvPr>
          <p:cNvSpPr/>
          <p:nvPr/>
        </p:nvSpPr>
        <p:spPr>
          <a:xfrm>
            <a:off x="3764346" y="6052887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46" name="Shape 14">
            <a:extLst>
              <a:ext uri="{FF2B5EF4-FFF2-40B4-BE49-F238E27FC236}">
                <a16:creationId xmlns:a16="http://schemas.microsoft.com/office/drawing/2014/main" id="{63FC9618-6816-9CED-A8E2-4A0E2595CCE0}"/>
              </a:ext>
            </a:extLst>
          </p:cNvPr>
          <p:cNvSpPr/>
          <p:nvPr/>
        </p:nvSpPr>
        <p:spPr>
          <a:xfrm>
            <a:off x="3938616" y="6052887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47" name="Shape 15">
            <a:extLst>
              <a:ext uri="{FF2B5EF4-FFF2-40B4-BE49-F238E27FC236}">
                <a16:creationId xmlns:a16="http://schemas.microsoft.com/office/drawing/2014/main" id="{07284181-D2BB-F280-57EA-42A79A9EC50C}"/>
              </a:ext>
            </a:extLst>
          </p:cNvPr>
          <p:cNvSpPr/>
          <p:nvPr/>
        </p:nvSpPr>
        <p:spPr>
          <a:xfrm>
            <a:off x="4112885" y="6052887"/>
            <a:ext cx="124410" cy="82982"/>
          </a:xfrm>
          <a:prstGeom prst="star5">
            <a:avLst/>
          </a:prstGeom>
          <a:solidFill>
            <a:srgbClr val="8E3B2A"/>
          </a:solidFill>
          <a:ln w="12700">
            <a:solidFill>
              <a:srgbClr val="8E3B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20039" y="1679639"/>
            <a:ext cx="4389119" cy="1697355"/>
          </a:xfrm>
          <a:prstGeom prst="rect">
            <a:avLst/>
          </a:prstGeom>
          <a:solidFill>
            <a:srgbClr val="E8CFC4"/>
          </a:solidFill>
          <a:ln w="635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" name="Text 5"/>
          <p:cNvSpPr/>
          <p:nvPr/>
        </p:nvSpPr>
        <p:spPr>
          <a:xfrm>
            <a:off x="395478" y="1736218"/>
            <a:ext cx="135788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206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5478" y="1887094"/>
            <a:ext cx="1357884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sunrise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4338" y="2151127"/>
            <a:ext cx="113157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E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4073" y="2151127"/>
            <a:ext cx="120700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 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4073" y="2283143"/>
            <a:ext cx="4030789" cy="0"/>
          </a:xfrm>
          <a:prstGeom prst="line">
            <a:avLst/>
          </a:prstGeom>
          <a:noFill/>
          <a:ln w="381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2" name="Text 10"/>
          <p:cNvSpPr/>
          <p:nvPr/>
        </p:nvSpPr>
        <p:spPr>
          <a:xfrm>
            <a:off x="414338" y="2396300"/>
            <a:ext cx="113157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E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4073" y="2396300"/>
            <a:ext cx="120700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 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 flipV="1">
            <a:off x="584073" y="2528316"/>
            <a:ext cx="4030789" cy="1"/>
          </a:xfrm>
          <a:prstGeom prst="line">
            <a:avLst/>
          </a:prstGeom>
          <a:noFill/>
          <a:ln w="381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5" name="Text 13"/>
          <p:cNvSpPr/>
          <p:nvPr/>
        </p:nvSpPr>
        <p:spPr>
          <a:xfrm>
            <a:off x="414338" y="2641474"/>
            <a:ext cx="113157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E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4073" y="2641474"/>
            <a:ext cx="120700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 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flipV="1">
            <a:off x="584073" y="2773489"/>
            <a:ext cx="4030789" cy="1"/>
          </a:xfrm>
          <a:prstGeom prst="line">
            <a:avLst/>
          </a:prstGeom>
          <a:noFill/>
          <a:ln w="381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8" name="Text 16"/>
          <p:cNvSpPr/>
          <p:nvPr/>
        </p:nvSpPr>
        <p:spPr>
          <a:xfrm>
            <a:off x="414338" y="2886647"/>
            <a:ext cx="113157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E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4073" y="2886647"/>
            <a:ext cx="120700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 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flipV="1">
            <a:off x="584073" y="2999803"/>
            <a:ext cx="4030789" cy="18861"/>
          </a:xfrm>
          <a:prstGeom prst="line">
            <a:avLst/>
          </a:prstGeom>
          <a:noFill/>
          <a:ln w="381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1" name="Text 19"/>
          <p:cNvSpPr/>
          <p:nvPr/>
        </p:nvSpPr>
        <p:spPr>
          <a:xfrm>
            <a:off x="414338" y="3131821"/>
            <a:ext cx="113157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E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4073" y="3131821"/>
            <a:ext cx="120700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 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flipV="1">
            <a:off x="584073" y="3256060"/>
            <a:ext cx="4030789" cy="7777"/>
          </a:xfrm>
          <a:prstGeom prst="line">
            <a:avLst/>
          </a:prstGeom>
          <a:noFill/>
          <a:ln w="381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63" name="Text 3">
            <a:extLst>
              <a:ext uri="{FF2B5EF4-FFF2-40B4-BE49-F238E27FC236}">
                <a16:creationId xmlns:a16="http://schemas.microsoft.com/office/drawing/2014/main" id="{AA810CD7-B68E-997D-CE0C-DEF8D440933C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41</a:t>
            </a:r>
            <a:endParaRPr lang="en-US" sz="800" dirty="0"/>
          </a:p>
        </p:txBody>
      </p:sp>
      <p:sp>
        <p:nvSpPr>
          <p:cNvPr id="64" name="Text 4">
            <a:extLst>
              <a:ext uri="{FF2B5EF4-FFF2-40B4-BE49-F238E27FC236}">
                <a16:creationId xmlns:a16="http://schemas.microsoft.com/office/drawing/2014/main" id="{CADE6ACE-28A4-062F-1736-2B07BA0E5FD6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65" name="Shape 0">
            <a:extLst>
              <a:ext uri="{FF2B5EF4-FFF2-40B4-BE49-F238E27FC236}">
                <a16:creationId xmlns:a16="http://schemas.microsoft.com/office/drawing/2014/main" id="{2B869FF3-6229-43DA-D362-8FB6E17624CD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6" name="Text 1">
            <a:extLst>
              <a:ext uri="{FF2B5EF4-FFF2-40B4-BE49-F238E27FC236}">
                <a16:creationId xmlns:a16="http://schemas.microsoft.com/office/drawing/2014/main" id="{4DC320FF-39FD-B304-F887-D97A659D77D6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A9A653DC-D7F1-8AA9-049F-041D9A575473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FAVOURITES</a:t>
            </a:r>
            <a:endParaRPr lang="en-US" sz="700" dirty="0"/>
          </a:p>
        </p:txBody>
      </p:sp>
      <p:sp>
        <p:nvSpPr>
          <p:cNvPr id="68" name="Text 5">
            <a:extLst>
              <a:ext uri="{FF2B5EF4-FFF2-40B4-BE49-F238E27FC236}">
                <a16:creationId xmlns:a16="http://schemas.microsoft.com/office/drawing/2014/main" id="{F63728FE-D020-808B-F624-2CDAFC368A79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</a:rPr>
              <a:t>MY ROUTINES</a:t>
            </a:r>
            <a:endParaRPr lang="en-US" sz="800" dirty="0"/>
          </a:p>
        </p:txBody>
      </p:sp>
      <p:sp>
        <p:nvSpPr>
          <p:cNvPr id="69" name="Text 6">
            <a:extLst>
              <a:ext uri="{FF2B5EF4-FFF2-40B4-BE49-F238E27FC236}">
                <a16:creationId xmlns:a16="http://schemas.microsoft.com/office/drawing/2014/main" id="{B8D198D4-C215-81FC-9DD1-6A783AAA4E89}"/>
              </a:ext>
            </a:extLst>
          </p:cNvPr>
          <p:cNvSpPr/>
          <p:nvPr/>
        </p:nvSpPr>
        <p:spPr>
          <a:xfrm>
            <a:off x="297180" y="933036"/>
            <a:ext cx="4389120" cy="785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Rituals.</a:t>
            </a:r>
            <a:endParaRPr lang="en-US" sz="2800" dirty="0"/>
          </a:p>
        </p:txBody>
      </p:sp>
      <p:sp>
        <p:nvSpPr>
          <p:cNvPr id="70" name="Shape 4">
            <a:extLst>
              <a:ext uri="{FF2B5EF4-FFF2-40B4-BE49-F238E27FC236}">
                <a16:creationId xmlns:a16="http://schemas.microsoft.com/office/drawing/2014/main" id="{4EECD87A-84A6-8AB7-3267-80C852791A23}"/>
              </a:ext>
            </a:extLst>
          </p:cNvPr>
          <p:cNvSpPr/>
          <p:nvPr/>
        </p:nvSpPr>
        <p:spPr>
          <a:xfrm>
            <a:off x="320040" y="3520093"/>
            <a:ext cx="4389119" cy="1697355"/>
          </a:xfrm>
          <a:prstGeom prst="rect">
            <a:avLst/>
          </a:prstGeom>
          <a:solidFill>
            <a:srgbClr val="E8CFC4"/>
          </a:solidFill>
          <a:ln w="635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1" name="Text 5">
            <a:extLst>
              <a:ext uri="{FF2B5EF4-FFF2-40B4-BE49-F238E27FC236}">
                <a16:creationId xmlns:a16="http://schemas.microsoft.com/office/drawing/2014/main" id="{A8440B34-4813-5213-4CEE-039080291057}"/>
              </a:ext>
            </a:extLst>
          </p:cNvPr>
          <p:cNvSpPr/>
          <p:nvPr/>
        </p:nvSpPr>
        <p:spPr>
          <a:xfrm>
            <a:off x="395479" y="3576672"/>
            <a:ext cx="135788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kern="0" spc="206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AFTERNOON</a:t>
            </a:r>
            <a:endParaRPr lang="en-US" sz="900" dirty="0"/>
          </a:p>
        </p:txBody>
      </p:sp>
      <p:sp>
        <p:nvSpPr>
          <p:cNvPr id="72" name="Text 6">
            <a:extLst>
              <a:ext uri="{FF2B5EF4-FFF2-40B4-BE49-F238E27FC236}">
                <a16:creationId xmlns:a16="http://schemas.microsoft.com/office/drawing/2014/main" id="{CDBF4594-F838-C8B1-BA7A-0B101E0DA657}"/>
              </a:ext>
            </a:extLst>
          </p:cNvPr>
          <p:cNvSpPr/>
          <p:nvPr/>
        </p:nvSpPr>
        <p:spPr>
          <a:xfrm>
            <a:off x="395479" y="3727548"/>
            <a:ext cx="1357884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sunrise</a:t>
            </a:r>
            <a:endParaRPr lang="en-US" sz="900" dirty="0"/>
          </a:p>
        </p:txBody>
      </p:sp>
      <p:sp>
        <p:nvSpPr>
          <p:cNvPr id="73" name="Text 7">
            <a:extLst>
              <a:ext uri="{FF2B5EF4-FFF2-40B4-BE49-F238E27FC236}">
                <a16:creationId xmlns:a16="http://schemas.microsoft.com/office/drawing/2014/main" id="{E1D8EA88-11E8-4B6A-1452-5E0960266925}"/>
              </a:ext>
            </a:extLst>
          </p:cNvPr>
          <p:cNvSpPr/>
          <p:nvPr/>
        </p:nvSpPr>
        <p:spPr>
          <a:xfrm>
            <a:off x="414339" y="3991581"/>
            <a:ext cx="113157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E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900" dirty="0"/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0F4302D1-FADD-3CDD-CBDF-524A29C25506}"/>
              </a:ext>
            </a:extLst>
          </p:cNvPr>
          <p:cNvSpPr/>
          <p:nvPr/>
        </p:nvSpPr>
        <p:spPr>
          <a:xfrm>
            <a:off x="584074" y="3991581"/>
            <a:ext cx="120700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 →</a:t>
            </a:r>
            <a:endParaRPr lang="en-US" sz="900" dirty="0"/>
          </a:p>
        </p:txBody>
      </p:sp>
      <p:sp>
        <p:nvSpPr>
          <p:cNvPr id="75" name="Shape 9">
            <a:extLst>
              <a:ext uri="{FF2B5EF4-FFF2-40B4-BE49-F238E27FC236}">
                <a16:creationId xmlns:a16="http://schemas.microsoft.com/office/drawing/2014/main" id="{B2F60674-3A7C-21D6-6309-D201966DD99D}"/>
              </a:ext>
            </a:extLst>
          </p:cNvPr>
          <p:cNvSpPr/>
          <p:nvPr/>
        </p:nvSpPr>
        <p:spPr>
          <a:xfrm>
            <a:off x="584074" y="4123597"/>
            <a:ext cx="4030789" cy="0"/>
          </a:xfrm>
          <a:prstGeom prst="line">
            <a:avLst/>
          </a:prstGeom>
          <a:noFill/>
          <a:ln w="381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6" name="Text 10">
            <a:extLst>
              <a:ext uri="{FF2B5EF4-FFF2-40B4-BE49-F238E27FC236}">
                <a16:creationId xmlns:a16="http://schemas.microsoft.com/office/drawing/2014/main" id="{814B1FBA-315C-6F85-F012-37B7F696C06C}"/>
              </a:ext>
            </a:extLst>
          </p:cNvPr>
          <p:cNvSpPr/>
          <p:nvPr/>
        </p:nvSpPr>
        <p:spPr>
          <a:xfrm>
            <a:off x="414339" y="4236754"/>
            <a:ext cx="113157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E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900" dirty="0"/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5C97EAE4-3DDF-2D82-DD85-EAC4EB021618}"/>
              </a:ext>
            </a:extLst>
          </p:cNvPr>
          <p:cNvSpPr/>
          <p:nvPr/>
        </p:nvSpPr>
        <p:spPr>
          <a:xfrm>
            <a:off x="584074" y="4236754"/>
            <a:ext cx="120700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 →</a:t>
            </a:r>
            <a:endParaRPr lang="en-US" sz="900" dirty="0"/>
          </a:p>
        </p:txBody>
      </p:sp>
      <p:sp>
        <p:nvSpPr>
          <p:cNvPr id="78" name="Shape 12">
            <a:extLst>
              <a:ext uri="{FF2B5EF4-FFF2-40B4-BE49-F238E27FC236}">
                <a16:creationId xmlns:a16="http://schemas.microsoft.com/office/drawing/2014/main" id="{A1166FF4-D170-7CE3-58E5-02FAD2B2B93F}"/>
              </a:ext>
            </a:extLst>
          </p:cNvPr>
          <p:cNvSpPr/>
          <p:nvPr/>
        </p:nvSpPr>
        <p:spPr>
          <a:xfrm flipV="1">
            <a:off x="584074" y="4368770"/>
            <a:ext cx="4030789" cy="1"/>
          </a:xfrm>
          <a:prstGeom prst="line">
            <a:avLst/>
          </a:prstGeom>
          <a:noFill/>
          <a:ln w="381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9" name="Text 13">
            <a:extLst>
              <a:ext uri="{FF2B5EF4-FFF2-40B4-BE49-F238E27FC236}">
                <a16:creationId xmlns:a16="http://schemas.microsoft.com/office/drawing/2014/main" id="{A48FC5A2-D01D-A8D5-87EB-B41A0C102DA6}"/>
              </a:ext>
            </a:extLst>
          </p:cNvPr>
          <p:cNvSpPr/>
          <p:nvPr/>
        </p:nvSpPr>
        <p:spPr>
          <a:xfrm>
            <a:off x="414339" y="4481928"/>
            <a:ext cx="113157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E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900" dirty="0"/>
          </a:p>
        </p:txBody>
      </p:sp>
      <p:sp>
        <p:nvSpPr>
          <p:cNvPr id="80" name="Text 14">
            <a:extLst>
              <a:ext uri="{FF2B5EF4-FFF2-40B4-BE49-F238E27FC236}">
                <a16:creationId xmlns:a16="http://schemas.microsoft.com/office/drawing/2014/main" id="{B19D62D6-FAD0-13A8-56C0-9E08C8D86A93}"/>
              </a:ext>
            </a:extLst>
          </p:cNvPr>
          <p:cNvSpPr/>
          <p:nvPr/>
        </p:nvSpPr>
        <p:spPr>
          <a:xfrm>
            <a:off x="584074" y="4481928"/>
            <a:ext cx="120700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 →</a:t>
            </a:r>
            <a:endParaRPr lang="en-US" sz="900" dirty="0"/>
          </a:p>
        </p:txBody>
      </p:sp>
      <p:sp>
        <p:nvSpPr>
          <p:cNvPr id="81" name="Shape 15">
            <a:extLst>
              <a:ext uri="{FF2B5EF4-FFF2-40B4-BE49-F238E27FC236}">
                <a16:creationId xmlns:a16="http://schemas.microsoft.com/office/drawing/2014/main" id="{0AF8F662-18E8-F4C2-E74A-0080BDACF000}"/>
              </a:ext>
            </a:extLst>
          </p:cNvPr>
          <p:cNvSpPr/>
          <p:nvPr/>
        </p:nvSpPr>
        <p:spPr>
          <a:xfrm flipV="1">
            <a:off x="584074" y="4613943"/>
            <a:ext cx="4030789" cy="1"/>
          </a:xfrm>
          <a:prstGeom prst="line">
            <a:avLst/>
          </a:prstGeom>
          <a:noFill/>
          <a:ln w="381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2" name="Text 16">
            <a:extLst>
              <a:ext uri="{FF2B5EF4-FFF2-40B4-BE49-F238E27FC236}">
                <a16:creationId xmlns:a16="http://schemas.microsoft.com/office/drawing/2014/main" id="{5B408B94-E643-84A0-5776-C40D0B7C4524}"/>
              </a:ext>
            </a:extLst>
          </p:cNvPr>
          <p:cNvSpPr/>
          <p:nvPr/>
        </p:nvSpPr>
        <p:spPr>
          <a:xfrm>
            <a:off x="414339" y="4727101"/>
            <a:ext cx="113157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E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900" dirty="0"/>
          </a:p>
        </p:txBody>
      </p:sp>
      <p:sp>
        <p:nvSpPr>
          <p:cNvPr id="83" name="Text 17">
            <a:extLst>
              <a:ext uri="{FF2B5EF4-FFF2-40B4-BE49-F238E27FC236}">
                <a16:creationId xmlns:a16="http://schemas.microsoft.com/office/drawing/2014/main" id="{2CBEBC6C-98D3-8ED2-8B18-5BA11BD42335}"/>
              </a:ext>
            </a:extLst>
          </p:cNvPr>
          <p:cNvSpPr/>
          <p:nvPr/>
        </p:nvSpPr>
        <p:spPr>
          <a:xfrm>
            <a:off x="584074" y="4727101"/>
            <a:ext cx="120700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 →</a:t>
            </a:r>
            <a:endParaRPr lang="en-US" sz="900" dirty="0"/>
          </a:p>
        </p:txBody>
      </p:sp>
      <p:sp>
        <p:nvSpPr>
          <p:cNvPr id="84" name="Shape 18">
            <a:extLst>
              <a:ext uri="{FF2B5EF4-FFF2-40B4-BE49-F238E27FC236}">
                <a16:creationId xmlns:a16="http://schemas.microsoft.com/office/drawing/2014/main" id="{FC4C46D6-B0C9-A419-2F0B-B55D02E199CD}"/>
              </a:ext>
            </a:extLst>
          </p:cNvPr>
          <p:cNvSpPr/>
          <p:nvPr/>
        </p:nvSpPr>
        <p:spPr>
          <a:xfrm flipV="1">
            <a:off x="584074" y="4840257"/>
            <a:ext cx="4030789" cy="18861"/>
          </a:xfrm>
          <a:prstGeom prst="line">
            <a:avLst/>
          </a:prstGeom>
          <a:noFill/>
          <a:ln w="381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5" name="Text 19">
            <a:extLst>
              <a:ext uri="{FF2B5EF4-FFF2-40B4-BE49-F238E27FC236}">
                <a16:creationId xmlns:a16="http://schemas.microsoft.com/office/drawing/2014/main" id="{09CFE538-1DA3-8D00-0C11-60EA426E3B4E}"/>
              </a:ext>
            </a:extLst>
          </p:cNvPr>
          <p:cNvSpPr/>
          <p:nvPr/>
        </p:nvSpPr>
        <p:spPr>
          <a:xfrm>
            <a:off x="414339" y="4972275"/>
            <a:ext cx="113157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E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900" dirty="0"/>
          </a:p>
        </p:txBody>
      </p:sp>
      <p:sp>
        <p:nvSpPr>
          <p:cNvPr id="86" name="Text 20">
            <a:extLst>
              <a:ext uri="{FF2B5EF4-FFF2-40B4-BE49-F238E27FC236}">
                <a16:creationId xmlns:a16="http://schemas.microsoft.com/office/drawing/2014/main" id="{2404A2B4-5E01-0F7D-50BC-19E92DD481D4}"/>
              </a:ext>
            </a:extLst>
          </p:cNvPr>
          <p:cNvSpPr/>
          <p:nvPr/>
        </p:nvSpPr>
        <p:spPr>
          <a:xfrm>
            <a:off x="584074" y="4972275"/>
            <a:ext cx="120700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 →</a:t>
            </a:r>
            <a:endParaRPr lang="en-US" sz="900" dirty="0"/>
          </a:p>
        </p:txBody>
      </p:sp>
      <p:sp>
        <p:nvSpPr>
          <p:cNvPr id="87" name="Shape 21">
            <a:extLst>
              <a:ext uri="{FF2B5EF4-FFF2-40B4-BE49-F238E27FC236}">
                <a16:creationId xmlns:a16="http://schemas.microsoft.com/office/drawing/2014/main" id="{697C4485-A278-3EC0-DA1B-CDBC10D67FC4}"/>
              </a:ext>
            </a:extLst>
          </p:cNvPr>
          <p:cNvSpPr/>
          <p:nvPr/>
        </p:nvSpPr>
        <p:spPr>
          <a:xfrm flipV="1">
            <a:off x="584074" y="5096514"/>
            <a:ext cx="4030789" cy="7777"/>
          </a:xfrm>
          <a:prstGeom prst="line">
            <a:avLst/>
          </a:prstGeom>
          <a:noFill/>
          <a:ln w="381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8" name="Shape 4">
            <a:extLst>
              <a:ext uri="{FF2B5EF4-FFF2-40B4-BE49-F238E27FC236}">
                <a16:creationId xmlns:a16="http://schemas.microsoft.com/office/drawing/2014/main" id="{AB6404D5-240C-7759-08D7-97D3C6165719}"/>
              </a:ext>
            </a:extLst>
          </p:cNvPr>
          <p:cNvSpPr/>
          <p:nvPr/>
        </p:nvSpPr>
        <p:spPr>
          <a:xfrm>
            <a:off x="320040" y="5384671"/>
            <a:ext cx="4389119" cy="1697355"/>
          </a:xfrm>
          <a:prstGeom prst="rect">
            <a:avLst/>
          </a:prstGeom>
          <a:solidFill>
            <a:srgbClr val="E8CFC4"/>
          </a:solidFill>
          <a:ln w="635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89" name="Text 5">
            <a:extLst>
              <a:ext uri="{FF2B5EF4-FFF2-40B4-BE49-F238E27FC236}">
                <a16:creationId xmlns:a16="http://schemas.microsoft.com/office/drawing/2014/main" id="{382B22D9-219C-04CF-B75C-272C121277A8}"/>
              </a:ext>
            </a:extLst>
          </p:cNvPr>
          <p:cNvSpPr/>
          <p:nvPr/>
        </p:nvSpPr>
        <p:spPr>
          <a:xfrm>
            <a:off x="395479" y="5441250"/>
            <a:ext cx="1357884" cy="150876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wrap="square" rtlCol="0" anchor="ctr"/>
          <a:lstStyle/>
          <a:p>
            <a:r>
              <a:rPr lang="en-US" sz="900" b="1" kern="0" spc="206" dirty="0">
                <a:solidFill>
                  <a:srgbClr val="8E3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NIGHT</a:t>
            </a:r>
            <a:endParaRPr lang="en-US" sz="900" dirty="0"/>
          </a:p>
        </p:txBody>
      </p:sp>
      <p:sp>
        <p:nvSpPr>
          <p:cNvPr id="90" name="Text 6">
            <a:extLst>
              <a:ext uri="{FF2B5EF4-FFF2-40B4-BE49-F238E27FC236}">
                <a16:creationId xmlns:a16="http://schemas.microsoft.com/office/drawing/2014/main" id="{E6D8AC3B-7785-1AE3-D117-16FACDAAFBE8}"/>
              </a:ext>
            </a:extLst>
          </p:cNvPr>
          <p:cNvSpPr/>
          <p:nvPr/>
        </p:nvSpPr>
        <p:spPr>
          <a:xfrm>
            <a:off x="395479" y="5592126"/>
            <a:ext cx="1357884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sunrise</a:t>
            </a:r>
            <a:endParaRPr lang="en-US" sz="900" dirty="0"/>
          </a:p>
        </p:txBody>
      </p:sp>
      <p:sp>
        <p:nvSpPr>
          <p:cNvPr id="91" name="Text 7">
            <a:extLst>
              <a:ext uri="{FF2B5EF4-FFF2-40B4-BE49-F238E27FC236}">
                <a16:creationId xmlns:a16="http://schemas.microsoft.com/office/drawing/2014/main" id="{3E5852C5-6F87-471B-4EEB-3442D3987E7F}"/>
              </a:ext>
            </a:extLst>
          </p:cNvPr>
          <p:cNvSpPr/>
          <p:nvPr/>
        </p:nvSpPr>
        <p:spPr>
          <a:xfrm>
            <a:off x="414339" y="5856159"/>
            <a:ext cx="113157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E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900" dirty="0"/>
          </a:p>
        </p:txBody>
      </p:sp>
      <p:sp>
        <p:nvSpPr>
          <p:cNvPr id="92" name="Text 8">
            <a:extLst>
              <a:ext uri="{FF2B5EF4-FFF2-40B4-BE49-F238E27FC236}">
                <a16:creationId xmlns:a16="http://schemas.microsoft.com/office/drawing/2014/main" id="{71656DF7-3C89-0545-02B9-4354EB3C214E}"/>
              </a:ext>
            </a:extLst>
          </p:cNvPr>
          <p:cNvSpPr/>
          <p:nvPr/>
        </p:nvSpPr>
        <p:spPr>
          <a:xfrm>
            <a:off x="584074" y="5856159"/>
            <a:ext cx="120700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 →</a:t>
            </a:r>
            <a:endParaRPr lang="en-US" sz="900" dirty="0"/>
          </a:p>
        </p:txBody>
      </p:sp>
      <p:sp>
        <p:nvSpPr>
          <p:cNvPr id="93" name="Shape 9">
            <a:extLst>
              <a:ext uri="{FF2B5EF4-FFF2-40B4-BE49-F238E27FC236}">
                <a16:creationId xmlns:a16="http://schemas.microsoft.com/office/drawing/2014/main" id="{432E855E-8E20-5A15-ACFB-55348F3D680E}"/>
              </a:ext>
            </a:extLst>
          </p:cNvPr>
          <p:cNvSpPr/>
          <p:nvPr/>
        </p:nvSpPr>
        <p:spPr>
          <a:xfrm>
            <a:off x="584074" y="5988175"/>
            <a:ext cx="4030789" cy="0"/>
          </a:xfrm>
          <a:prstGeom prst="line">
            <a:avLst/>
          </a:prstGeom>
          <a:noFill/>
          <a:ln w="381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4" name="Text 10">
            <a:extLst>
              <a:ext uri="{FF2B5EF4-FFF2-40B4-BE49-F238E27FC236}">
                <a16:creationId xmlns:a16="http://schemas.microsoft.com/office/drawing/2014/main" id="{3F5D00BA-1C0A-F225-85B2-98146252B288}"/>
              </a:ext>
            </a:extLst>
          </p:cNvPr>
          <p:cNvSpPr/>
          <p:nvPr/>
        </p:nvSpPr>
        <p:spPr>
          <a:xfrm>
            <a:off x="414339" y="6101332"/>
            <a:ext cx="113157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E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900" dirty="0"/>
          </a:p>
        </p:txBody>
      </p:sp>
      <p:sp>
        <p:nvSpPr>
          <p:cNvPr id="95" name="Text 11">
            <a:extLst>
              <a:ext uri="{FF2B5EF4-FFF2-40B4-BE49-F238E27FC236}">
                <a16:creationId xmlns:a16="http://schemas.microsoft.com/office/drawing/2014/main" id="{B97BDF0D-D7A9-D005-3BC2-D7CFC86E7DEF}"/>
              </a:ext>
            </a:extLst>
          </p:cNvPr>
          <p:cNvSpPr/>
          <p:nvPr/>
        </p:nvSpPr>
        <p:spPr>
          <a:xfrm>
            <a:off x="584074" y="6101332"/>
            <a:ext cx="120700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 →</a:t>
            </a:r>
            <a:endParaRPr lang="en-US" sz="90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2C4CBFA2-22E4-22BD-34A5-81661F2DD196}"/>
              </a:ext>
            </a:extLst>
          </p:cNvPr>
          <p:cNvSpPr/>
          <p:nvPr/>
        </p:nvSpPr>
        <p:spPr>
          <a:xfrm flipV="1">
            <a:off x="584074" y="6233348"/>
            <a:ext cx="4030789" cy="1"/>
          </a:xfrm>
          <a:prstGeom prst="line">
            <a:avLst/>
          </a:prstGeom>
          <a:noFill/>
          <a:ln w="381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7" name="Text 13">
            <a:extLst>
              <a:ext uri="{FF2B5EF4-FFF2-40B4-BE49-F238E27FC236}">
                <a16:creationId xmlns:a16="http://schemas.microsoft.com/office/drawing/2014/main" id="{D6710DD2-4831-0CC7-010E-9163C603DAAC}"/>
              </a:ext>
            </a:extLst>
          </p:cNvPr>
          <p:cNvSpPr/>
          <p:nvPr/>
        </p:nvSpPr>
        <p:spPr>
          <a:xfrm>
            <a:off x="414339" y="6346506"/>
            <a:ext cx="113157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E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900" dirty="0"/>
          </a:p>
        </p:txBody>
      </p:sp>
      <p:sp>
        <p:nvSpPr>
          <p:cNvPr id="98" name="Text 14">
            <a:extLst>
              <a:ext uri="{FF2B5EF4-FFF2-40B4-BE49-F238E27FC236}">
                <a16:creationId xmlns:a16="http://schemas.microsoft.com/office/drawing/2014/main" id="{ADFD5AF8-2799-1820-F060-69BDF24A5693}"/>
              </a:ext>
            </a:extLst>
          </p:cNvPr>
          <p:cNvSpPr/>
          <p:nvPr/>
        </p:nvSpPr>
        <p:spPr>
          <a:xfrm>
            <a:off x="584074" y="6346506"/>
            <a:ext cx="120700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 →</a:t>
            </a:r>
            <a:endParaRPr lang="en-US" sz="900" dirty="0"/>
          </a:p>
        </p:txBody>
      </p:sp>
      <p:sp>
        <p:nvSpPr>
          <p:cNvPr id="99" name="Shape 15">
            <a:extLst>
              <a:ext uri="{FF2B5EF4-FFF2-40B4-BE49-F238E27FC236}">
                <a16:creationId xmlns:a16="http://schemas.microsoft.com/office/drawing/2014/main" id="{5325798B-F927-4F57-43AA-177A9A26E604}"/>
              </a:ext>
            </a:extLst>
          </p:cNvPr>
          <p:cNvSpPr/>
          <p:nvPr/>
        </p:nvSpPr>
        <p:spPr>
          <a:xfrm flipV="1">
            <a:off x="584074" y="6478521"/>
            <a:ext cx="4030789" cy="1"/>
          </a:xfrm>
          <a:prstGeom prst="line">
            <a:avLst/>
          </a:prstGeom>
          <a:noFill/>
          <a:ln w="381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00" name="Text 16">
            <a:extLst>
              <a:ext uri="{FF2B5EF4-FFF2-40B4-BE49-F238E27FC236}">
                <a16:creationId xmlns:a16="http://schemas.microsoft.com/office/drawing/2014/main" id="{FE7F7ABE-2902-C883-E5FA-A59CB78993AB}"/>
              </a:ext>
            </a:extLst>
          </p:cNvPr>
          <p:cNvSpPr/>
          <p:nvPr/>
        </p:nvSpPr>
        <p:spPr>
          <a:xfrm>
            <a:off x="414339" y="6591679"/>
            <a:ext cx="113157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E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900" dirty="0"/>
          </a:p>
        </p:txBody>
      </p:sp>
      <p:sp>
        <p:nvSpPr>
          <p:cNvPr id="101" name="Text 17">
            <a:extLst>
              <a:ext uri="{FF2B5EF4-FFF2-40B4-BE49-F238E27FC236}">
                <a16:creationId xmlns:a16="http://schemas.microsoft.com/office/drawing/2014/main" id="{3D3B0604-4D85-354D-3992-FF2F10261E3F}"/>
              </a:ext>
            </a:extLst>
          </p:cNvPr>
          <p:cNvSpPr/>
          <p:nvPr/>
        </p:nvSpPr>
        <p:spPr>
          <a:xfrm>
            <a:off x="584074" y="6591679"/>
            <a:ext cx="120700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 →</a:t>
            </a:r>
            <a:endParaRPr lang="en-US" sz="900" dirty="0"/>
          </a:p>
        </p:txBody>
      </p:sp>
      <p:sp>
        <p:nvSpPr>
          <p:cNvPr id="102" name="Shape 18">
            <a:extLst>
              <a:ext uri="{FF2B5EF4-FFF2-40B4-BE49-F238E27FC236}">
                <a16:creationId xmlns:a16="http://schemas.microsoft.com/office/drawing/2014/main" id="{BF9CAC1E-0B54-6C0E-246F-B502547FFD57}"/>
              </a:ext>
            </a:extLst>
          </p:cNvPr>
          <p:cNvSpPr/>
          <p:nvPr/>
        </p:nvSpPr>
        <p:spPr>
          <a:xfrm flipV="1">
            <a:off x="584074" y="6704835"/>
            <a:ext cx="4030789" cy="18861"/>
          </a:xfrm>
          <a:prstGeom prst="line">
            <a:avLst/>
          </a:prstGeom>
          <a:noFill/>
          <a:ln w="381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03" name="Text 19">
            <a:extLst>
              <a:ext uri="{FF2B5EF4-FFF2-40B4-BE49-F238E27FC236}">
                <a16:creationId xmlns:a16="http://schemas.microsoft.com/office/drawing/2014/main" id="{9FD335E6-3BE0-4EBE-9A6B-AFE6D597CA10}"/>
              </a:ext>
            </a:extLst>
          </p:cNvPr>
          <p:cNvSpPr/>
          <p:nvPr/>
        </p:nvSpPr>
        <p:spPr>
          <a:xfrm>
            <a:off x="414339" y="6836853"/>
            <a:ext cx="113157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E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900" dirty="0"/>
          </a:p>
        </p:txBody>
      </p:sp>
      <p:sp>
        <p:nvSpPr>
          <p:cNvPr id="104" name="Text 20">
            <a:extLst>
              <a:ext uri="{FF2B5EF4-FFF2-40B4-BE49-F238E27FC236}">
                <a16:creationId xmlns:a16="http://schemas.microsoft.com/office/drawing/2014/main" id="{DECBBDC1-25D4-A635-CCD3-CAEB6580061D}"/>
              </a:ext>
            </a:extLst>
          </p:cNvPr>
          <p:cNvSpPr/>
          <p:nvPr/>
        </p:nvSpPr>
        <p:spPr>
          <a:xfrm>
            <a:off x="584074" y="6836853"/>
            <a:ext cx="1207008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E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 →</a:t>
            </a:r>
            <a:endParaRPr lang="en-US" sz="900" dirty="0"/>
          </a:p>
        </p:txBody>
      </p:sp>
      <p:sp>
        <p:nvSpPr>
          <p:cNvPr id="105" name="Shape 21">
            <a:extLst>
              <a:ext uri="{FF2B5EF4-FFF2-40B4-BE49-F238E27FC236}">
                <a16:creationId xmlns:a16="http://schemas.microsoft.com/office/drawing/2014/main" id="{0D25B845-61E0-30BB-C07E-80540A7DA201}"/>
              </a:ext>
            </a:extLst>
          </p:cNvPr>
          <p:cNvSpPr/>
          <p:nvPr/>
        </p:nvSpPr>
        <p:spPr>
          <a:xfrm flipV="1">
            <a:off x="584074" y="6961092"/>
            <a:ext cx="4030789" cy="7777"/>
          </a:xfrm>
          <a:prstGeom prst="line">
            <a:avLst/>
          </a:prstGeom>
          <a:noFill/>
          <a:ln w="3810">
            <a:solidFill>
              <a:srgbClr val="6E2A2A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595" y="2660333"/>
            <a:ext cx="942975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43" i="1" kern="0" spc="165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743" dirty="0"/>
          </a:p>
        </p:txBody>
      </p:sp>
      <p:sp>
        <p:nvSpPr>
          <p:cNvPr id="3" name="Text 1"/>
          <p:cNvSpPr/>
          <p:nvPr/>
        </p:nvSpPr>
        <p:spPr>
          <a:xfrm>
            <a:off x="3897504" y="2660333"/>
            <a:ext cx="942975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413" b="1" kern="0" spc="330" dirty="0">
                <a:solidFill>
                  <a:srgbClr val="3F4A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</a:t>
            </a:r>
            <a:endParaRPr lang="en-US" sz="413" dirty="0"/>
          </a:p>
        </p:txBody>
      </p:sp>
      <p:sp>
        <p:nvSpPr>
          <p:cNvPr id="4" name="Text 2"/>
          <p:cNvSpPr/>
          <p:nvPr/>
        </p:nvSpPr>
        <p:spPr>
          <a:xfrm>
            <a:off x="188595" y="3226118"/>
            <a:ext cx="4651884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i="1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Affirmations and goals.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8595" y="4546283"/>
            <a:ext cx="1508760" cy="0"/>
          </a:xfrm>
          <a:prstGeom prst="line">
            <a:avLst/>
          </a:prstGeom>
          <a:noFill/>
          <a:ln w="254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6" name="Shape 4"/>
          <p:cNvSpPr/>
          <p:nvPr/>
        </p:nvSpPr>
        <p:spPr>
          <a:xfrm>
            <a:off x="1697355" y="4519879"/>
            <a:ext cx="52807" cy="52807"/>
          </a:xfrm>
          <a:prstGeom prst="ellipse">
            <a:avLst/>
          </a:prstGeom>
          <a:solidFill>
            <a:srgbClr val="8FA386"/>
          </a:solidFill>
          <a:ln w="12700">
            <a:solidFill>
              <a:srgbClr val="8FA386"/>
            </a:solidFill>
            <a:prstDash val="solid"/>
          </a:ln>
        </p:spPr>
        <p:txBody>
          <a:bodyPr/>
          <a:lstStyle/>
          <a:p>
            <a:endParaRPr lang="en-IT" sz="743"/>
          </a:p>
        </p:txBody>
      </p:sp>
      <p:sp>
        <p:nvSpPr>
          <p:cNvPr id="7" name="Text 5"/>
          <p:cNvSpPr/>
          <p:nvPr/>
        </p:nvSpPr>
        <p:spPr>
          <a:xfrm>
            <a:off x="188595" y="4621721"/>
            <a:ext cx="3394710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78" i="1" dirty="0">
                <a:solidFill>
                  <a:srgbClr val="3F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affirmations to carry into the next month.</a:t>
            </a:r>
            <a:endParaRPr lang="en-US" sz="578" dirty="0"/>
          </a:p>
        </p:txBody>
      </p:sp>
      <p:sp>
        <p:nvSpPr>
          <p:cNvPr id="8" name="Text 6"/>
          <p:cNvSpPr/>
          <p:nvPr/>
        </p:nvSpPr>
        <p:spPr>
          <a:xfrm>
            <a:off x="3897504" y="4923473"/>
            <a:ext cx="942975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60" dirty="0">
                <a:solidFill>
                  <a:srgbClr val="8FA3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 ✦  ✦</a:t>
            </a:r>
            <a:endParaRPr lang="en-US" sz="660" dirty="0"/>
          </a:p>
        </p:txBody>
      </p:sp>
      <p:sp>
        <p:nvSpPr>
          <p:cNvPr id="9" name="Text 7"/>
          <p:cNvSpPr/>
          <p:nvPr/>
        </p:nvSpPr>
        <p:spPr>
          <a:xfrm>
            <a:off x="188595" y="5074349"/>
            <a:ext cx="301752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1" kern="0" spc="206" dirty="0">
                <a:solidFill>
                  <a:srgbClr val="3F4A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10  ·  AFFIRMATIONS</a:t>
            </a:r>
            <a:endParaRPr lang="en-US" sz="371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C5A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4C5A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934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OUTLOOK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B58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MONTH AHEAD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325880"/>
            <a:ext cx="4389120" cy="772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8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month older and wiser.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4389120" cy="731520"/>
          </a:xfrm>
          <a:prstGeom prst="rect">
            <a:avLst/>
          </a:prstGeom>
          <a:solidFill>
            <a:srgbClr val="19345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B58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WORD FOR THE MONTH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EE7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" y="36576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934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416052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20040" y="443484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2606040" y="36576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934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HEALTH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06040" y="416052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2606040" y="443484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320040" y="47091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934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CRAFT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548640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2606040" y="47091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934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LOVE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06040" y="521208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2606040" y="548640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320040" y="57607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934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MONEY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626364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20040" y="653796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2606040" y="57607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934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06040" y="626364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2606040" y="653796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6B3BE3DA-6ADA-D8CF-D1FB-50582E66AF0E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2A1648F8-AEAE-3C28-8E86-BF6EEFCCEA03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669F1157-CAB3-B94D-3F52-BDC92988161B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GOALS &amp; AFFIRM</a:t>
            </a:r>
            <a:endParaRPr lang="en-US" sz="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GOALS &amp; AFFIRM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VISION BOARD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036320"/>
            <a:ext cx="438912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Affirmations for next month.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1920240" cy="1463040"/>
          </a:xfrm>
          <a:prstGeom prst="rect">
            <a:avLst/>
          </a:prstGeom>
          <a:solidFill>
            <a:srgbClr val="D6E0CE"/>
          </a:solidFill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1920240" cy="146304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20040" y="3657600"/>
            <a:ext cx="192024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20040" y="28163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377440" y="2194560"/>
            <a:ext cx="2286000" cy="1097280"/>
          </a:xfrm>
          <a:prstGeom prst="rect">
            <a:avLst/>
          </a:prstGeom>
          <a:solidFill>
            <a:srgbClr val="D6E0CE"/>
          </a:solidFill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2377440" y="2194560"/>
            <a:ext cx="2286000" cy="109728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2377440" y="3291840"/>
            <a:ext cx="228600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2377440" y="263347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377440" y="3429000"/>
            <a:ext cx="1097280" cy="1371600"/>
          </a:xfrm>
          <a:prstGeom prst="rect">
            <a:avLst/>
          </a:prstGeom>
          <a:solidFill>
            <a:srgbClr val="D6E0CE"/>
          </a:solidFill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2377440" y="3429000"/>
            <a:ext cx="1097280" cy="137160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2377440" y="4800600"/>
            <a:ext cx="109728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2377440" y="400507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566160" y="3429000"/>
            <a:ext cx="1097280" cy="1371600"/>
          </a:xfrm>
          <a:prstGeom prst="rect">
            <a:avLst/>
          </a:prstGeom>
          <a:solidFill>
            <a:srgbClr val="D6E0CE"/>
          </a:solidFill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566160" y="3429000"/>
            <a:ext cx="1097280" cy="137160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566160" y="4800600"/>
            <a:ext cx="109728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566160" y="400507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0040" y="3840480"/>
            <a:ext cx="1920240" cy="1828800"/>
          </a:xfrm>
          <a:prstGeom prst="rect">
            <a:avLst/>
          </a:prstGeom>
          <a:solidFill>
            <a:srgbClr val="D6E0CE"/>
          </a:solidFill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20040" y="3840480"/>
            <a:ext cx="1920240" cy="182880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20040" y="5669280"/>
            <a:ext cx="192024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20040" y="46451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377440" y="4937760"/>
            <a:ext cx="2286000" cy="731520"/>
          </a:xfrm>
          <a:prstGeom prst="rect">
            <a:avLst/>
          </a:prstGeom>
          <a:solidFill>
            <a:srgbClr val="6E8B5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2468880" y="49834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E8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word for the season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468880" y="5212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0040" y="5897880"/>
            <a:ext cx="4389120" cy="0"/>
          </a:xfrm>
          <a:prstGeom prst="line">
            <a:avLst/>
          </a:prstGeom>
          <a:noFill/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320040" y="59893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INTENTIONS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6309360"/>
            <a:ext cx="438912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320040" y="6583680"/>
            <a:ext cx="438912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320040" y="6858000"/>
            <a:ext cx="438912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320040" y="7132320"/>
            <a:ext cx="438912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0035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31629" y="1861310"/>
            <a:ext cx="2188764" cy="1191576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7" name="Text 5"/>
          <p:cNvSpPr/>
          <p:nvPr/>
        </p:nvSpPr>
        <p:spPr>
          <a:xfrm>
            <a:off x="388208" y="2842004"/>
            <a:ext cx="162191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the feeling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5832" y="3132514"/>
            <a:ext cx="1220473" cy="1398398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9" name="Text 7"/>
          <p:cNvSpPr/>
          <p:nvPr/>
        </p:nvSpPr>
        <p:spPr>
          <a:xfrm>
            <a:off x="382412" y="3660580"/>
            <a:ext cx="792099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wear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22656" y="3123500"/>
            <a:ext cx="1762506" cy="1398398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1" name="Text 9"/>
          <p:cNvSpPr/>
          <p:nvPr/>
        </p:nvSpPr>
        <p:spPr>
          <a:xfrm>
            <a:off x="1733038" y="4338127"/>
            <a:ext cx="792099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place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61512" y="3131753"/>
            <a:ext cx="1247648" cy="1390145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3" name="Text 11"/>
          <p:cNvSpPr/>
          <p:nvPr/>
        </p:nvSpPr>
        <p:spPr>
          <a:xfrm>
            <a:off x="3853079" y="3634105"/>
            <a:ext cx="754380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dream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5831" y="4610540"/>
            <a:ext cx="1762505" cy="2125540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5" name="Text 13"/>
          <p:cNvSpPr/>
          <p:nvPr/>
        </p:nvSpPr>
        <p:spPr>
          <a:xfrm>
            <a:off x="377929" y="6588682"/>
            <a:ext cx="124472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do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54633" y="4608948"/>
            <a:ext cx="2554526" cy="1028259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17" name="Text 15"/>
          <p:cNvSpPr/>
          <p:nvPr/>
        </p:nvSpPr>
        <p:spPr>
          <a:xfrm>
            <a:off x="2211212" y="5050481"/>
            <a:ext cx="1282446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read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54633" y="5707821"/>
            <a:ext cx="2554526" cy="1028259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 dirty="0"/>
          </a:p>
        </p:txBody>
      </p:sp>
      <p:sp>
        <p:nvSpPr>
          <p:cNvPr id="19" name="Text 17"/>
          <p:cNvSpPr/>
          <p:nvPr/>
        </p:nvSpPr>
        <p:spPr>
          <a:xfrm>
            <a:off x="2244930" y="6469860"/>
            <a:ext cx="2316418" cy="228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make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76972" y="1861309"/>
            <a:ext cx="2132187" cy="1191576"/>
          </a:xfrm>
          <a:prstGeom prst="rect">
            <a:avLst/>
          </a:prstGeom>
          <a:solidFill>
            <a:srgbClr val="E8CFC4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21" name="Text 19"/>
          <p:cNvSpPr/>
          <p:nvPr/>
        </p:nvSpPr>
        <p:spPr>
          <a:xfrm>
            <a:off x="2691842" y="2747707"/>
            <a:ext cx="1621917" cy="113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83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become</a:t>
            </a:r>
            <a:endParaRPr lang="en-US" sz="900" dirty="0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E5FF35DD-7F93-0ED4-62FC-8B6FF9929403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AC68F3F3-CA66-9760-8B7C-9BEC959CB184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D0581098-5197-FA9B-DAAD-CC729DBC9DCA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GOALS &amp; AFFIRM</a:t>
            </a:r>
            <a:endParaRPr lang="en-US" sz="70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D134928A-7735-D0EF-E99F-D63F38B76DE2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33</a:t>
            </a:r>
            <a:endParaRPr lang="en-US" sz="8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BC53E41D-4DEF-2382-567B-3CA46F61D9AF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14333108-4FFE-5165-D2E2-89A1F5F1050A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VISION BOARD</a:t>
            </a:r>
            <a:endParaRPr lang="en-US" sz="8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4E33F1D9-4BFA-078A-4E15-D422DC06A4DF}"/>
              </a:ext>
            </a:extLst>
          </p:cNvPr>
          <p:cNvSpPr/>
          <p:nvPr/>
        </p:nvSpPr>
        <p:spPr>
          <a:xfrm>
            <a:off x="320040" y="1036320"/>
            <a:ext cx="438912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Board.</a:t>
            </a:r>
            <a:endParaRPr lang="en-US" sz="2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88595" y="3037523"/>
            <a:ext cx="4651884" cy="1885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951" i="1" dirty="0">
                <a:solidFill>
                  <a:srgbClr val="8FA3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become</a:t>
            </a:r>
            <a:r>
              <a:rPr lang="en-US" sz="10725" i="1" dirty="0">
                <a:solidFill>
                  <a:srgbClr val="8FA3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0725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EC15E106-3F44-91FC-45C1-AB595592FB2B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41945C78-E56A-52DF-BC7A-874CEC0A081E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23952F17-DF9E-22BA-872D-FDF1656295A5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GOALS &amp; AFFIRM</a:t>
            </a:r>
            <a:endParaRPr lang="en-US" sz="7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06761E81-DF3C-B868-A3FD-ED11C2BA7B9D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SUMMARY</a:t>
            </a:r>
            <a:endParaRPr lang="en-US" sz="8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653BEF1D-4E48-F73E-74BF-7E0F025CCA84}"/>
              </a:ext>
            </a:extLst>
          </p:cNvPr>
          <p:cNvSpPr/>
          <p:nvPr/>
        </p:nvSpPr>
        <p:spPr>
          <a:xfrm>
            <a:off x="320040" y="1036320"/>
            <a:ext cx="438912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 of the Month.</a:t>
            </a:r>
            <a:endParaRPr lang="en-US" sz="26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93FDD5E4-AAF1-6FDA-15F1-D56F7EADC023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33</a:t>
            </a:r>
            <a:endParaRPr lang="en-US" sz="8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4901624B-BD19-0E38-95CF-13747C166EB3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48640"/>
            <a:ext cx="4389120" cy="0"/>
          </a:xfrm>
          <a:prstGeom prst="line">
            <a:avLst/>
          </a:prstGeom>
          <a:noFill/>
          <a:ln w="7620">
            <a:solidFill>
              <a:srgbClr val="BDB4A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E0B9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600" dirty="0">
                <a:solidFill>
                  <a:srgbClr val="BDB4A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 №01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297180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magazine you </a:t>
            </a:r>
            <a:r>
              <a:rPr lang="en-US" sz="2200" i="1" dirty="0">
                <a:solidFill>
                  <a:srgbClr val="FAF6EE"/>
                </a:solidFill>
                <a:latin typeface="Georgia" pitchFamily="34" charset="0"/>
              </a:rPr>
              <a:t>make to grow together."</a:t>
            </a:r>
          </a:p>
        </p:txBody>
      </p:sp>
      <p:sp>
        <p:nvSpPr>
          <p:cNvPr id="6" name="Text 4"/>
          <p:cNvSpPr/>
          <p:nvPr/>
        </p:nvSpPr>
        <p:spPr>
          <a:xfrm>
            <a:off x="320040" y="4983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600" dirty="0">
                <a:solidFill>
                  <a:srgbClr val="BDB4A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THE EDITORS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6995160"/>
            <a:ext cx="4389120" cy="0"/>
          </a:xfrm>
          <a:prstGeom prst="line">
            <a:avLst/>
          </a:prstGeom>
          <a:noFill/>
          <a:ln w="7620">
            <a:solidFill>
              <a:srgbClr val="BDB4A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320040" y="7132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600" dirty="0">
                <a:solidFill>
                  <a:srgbClr val="E0B9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PRINT IT.  CARRY IT.  KEEP IT.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736092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400" dirty="0">
                <a:solidFill>
                  <a:srgbClr val="BDB4A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the editorial journal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2695</Words>
  <Application>Microsoft Macintosh PowerPoint</Application>
  <PresentationFormat>Custom</PresentationFormat>
  <Paragraphs>1128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Arial</vt:lpstr>
      <vt:lpstr>Bierstadt</vt:lpstr>
      <vt:lpstr>Courier New</vt:lpstr>
      <vt:lpstr>Georgia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PenPal Editorial Templates</dc:title>
  <dc:subject>PptxGenJS Presentation</dc:subject>
  <dc:creator>PptxGenJS</dc:creator>
  <cp:lastModifiedBy>Welponer, Emily</cp:lastModifiedBy>
  <cp:revision>6</cp:revision>
  <dcterms:created xsi:type="dcterms:W3CDTF">2026-06-11T12:36:46Z</dcterms:created>
  <dcterms:modified xsi:type="dcterms:W3CDTF">2026-06-12T10:38:21Z</dcterms:modified>
</cp:coreProperties>
</file>