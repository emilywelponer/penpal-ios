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5029200" cy="7772400"/>
  <p:notesSz cx="7772400" cy="5029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6E4B"/>
    <a:srgbClr val="E4DED1"/>
    <a:srgbClr val="F2EE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065"/>
    <p:restoredTop sz="94610"/>
  </p:normalViewPr>
  <p:slideViewPr>
    <p:cSldViewPr snapToGrid="0" snapToObjects="1">
      <p:cViewPr>
        <p:scale>
          <a:sx n="105" d="100"/>
          <a:sy n="105" d="100"/>
        </p:scale>
        <p:origin x="10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21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1280160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800" dirty="0">
                <a:solidFill>
                  <a:srgbClr val="FBF9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 №01 ·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4297680" cy="0"/>
          </a:xfrm>
          <a:prstGeom prst="line">
            <a:avLst/>
          </a:prstGeom>
          <a:noFill/>
          <a:ln w="6350">
            <a:solidFill>
              <a:srgbClr val="FBF9F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FBF9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SLOW MAGAZINE FOR THE INNER LIFE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0" y="3047614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0" y="455637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THE EDITORIAL JOURNAL 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676656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68580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PRINT · POCKET · ARCHIVE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70866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 NEUTRAL EDITION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CONTENTS · IN THIS ISSUE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this issue.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2128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Wins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6243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Hobbies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035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447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 &amp; Music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3858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42702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2976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68680" y="4663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68172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9768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5074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68680" y="5074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Recipes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68680" y="5093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29768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5486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6868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&amp; Places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68680" y="55046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5897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8680" y="5897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68680" y="5916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97680" y="5897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6309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868680" y="6309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Affirmations &amp; Goals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68680" y="632764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· · · · · · · · · · · · · ·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0" y="6309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Reset.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slow audit of the days behind — what stayed, what shifted, what is worth remembering.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01 · MONTHLY RESET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DAILY REFLECTION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 OF MONTH, HONESTLY.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 of month,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honestly.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468880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 / __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194560" y="2194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MOOD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194560" y="245059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194560" y="2468880"/>
            <a:ext cx="1188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word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66160" y="21945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WEATHER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566160" y="2450592"/>
            <a:ext cx="1097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566160" y="2468880"/>
            <a:ext cx="10972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inside / out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GOOD THING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65760" y="288036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moment to keep.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90672"/>
            <a:ext cx="4297680" cy="777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457200" y="316382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HARD THING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41148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weight to set down.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325112"/>
            <a:ext cx="4297680" cy="777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57200" y="439826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52120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THING I LEARNED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5760" y="53492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lesson, plainly.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5559552"/>
            <a:ext cx="4297680" cy="777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457200" y="563270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5760" y="64465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THING I’M GRATEFUL FOR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" y="65836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or large — both count.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6793992"/>
            <a:ext cx="4297680" cy="777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457200" y="686714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HIGHS &amp; LOWS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month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shaped me.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HIGHS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63347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90779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2971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8211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65760" y="3246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45643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3520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373075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65760" y="3931920"/>
            <a:ext cx="2011680" cy="14630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2011680" cy="146304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539496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51389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high moment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651760" y="2148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LOWS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51760" y="233172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24231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34640" y="263347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651760" y="26974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834640" y="290779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51760" y="2971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34640" y="318211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51760" y="32461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834640" y="345643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651760" y="35204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373075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2651760" y="3931920"/>
            <a:ext cx="2011680" cy="14630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651760" y="3931920"/>
            <a:ext cx="2011680" cy="146304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2651760" y="539496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2651760" y="51389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low moment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5760" y="55778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IN ONE FRAME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65760" y="576072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5852160"/>
            <a:ext cx="429768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365760" y="5852160"/>
            <a:ext cx="429768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132320"/>
            <a:ext cx="4297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687628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one image that holds the whole month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GRATITUDE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GRATITUDE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am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grateful for.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things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286207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322783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359359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395935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40080" y="432511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51760" y="2148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2608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651760" y="246888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265176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26080" y="286207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26080" y="322783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65176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26080" y="359359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51760" y="3749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26080" y="395935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51760" y="4114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26080" y="432511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4754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moments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507492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65760" y="5257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0080" y="546811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5623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583387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5989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0080" y="619963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6355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0080" y="656539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6720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0080" y="693115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265176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926080" y="4754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&amp; wellness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2651760" y="507492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2651760" y="5257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926080" y="546811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2651760" y="5623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926080" y="583387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Text 55"/>
          <p:cNvSpPr/>
          <p:nvPr/>
        </p:nvSpPr>
        <p:spPr>
          <a:xfrm>
            <a:off x="2651760" y="5989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926080" y="619963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Text 57"/>
          <p:cNvSpPr/>
          <p:nvPr/>
        </p:nvSpPr>
        <p:spPr>
          <a:xfrm>
            <a:off x="2651760" y="6355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926080" y="656539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2651760" y="6720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926080" y="6931152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Shape 6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Text 6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LETTER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LETTER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 month,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letter to the month from 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1371600" cy="16459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474720" y="1965960"/>
            <a:ext cx="1005840" cy="1005840"/>
          </a:xfrm>
          <a:prstGeom prst="ellipse">
            <a:avLst/>
          </a:prstGeom>
          <a:ln w="1016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</a:t>
            </a:r>
            <a:endParaRPr lang="en-US" sz="700" dirty="0"/>
          </a:p>
          <a:p>
            <a:pPr marL="0" indent="0" algn="ctr">
              <a:buNone/>
            </a:pPr>
            <a:r>
              <a:rPr lang="en-US" sz="700" kern="0" spc="3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91840" y="31546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postmarked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1280160" cy="16459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65760" y="1828800"/>
            <a:ext cx="1280160" cy="16459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65760" y="3474720"/>
            <a:ext cx="128016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21868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self portrait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5760" y="36576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FIRST THING I WANT TO REMEMBER…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4297680" cy="9144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457200" y="39136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LEARNED ABOUT MYSELF…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457200" y="51023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65760" y="60350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AM READY TO CHANGE…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6217920"/>
            <a:ext cx="4297680" cy="8229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57200" y="629107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7086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love,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63040" y="7296912"/>
            <a:ext cx="22860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1463040" y="7315200"/>
            <a:ext cx="22860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name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LOOKING BACK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LOOKING BACK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Monthly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4930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moment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65760" y="38221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HAPPENED →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2011680" cy="5029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6517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two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51760" y="246888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2651760" y="256032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2651760" y="256032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2651760" y="374904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51760" y="34930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moment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651760" y="38221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HAPPENED →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651760" y="3977640"/>
            <a:ext cx="2011680" cy="5029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three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93776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65760" y="502920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502920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65760" y="621792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5961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moment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" y="629107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HAPPENED 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6446520"/>
            <a:ext cx="2011680" cy="5029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51760" y="46634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four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51760" y="493776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2651760" y="502920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651760" y="502920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2651760" y="621792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2651760" y="5961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moment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651760" y="629107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HAPPENED →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0" y="6446520"/>
            <a:ext cx="2011680" cy="5029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RESET · GROW TRACKER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GROW TRACKER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grew.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quiet audit of the month — small shifts count.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1310640" cy="21031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7620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365760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502920" y="388620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1859280" y="2011680"/>
            <a:ext cx="1310640" cy="21031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859280" y="214884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133600" y="2560320"/>
            <a:ext cx="7620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1859280" y="283464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996440" y="342900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96440" y="365760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1996440" y="388620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352800" y="2011680"/>
            <a:ext cx="1310640" cy="21031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352800" y="214884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27120" y="2560320"/>
            <a:ext cx="7620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352800" y="283464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489960" y="342900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489960" y="365760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489960" y="388620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4389120"/>
            <a:ext cx="1310640" cy="21031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452628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4937760"/>
            <a:ext cx="7620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65760" y="521208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2920" y="580644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02920" y="603504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502920" y="626364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1859280" y="4389120"/>
            <a:ext cx="1310640" cy="21031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1859280" y="452628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133600" y="4937760"/>
            <a:ext cx="7620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1859280" y="521208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1996440" y="580644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996440" y="603504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1996440" y="626364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3352800" y="4389120"/>
            <a:ext cx="1310640" cy="21031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3352800" y="4526280"/>
            <a:ext cx="131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627120" y="4937760"/>
            <a:ext cx="7620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3352800" y="5212080"/>
            <a:ext cx="131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 / 10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489960" y="5806440"/>
            <a:ext cx="103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note →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489960" y="603504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3489960" y="6263640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Text 5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Tiny Wins.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triumphs, printed in earnest — the quiet headlines of an honest week.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02 · TINY WINS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 · THE DAILY ME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DAILY ME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297680" cy="0"/>
          </a:xfrm>
          <a:prstGeom prst="line">
            <a:avLst/>
          </a:prstGeom>
          <a:noFill/>
          <a:ln w="1524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VOL. I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463040" y="1325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NO. ___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834640" y="1325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 ____ / ____ / ____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15544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16916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STORY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5760" y="187452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human has 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65760" y="224028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good month.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65760" y="286207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288036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headline — what tiny thing happened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65760" y="2907792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triumph, undocumented before now.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2363724" cy="18288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2363724" cy="182880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65760" y="5029200"/>
            <a:ext cx="2363724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773168"/>
            <a:ext cx="2363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scene of the win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912364" y="3200400"/>
            <a:ext cx="17510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CORRESPONDENT NOTE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912364" y="3383280"/>
            <a:ext cx="1751076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2912364" y="3474720"/>
            <a:ext cx="1751076" cy="1554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003804" y="3547872"/>
            <a:ext cx="15681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few lines from you…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5760" y="52120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INSIDE THIS ISSUE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539496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65760" y="5486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p.2  ·  the small celebration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54864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p.3  ·  weather: bright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5806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p.4  ·  one thing learned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14600" y="5806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p.5  ·  the people involved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621792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630936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EDITORIAL — WHAT MADE TODAY GOOD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6492240"/>
            <a:ext cx="4297680" cy="8686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457200" y="656539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 · TROPHY CABINET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TROPHY CABINET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Trophy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Cabinet.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057400" cy="114300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6974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822960" y="290779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822960" y="322783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606040" y="2194560"/>
            <a:ext cx="2057400" cy="114300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69748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063240" y="2331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26974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3063240" y="290779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743200" y="30175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3063240" y="322783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2057400" cy="114300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22960" y="3566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39319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822960" y="414223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502920" y="42519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822960" y="446227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606040" y="3429000"/>
            <a:ext cx="2057400" cy="114300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974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063240" y="35661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0" y="39319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063240" y="414223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743200" y="42519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063240" y="446227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4663440"/>
            <a:ext cx="2057400" cy="114300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296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51663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822960" y="537667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502920" y="54864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822960" y="569671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2606040" y="4663440"/>
            <a:ext cx="2057400" cy="114300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2697480" y="4754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063240" y="480060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0" y="51663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063240" y="537667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2743200" y="54864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063240" y="569671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365760" y="5897880"/>
            <a:ext cx="2057400" cy="114300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4" name="Text 52"/>
          <p:cNvSpPr/>
          <p:nvPr/>
        </p:nvSpPr>
        <p:spPr>
          <a:xfrm>
            <a:off x="457200" y="5989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822960" y="6035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07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920" y="64008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822960" y="661111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/>
          <p:nvPr/>
        </p:nvSpPr>
        <p:spPr>
          <a:xfrm>
            <a:off x="502920" y="67208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822960" y="693115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2606040" y="5897880"/>
            <a:ext cx="2057400" cy="114300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2697480" y="5989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3063240" y="6035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AWARD N° 08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43200" y="640080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3063240" y="661111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Text 63"/>
          <p:cNvSpPr/>
          <p:nvPr/>
        </p:nvSpPr>
        <p:spPr>
          <a:xfrm>
            <a:off x="2743200" y="67208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3063240" y="6931152"/>
            <a:ext cx="1463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Shape 6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Text 6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 · STREAK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MONTH OF TINY VICTORIES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9714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93669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07623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21577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35531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49486" y="1828800"/>
            <a:ext cx="6139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1488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65760" y="219456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411480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81297" y="240030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979714" y="219456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1025434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195251" y="240030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1593669" y="219456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1639389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09206" y="240030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2207623" y="219456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2253343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423160" y="240030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2821577" y="219456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867297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037114" y="240030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435531" y="219456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481251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1069" y="240030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4049486" y="219456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4095206" y="224028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265023" y="240030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269748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411480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81297" y="290322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979714" y="269748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1025434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195251" y="290322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1593669" y="269748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1639389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809206" y="290322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2207623" y="269748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2253343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423160" y="290322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2821577" y="269748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2867297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037114" y="290322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3435531" y="269748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481251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651069" y="290322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4049486" y="269748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/>
          <p:nvPr/>
        </p:nvSpPr>
        <p:spPr>
          <a:xfrm>
            <a:off x="4095206" y="274320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265023" y="290322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365760" y="320040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411480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81297" y="340614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Shape 61"/>
          <p:cNvSpPr/>
          <p:nvPr/>
        </p:nvSpPr>
        <p:spPr>
          <a:xfrm>
            <a:off x="979714" y="320040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Text 62"/>
          <p:cNvSpPr/>
          <p:nvPr/>
        </p:nvSpPr>
        <p:spPr>
          <a:xfrm>
            <a:off x="1025434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195251" y="340614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Shape 64"/>
          <p:cNvSpPr/>
          <p:nvPr/>
        </p:nvSpPr>
        <p:spPr>
          <a:xfrm>
            <a:off x="1593669" y="320040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Text 65"/>
          <p:cNvSpPr/>
          <p:nvPr/>
        </p:nvSpPr>
        <p:spPr>
          <a:xfrm>
            <a:off x="1639389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809206" y="340614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9" name="Shape 67"/>
          <p:cNvSpPr/>
          <p:nvPr/>
        </p:nvSpPr>
        <p:spPr>
          <a:xfrm>
            <a:off x="2207623" y="320040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0" name="Text 68"/>
          <p:cNvSpPr/>
          <p:nvPr/>
        </p:nvSpPr>
        <p:spPr>
          <a:xfrm>
            <a:off x="2253343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423160" y="340614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2" name="Shape 70"/>
          <p:cNvSpPr/>
          <p:nvPr/>
        </p:nvSpPr>
        <p:spPr>
          <a:xfrm>
            <a:off x="2821577" y="320040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3" name="Text 71"/>
          <p:cNvSpPr/>
          <p:nvPr/>
        </p:nvSpPr>
        <p:spPr>
          <a:xfrm>
            <a:off x="2867297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037114" y="340614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Shape 73"/>
          <p:cNvSpPr/>
          <p:nvPr/>
        </p:nvSpPr>
        <p:spPr>
          <a:xfrm>
            <a:off x="3435531" y="320040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6" name="Text 74"/>
          <p:cNvSpPr/>
          <p:nvPr/>
        </p:nvSpPr>
        <p:spPr>
          <a:xfrm>
            <a:off x="3481251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651069" y="340614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8" name="Shape 76"/>
          <p:cNvSpPr/>
          <p:nvPr/>
        </p:nvSpPr>
        <p:spPr>
          <a:xfrm>
            <a:off x="4049486" y="320040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9" name="Text 77"/>
          <p:cNvSpPr/>
          <p:nvPr/>
        </p:nvSpPr>
        <p:spPr>
          <a:xfrm>
            <a:off x="4095206" y="324612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265023" y="340614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1" name="Shape 79"/>
          <p:cNvSpPr/>
          <p:nvPr/>
        </p:nvSpPr>
        <p:spPr>
          <a:xfrm>
            <a:off x="365760" y="370332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2" name="Text 80"/>
          <p:cNvSpPr/>
          <p:nvPr/>
        </p:nvSpPr>
        <p:spPr>
          <a:xfrm>
            <a:off x="411480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81297" y="390906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4" name="Shape 82"/>
          <p:cNvSpPr/>
          <p:nvPr/>
        </p:nvSpPr>
        <p:spPr>
          <a:xfrm>
            <a:off x="979714" y="370332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5" name="Text 83"/>
          <p:cNvSpPr/>
          <p:nvPr/>
        </p:nvSpPr>
        <p:spPr>
          <a:xfrm>
            <a:off x="1025434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195251" y="390906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7" name="Shape 85"/>
          <p:cNvSpPr/>
          <p:nvPr/>
        </p:nvSpPr>
        <p:spPr>
          <a:xfrm>
            <a:off x="1593669" y="370332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8" name="Text 86"/>
          <p:cNvSpPr/>
          <p:nvPr/>
        </p:nvSpPr>
        <p:spPr>
          <a:xfrm>
            <a:off x="1639389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1809206" y="390906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0" name="Shape 88"/>
          <p:cNvSpPr/>
          <p:nvPr/>
        </p:nvSpPr>
        <p:spPr>
          <a:xfrm>
            <a:off x="2207623" y="370332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1" name="Text 89"/>
          <p:cNvSpPr/>
          <p:nvPr/>
        </p:nvSpPr>
        <p:spPr>
          <a:xfrm>
            <a:off x="2253343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2423160" y="390906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3" name="Shape 91"/>
          <p:cNvSpPr/>
          <p:nvPr/>
        </p:nvSpPr>
        <p:spPr>
          <a:xfrm>
            <a:off x="2821577" y="370332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4" name="Text 92"/>
          <p:cNvSpPr/>
          <p:nvPr/>
        </p:nvSpPr>
        <p:spPr>
          <a:xfrm>
            <a:off x="2867297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26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3037114" y="390906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6" name="Shape 94"/>
          <p:cNvSpPr/>
          <p:nvPr/>
        </p:nvSpPr>
        <p:spPr>
          <a:xfrm>
            <a:off x="3435531" y="370332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7" name="Text 95"/>
          <p:cNvSpPr/>
          <p:nvPr/>
        </p:nvSpPr>
        <p:spPr>
          <a:xfrm>
            <a:off x="3481251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3651069" y="390906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9" name="Shape 97"/>
          <p:cNvSpPr/>
          <p:nvPr/>
        </p:nvSpPr>
        <p:spPr>
          <a:xfrm>
            <a:off x="4049486" y="370332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0" name="Text 98"/>
          <p:cNvSpPr/>
          <p:nvPr/>
        </p:nvSpPr>
        <p:spPr>
          <a:xfrm>
            <a:off x="4095206" y="374904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4265023" y="390906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2" name="Shape 100"/>
          <p:cNvSpPr/>
          <p:nvPr/>
        </p:nvSpPr>
        <p:spPr>
          <a:xfrm>
            <a:off x="365760" y="420624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3" name="Text 101"/>
          <p:cNvSpPr/>
          <p:nvPr/>
        </p:nvSpPr>
        <p:spPr>
          <a:xfrm>
            <a:off x="411480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81297" y="441198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5" name="Shape 103"/>
          <p:cNvSpPr/>
          <p:nvPr/>
        </p:nvSpPr>
        <p:spPr>
          <a:xfrm>
            <a:off x="979714" y="420624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6" name="Text 104"/>
          <p:cNvSpPr/>
          <p:nvPr/>
        </p:nvSpPr>
        <p:spPr>
          <a:xfrm>
            <a:off x="1025434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1195251" y="441198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8" name="Shape 106"/>
          <p:cNvSpPr/>
          <p:nvPr/>
        </p:nvSpPr>
        <p:spPr>
          <a:xfrm>
            <a:off x="1593669" y="420624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9" name="Text 107"/>
          <p:cNvSpPr/>
          <p:nvPr/>
        </p:nvSpPr>
        <p:spPr>
          <a:xfrm>
            <a:off x="1639389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809206" y="441198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1" name="Shape 109"/>
          <p:cNvSpPr/>
          <p:nvPr/>
        </p:nvSpPr>
        <p:spPr>
          <a:xfrm>
            <a:off x="2207623" y="420624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2" name="Text 110"/>
          <p:cNvSpPr/>
          <p:nvPr/>
        </p:nvSpPr>
        <p:spPr>
          <a:xfrm>
            <a:off x="2253343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2423160" y="441198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4" name="Shape 112"/>
          <p:cNvSpPr/>
          <p:nvPr/>
        </p:nvSpPr>
        <p:spPr>
          <a:xfrm>
            <a:off x="2821577" y="420624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5" name="Text 113"/>
          <p:cNvSpPr/>
          <p:nvPr/>
        </p:nvSpPr>
        <p:spPr>
          <a:xfrm>
            <a:off x="2867297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3037114" y="441198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7" name="Shape 115"/>
          <p:cNvSpPr/>
          <p:nvPr/>
        </p:nvSpPr>
        <p:spPr>
          <a:xfrm>
            <a:off x="3435531" y="420624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8" name="Text 116"/>
          <p:cNvSpPr/>
          <p:nvPr/>
        </p:nvSpPr>
        <p:spPr>
          <a:xfrm>
            <a:off x="3481251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3651069" y="441198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0" name="Shape 118"/>
          <p:cNvSpPr/>
          <p:nvPr/>
        </p:nvSpPr>
        <p:spPr>
          <a:xfrm>
            <a:off x="4049486" y="4206240"/>
            <a:ext cx="613954" cy="50292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1" name="Text 119"/>
          <p:cNvSpPr/>
          <p:nvPr/>
        </p:nvSpPr>
        <p:spPr>
          <a:xfrm>
            <a:off x="4095206" y="4251960"/>
            <a:ext cx="52251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35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265023" y="4411980"/>
            <a:ext cx="164592" cy="16459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3" name="Text 121"/>
          <p:cNvSpPr/>
          <p:nvPr/>
        </p:nvSpPr>
        <p:spPr>
          <a:xfrm>
            <a:off x="365760" y="493776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WIN OF THE MONTH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65760" y="51206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5" name="Shape 123"/>
          <p:cNvSpPr/>
          <p:nvPr/>
        </p:nvSpPr>
        <p:spPr>
          <a:xfrm>
            <a:off x="365760" y="5212080"/>
            <a:ext cx="4297680" cy="20574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6" name="Text 124"/>
          <p:cNvSpPr/>
          <p:nvPr/>
        </p:nvSpPr>
        <p:spPr>
          <a:xfrm>
            <a:off x="457200" y="52852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8" name="Text 12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TINY WINS · HIGHLIGHT REEL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HIGHLIGHT REEL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1272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59" y="3428999"/>
            <a:ext cx="1089553" cy="246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170432" y="3639312"/>
            <a:ext cx="1207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1170432" y="365760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2651760" y="219456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2651760" y="219456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2651760" y="338328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2651760" y="31272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651760" y="3428999"/>
            <a:ext cx="1097280" cy="201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456432" y="3639312"/>
            <a:ext cx="1207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456432" y="365760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507492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65760" y="4818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03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5760" y="5120639"/>
            <a:ext cx="1089552" cy="173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03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70432" y="5330952"/>
            <a:ext cx="1207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1170432" y="534924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651760" y="388620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2651760" y="388620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2651760" y="507492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651760" y="48188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651760" y="5120639"/>
            <a:ext cx="1089552" cy="2011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04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456432" y="5330952"/>
            <a:ext cx="1207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456432" y="534924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365760" y="557784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65760" y="557784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365760" y="676656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6510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05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65760" y="6812279"/>
            <a:ext cx="1089552" cy="1920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05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1170432" y="7022592"/>
            <a:ext cx="1207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1170432" y="704088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651760" y="5577840"/>
            <a:ext cx="2011680" cy="11887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2651760" y="5577840"/>
            <a:ext cx="2011680" cy="11887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2651760" y="6766560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2651760" y="6510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scene 06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651760" y="6812279"/>
            <a:ext cx="1097280" cy="210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SCENE 06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456432" y="7022592"/>
            <a:ext cx="1207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456432" y="7040880"/>
            <a:ext cx="12070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sentence about it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Text 5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Hobbies.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slow practice of becoming better at something you love.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03 · HOBBIES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 · TRACKER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TRACKER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spend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time.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01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58775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56616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504395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643030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781665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920299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1058934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1197569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1336204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1474839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1613474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1752108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1890743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2029378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168013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2306648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2445283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583917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722552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2861187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2999822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138457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277092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3415726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554361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92996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831631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3970266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4108901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4247535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4386170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4524805" y="274320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32004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02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65760" y="354787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356616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356616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65760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504395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643030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781665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920299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1058934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Shape 54"/>
          <p:cNvSpPr/>
          <p:nvPr/>
        </p:nvSpPr>
        <p:spPr>
          <a:xfrm>
            <a:off x="1197569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1336204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Shape 56"/>
          <p:cNvSpPr/>
          <p:nvPr/>
        </p:nvSpPr>
        <p:spPr>
          <a:xfrm>
            <a:off x="1474839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Shape 57"/>
          <p:cNvSpPr/>
          <p:nvPr/>
        </p:nvSpPr>
        <p:spPr>
          <a:xfrm>
            <a:off x="1613474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1752108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Shape 59"/>
          <p:cNvSpPr/>
          <p:nvPr/>
        </p:nvSpPr>
        <p:spPr>
          <a:xfrm>
            <a:off x="1890743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Shape 60"/>
          <p:cNvSpPr/>
          <p:nvPr/>
        </p:nvSpPr>
        <p:spPr>
          <a:xfrm>
            <a:off x="2029378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Shape 61"/>
          <p:cNvSpPr/>
          <p:nvPr/>
        </p:nvSpPr>
        <p:spPr>
          <a:xfrm>
            <a:off x="2168013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Shape 62"/>
          <p:cNvSpPr/>
          <p:nvPr/>
        </p:nvSpPr>
        <p:spPr>
          <a:xfrm>
            <a:off x="2306648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Shape 63"/>
          <p:cNvSpPr/>
          <p:nvPr/>
        </p:nvSpPr>
        <p:spPr>
          <a:xfrm>
            <a:off x="2445283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Shape 64"/>
          <p:cNvSpPr/>
          <p:nvPr/>
        </p:nvSpPr>
        <p:spPr>
          <a:xfrm>
            <a:off x="2583917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Shape 65"/>
          <p:cNvSpPr/>
          <p:nvPr/>
        </p:nvSpPr>
        <p:spPr>
          <a:xfrm>
            <a:off x="2722552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Shape 66"/>
          <p:cNvSpPr/>
          <p:nvPr/>
        </p:nvSpPr>
        <p:spPr>
          <a:xfrm>
            <a:off x="2861187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9" name="Shape 67"/>
          <p:cNvSpPr/>
          <p:nvPr/>
        </p:nvSpPr>
        <p:spPr>
          <a:xfrm>
            <a:off x="2999822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0" name="Shape 68"/>
          <p:cNvSpPr/>
          <p:nvPr/>
        </p:nvSpPr>
        <p:spPr>
          <a:xfrm>
            <a:off x="3138457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1" name="Shape 69"/>
          <p:cNvSpPr/>
          <p:nvPr/>
        </p:nvSpPr>
        <p:spPr>
          <a:xfrm>
            <a:off x="3277092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2" name="Shape 70"/>
          <p:cNvSpPr/>
          <p:nvPr/>
        </p:nvSpPr>
        <p:spPr>
          <a:xfrm>
            <a:off x="3415726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3" name="Shape 71"/>
          <p:cNvSpPr/>
          <p:nvPr/>
        </p:nvSpPr>
        <p:spPr>
          <a:xfrm>
            <a:off x="3554361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4" name="Shape 72"/>
          <p:cNvSpPr/>
          <p:nvPr/>
        </p:nvSpPr>
        <p:spPr>
          <a:xfrm>
            <a:off x="3692996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Shape 73"/>
          <p:cNvSpPr/>
          <p:nvPr/>
        </p:nvSpPr>
        <p:spPr>
          <a:xfrm>
            <a:off x="3831631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6" name="Shape 74"/>
          <p:cNvSpPr/>
          <p:nvPr/>
        </p:nvSpPr>
        <p:spPr>
          <a:xfrm>
            <a:off x="3970266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7" name="Shape 75"/>
          <p:cNvSpPr/>
          <p:nvPr/>
        </p:nvSpPr>
        <p:spPr>
          <a:xfrm>
            <a:off x="4108901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8" name="Shape 76"/>
          <p:cNvSpPr/>
          <p:nvPr/>
        </p:nvSpPr>
        <p:spPr>
          <a:xfrm>
            <a:off x="4247535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9" name="Shape 77"/>
          <p:cNvSpPr/>
          <p:nvPr/>
        </p:nvSpPr>
        <p:spPr>
          <a:xfrm>
            <a:off x="4386170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0" name="Shape 78"/>
          <p:cNvSpPr/>
          <p:nvPr/>
        </p:nvSpPr>
        <p:spPr>
          <a:xfrm>
            <a:off x="4524805" y="370332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1" name="Text 79"/>
          <p:cNvSpPr/>
          <p:nvPr/>
        </p:nvSpPr>
        <p:spPr>
          <a:xfrm>
            <a:off x="365760" y="41605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03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65760" y="450799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3" name="Text 81"/>
          <p:cNvSpPr/>
          <p:nvPr/>
        </p:nvSpPr>
        <p:spPr>
          <a:xfrm>
            <a:off x="365760" y="452628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3566160" y="4160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365760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6" name="Shape 84"/>
          <p:cNvSpPr/>
          <p:nvPr/>
        </p:nvSpPr>
        <p:spPr>
          <a:xfrm>
            <a:off x="504395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7" name="Shape 85"/>
          <p:cNvSpPr/>
          <p:nvPr/>
        </p:nvSpPr>
        <p:spPr>
          <a:xfrm>
            <a:off x="643030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8" name="Shape 86"/>
          <p:cNvSpPr/>
          <p:nvPr/>
        </p:nvSpPr>
        <p:spPr>
          <a:xfrm>
            <a:off x="781665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9" name="Shape 87"/>
          <p:cNvSpPr/>
          <p:nvPr/>
        </p:nvSpPr>
        <p:spPr>
          <a:xfrm>
            <a:off x="920299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0" name="Shape 88"/>
          <p:cNvSpPr/>
          <p:nvPr/>
        </p:nvSpPr>
        <p:spPr>
          <a:xfrm>
            <a:off x="1058934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1" name="Shape 89"/>
          <p:cNvSpPr/>
          <p:nvPr/>
        </p:nvSpPr>
        <p:spPr>
          <a:xfrm>
            <a:off x="1197569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2" name="Shape 90"/>
          <p:cNvSpPr/>
          <p:nvPr/>
        </p:nvSpPr>
        <p:spPr>
          <a:xfrm>
            <a:off x="1336204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3" name="Shape 91"/>
          <p:cNvSpPr/>
          <p:nvPr/>
        </p:nvSpPr>
        <p:spPr>
          <a:xfrm>
            <a:off x="1474839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4" name="Shape 92"/>
          <p:cNvSpPr/>
          <p:nvPr/>
        </p:nvSpPr>
        <p:spPr>
          <a:xfrm>
            <a:off x="1613474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5" name="Shape 93"/>
          <p:cNvSpPr/>
          <p:nvPr/>
        </p:nvSpPr>
        <p:spPr>
          <a:xfrm>
            <a:off x="1752108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6" name="Shape 94"/>
          <p:cNvSpPr/>
          <p:nvPr/>
        </p:nvSpPr>
        <p:spPr>
          <a:xfrm>
            <a:off x="1890743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7" name="Shape 95"/>
          <p:cNvSpPr/>
          <p:nvPr/>
        </p:nvSpPr>
        <p:spPr>
          <a:xfrm>
            <a:off x="2029378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8" name="Shape 96"/>
          <p:cNvSpPr/>
          <p:nvPr/>
        </p:nvSpPr>
        <p:spPr>
          <a:xfrm>
            <a:off x="2168013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9" name="Shape 97"/>
          <p:cNvSpPr/>
          <p:nvPr/>
        </p:nvSpPr>
        <p:spPr>
          <a:xfrm>
            <a:off x="2306648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0" name="Shape 98"/>
          <p:cNvSpPr/>
          <p:nvPr/>
        </p:nvSpPr>
        <p:spPr>
          <a:xfrm>
            <a:off x="2445283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1" name="Shape 99"/>
          <p:cNvSpPr/>
          <p:nvPr/>
        </p:nvSpPr>
        <p:spPr>
          <a:xfrm>
            <a:off x="2583917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2" name="Shape 100"/>
          <p:cNvSpPr/>
          <p:nvPr/>
        </p:nvSpPr>
        <p:spPr>
          <a:xfrm>
            <a:off x="2722552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3" name="Shape 101"/>
          <p:cNvSpPr/>
          <p:nvPr/>
        </p:nvSpPr>
        <p:spPr>
          <a:xfrm>
            <a:off x="2861187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4" name="Shape 102"/>
          <p:cNvSpPr/>
          <p:nvPr/>
        </p:nvSpPr>
        <p:spPr>
          <a:xfrm>
            <a:off x="2999822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5" name="Shape 103"/>
          <p:cNvSpPr/>
          <p:nvPr/>
        </p:nvSpPr>
        <p:spPr>
          <a:xfrm>
            <a:off x="3138457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6" name="Shape 104"/>
          <p:cNvSpPr/>
          <p:nvPr/>
        </p:nvSpPr>
        <p:spPr>
          <a:xfrm>
            <a:off x="3277092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7" name="Shape 105"/>
          <p:cNvSpPr/>
          <p:nvPr/>
        </p:nvSpPr>
        <p:spPr>
          <a:xfrm>
            <a:off x="3415726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8" name="Shape 106"/>
          <p:cNvSpPr/>
          <p:nvPr/>
        </p:nvSpPr>
        <p:spPr>
          <a:xfrm>
            <a:off x="3554361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9" name="Shape 107"/>
          <p:cNvSpPr/>
          <p:nvPr/>
        </p:nvSpPr>
        <p:spPr>
          <a:xfrm>
            <a:off x="3692996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0" name="Shape 108"/>
          <p:cNvSpPr/>
          <p:nvPr/>
        </p:nvSpPr>
        <p:spPr>
          <a:xfrm>
            <a:off x="3831631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1" name="Shape 109"/>
          <p:cNvSpPr/>
          <p:nvPr/>
        </p:nvSpPr>
        <p:spPr>
          <a:xfrm>
            <a:off x="3970266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2" name="Shape 110"/>
          <p:cNvSpPr/>
          <p:nvPr/>
        </p:nvSpPr>
        <p:spPr>
          <a:xfrm>
            <a:off x="4108901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3" name="Shape 111"/>
          <p:cNvSpPr/>
          <p:nvPr/>
        </p:nvSpPr>
        <p:spPr>
          <a:xfrm>
            <a:off x="4247535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4" name="Shape 112"/>
          <p:cNvSpPr/>
          <p:nvPr/>
        </p:nvSpPr>
        <p:spPr>
          <a:xfrm>
            <a:off x="4386170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5" name="Shape 113"/>
          <p:cNvSpPr/>
          <p:nvPr/>
        </p:nvSpPr>
        <p:spPr>
          <a:xfrm>
            <a:off x="4524805" y="466344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6" name="Text 114"/>
          <p:cNvSpPr/>
          <p:nvPr/>
        </p:nvSpPr>
        <p:spPr>
          <a:xfrm>
            <a:off x="365760" y="51206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04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365760" y="546811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8" name="Text 116"/>
          <p:cNvSpPr/>
          <p:nvPr/>
        </p:nvSpPr>
        <p:spPr>
          <a:xfrm>
            <a:off x="365760" y="548640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3566160" y="5120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120" name="Shape 118"/>
          <p:cNvSpPr/>
          <p:nvPr/>
        </p:nvSpPr>
        <p:spPr>
          <a:xfrm>
            <a:off x="365760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1" name="Shape 119"/>
          <p:cNvSpPr/>
          <p:nvPr/>
        </p:nvSpPr>
        <p:spPr>
          <a:xfrm>
            <a:off x="504395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2" name="Shape 120"/>
          <p:cNvSpPr/>
          <p:nvPr/>
        </p:nvSpPr>
        <p:spPr>
          <a:xfrm>
            <a:off x="643030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3" name="Shape 121"/>
          <p:cNvSpPr/>
          <p:nvPr/>
        </p:nvSpPr>
        <p:spPr>
          <a:xfrm>
            <a:off x="781665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4" name="Shape 122"/>
          <p:cNvSpPr/>
          <p:nvPr/>
        </p:nvSpPr>
        <p:spPr>
          <a:xfrm>
            <a:off x="920299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5" name="Shape 123"/>
          <p:cNvSpPr/>
          <p:nvPr/>
        </p:nvSpPr>
        <p:spPr>
          <a:xfrm>
            <a:off x="1058934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6" name="Shape 124"/>
          <p:cNvSpPr/>
          <p:nvPr/>
        </p:nvSpPr>
        <p:spPr>
          <a:xfrm>
            <a:off x="1197569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7" name="Shape 125"/>
          <p:cNvSpPr/>
          <p:nvPr/>
        </p:nvSpPr>
        <p:spPr>
          <a:xfrm>
            <a:off x="1336204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8" name="Shape 126"/>
          <p:cNvSpPr/>
          <p:nvPr/>
        </p:nvSpPr>
        <p:spPr>
          <a:xfrm>
            <a:off x="1474839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9" name="Shape 127"/>
          <p:cNvSpPr/>
          <p:nvPr/>
        </p:nvSpPr>
        <p:spPr>
          <a:xfrm>
            <a:off x="1613474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0" name="Shape 128"/>
          <p:cNvSpPr/>
          <p:nvPr/>
        </p:nvSpPr>
        <p:spPr>
          <a:xfrm>
            <a:off x="1752108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1" name="Shape 129"/>
          <p:cNvSpPr/>
          <p:nvPr/>
        </p:nvSpPr>
        <p:spPr>
          <a:xfrm>
            <a:off x="1890743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2" name="Shape 130"/>
          <p:cNvSpPr/>
          <p:nvPr/>
        </p:nvSpPr>
        <p:spPr>
          <a:xfrm>
            <a:off x="2029378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3" name="Shape 131"/>
          <p:cNvSpPr/>
          <p:nvPr/>
        </p:nvSpPr>
        <p:spPr>
          <a:xfrm>
            <a:off x="2168013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4" name="Shape 132"/>
          <p:cNvSpPr/>
          <p:nvPr/>
        </p:nvSpPr>
        <p:spPr>
          <a:xfrm>
            <a:off x="2306648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5" name="Shape 133"/>
          <p:cNvSpPr/>
          <p:nvPr/>
        </p:nvSpPr>
        <p:spPr>
          <a:xfrm>
            <a:off x="2445283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6" name="Shape 134"/>
          <p:cNvSpPr/>
          <p:nvPr/>
        </p:nvSpPr>
        <p:spPr>
          <a:xfrm>
            <a:off x="2583917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7" name="Shape 135"/>
          <p:cNvSpPr/>
          <p:nvPr/>
        </p:nvSpPr>
        <p:spPr>
          <a:xfrm>
            <a:off x="2722552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8" name="Shape 136"/>
          <p:cNvSpPr/>
          <p:nvPr/>
        </p:nvSpPr>
        <p:spPr>
          <a:xfrm>
            <a:off x="2861187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9" name="Shape 137"/>
          <p:cNvSpPr/>
          <p:nvPr/>
        </p:nvSpPr>
        <p:spPr>
          <a:xfrm>
            <a:off x="2999822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0" name="Shape 138"/>
          <p:cNvSpPr/>
          <p:nvPr/>
        </p:nvSpPr>
        <p:spPr>
          <a:xfrm>
            <a:off x="3138457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1" name="Shape 139"/>
          <p:cNvSpPr/>
          <p:nvPr/>
        </p:nvSpPr>
        <p:spPr>
          <a:xfrm>
            <a:off x="3277092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2" name="Shape 140"/>
          <p:cNvSpPr/>
          <p:nvPr/>
        </p:nvSpPr>
        <p:spPr>
          <a:xfrm>
            <a:off x="3415726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3" name="Shape 141"/>
          <p:cNvSpPr/>
          <p:nvPr/>
        </p:nvSpPr>
        <p:spPr>
          <a:xfrm>
            <a:off x="3554361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4" name="Shape 142"/>
          <p:cNvSpPr/>
          <p:nvPr/>
        </p:nvSpPr>
        <p:spPr>
          <a:xfrm>
            <a:off x="3692996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5" name="Shape 143"/>
          <p:cNvSpPr/>
          <p:nvPr/>
        </p:nvSpPr>
        <p:spPr>
          <a:xfrm>
            <a:off x="3831631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6" name="Shape 144"/>
          <p:cNvSpPr/>
          <p:nvPr/>
        </p:nvSpPr>
        <p:spPr>
          <a:xfrm>
            <a:off x="3970266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7" name="Shape 145"/>
          <p:cNvSpPr/>
          <p:nvPr/>
        </p:nvSpPr>
        <p:spPr>
          <a:xfrm>
            <a:off x="4108901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8" name="Shape 146"/>
          <p:cNvSpPr/>
          <p:nvPr/>
        </p:nvSpPr>
        <p:spPr>
          <a:xfrm>
            <a:off x="4247535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9" name="Shape 147"/>
          <p:cNvSpPr/>
          <p:nvPr/>
        </p:nvSpPr>
        <p:spPr>
          <a:xfrm>
            <a:off x="4386170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0" name="Shape 148"/>
          <p:cNvSpPr/>
          <p:nvPr/>
        </p:nvSpPr>
        <p:spPr>
          <a:xfrm>
            <a:off x="4524805" y="562356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1" name="Text 149"/>
          <p:cNvSpPr/>
          <p:nvPr/>
        </p:nvSpPr>
        <p:spPr>
          <a:xfrm>
            <a:off x="365760" y="608076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05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365760" y="642823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3" name="Text 151"/>
          <p:cNvSpPr/>
          <p:nvPr/>
        </p:nvSpPr>
        <p:spPr>
          <a:xfrm>
            <a:off x="365760" y="6446520"/>
            <a:ext cx="2743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154" name="Text 152"/>
          <p:cNvSpPr/>
          <p:nvPr/>
        </p:nvSpPr>
        <p:spPr>
          <a:xfrm>
            <a:off x="3566160" y="6080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 /31</a:t>
            </a:r>
            <a:endParaRPr lang="en-US" sz="1400" dirty="0"/>
          </a:p>
        </p:txBody>
      </p:sp>
      <p:sp>
        <p:nvSpPr>
          <p:cNvPr id="155" name="Shape 153"/>
          <p:cNvSpPr/>
          <p:nvPr/>
        </p:nvSpPr>
        <p:spPr>
          <a:xfrm>
            <a:off x="365760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6" name="Shape 154"/>
          <p:cNvSpPr/>
          <p:nvPr/>
        </p:nvSpPr>
        <p:spPr>
          <a:xfrm>
            <a:off x="504395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7" name="Shape 155"/>
          <p:cNvSpPr/>
          <p:nvPr/>
        </p:nvSpPr>
        <p:spPr>
          <a:xfrm>
            <a:off x="643030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8" name="Shape 156"/>
          <p:cNvSpPr/>
          <p:nvPr/>
        </p:nvSpPr>
        <p:spPr>
          <a:xfrm>
            <a:off x="781665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9" name="Shape 157"/>
          <p:cNvSpPr/>
          <p:nvPr/>
        </p:nvSpPr>
        <p:spPr>
          <a:xfrm>
            <a:off x="920299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0" name="Shape 158"/>
          <p:cNvSpPr/>
          <p:nvPr/>
        </p:nvSpPr>
        <p:spPr>
          <a:xfrm>
            <a:off x="1058934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1" name="Shape 159"/>
          <p:cNvSpPr/>
          <p:nvPr/>
        </p:nvSpPr>
        <p:spPr>
          <a:xfrm>
            <a:off x="1197569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2" name="Shape 160"/>
          <p:cNvSpPr/>
          <p:nvPr/>
        </p:nvSpPr>
        <p:spPr>
          <a:xfrm>
            <a:off x="1336204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3" name="Shape 161"/>
          <p:cNvSpPr/>
          <p:nvPr/>
        </p:nvSpPr>
        <p:spPr>
          <a:xfrm>
            <a:off x="1474839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4" name="Shape 162"/>
          <p:cNvSpPr/>
          <p:nvPr/>
        </p:nvSpPr>
        <p:spPr>
          <a:xfrm>
            <a:off x="1613474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5" name="Shape 163"/>
          <p:cNvSpPr/>
          <p:nvPr/>
        </p:nvSpPr>
        <p:spPr>
          <a:xfrm>
            <a:off x="1752108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6" name="Shape 164"/>
          <p:cNvSpPr/>
          <p:nvPr/>
        </p:nvSpPr>
        <p:spPr>
          <a:xfrm>
            <a:off x="1890743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7" name="Shape 165"/>
          <p:cNvSpPr/>
          <p:nvPr/>
        </p:nvSpPr>
        <p:spPr>
          <a:xfrm>
            <a:off x="2029378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8" name="Shape 166"/>
          <p:cNvSpPr/>
          <p:nvPr/>
        </p:nvSpPr>
        <p:spPr>
          <a:xfrm>
            <a:off x="2168013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9" name="Shape 167"/>
          <p:cNvSpPr/>
          <p:nvPr/>
        </p:nvSpPr>
        <p:spPr>
          <a:xfrm>
            <a:off x="2306648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0" name="Shape 168"/>
          <p:cNvSpPr/>
          <p:nvPr/>
        </p:nvSpPr>
        <p:spPr>
          <a:xfrm>
            <a:off x="2445283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1" name="Shape 169"/>
          <p:cNvSpPr/>
          <p:nvPr/>
        </p:nvSpPr>
        <p:spPr>
          <a:xfrm>
            <a:off x="2583917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2" name="Shape 170"/>
          <p:cNvSpPr/>
          <p:nvPr/>
        </p:nvSpPr>
        <p:spPr>
          <a:xfrm>
            <a:off x="2722552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3" name="Shape 171"/>
          <p:cNvSpPr/>
          <p:nvPr/>
        </p:nvSpPr>
        <p:spPr>
          <a:xfrm>
            <a:off x="2861187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4" name="Shape 172"/>
          <p:cNvSpPr/>
          <p:nvPr/>
        </p:nvSpPr>
        <p:spPr>
          <a:xfrm>
            <a:off x="2999822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5" name="Shape 173"/>
          <p:cNvSpPr/>
          <p:nvPr/>
        </p:nvSpPr>
        <p:spPr>
          <a:xfrm>
            <a:off x="3138457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6" name="Shape 174"/>
          <p:cNvSpPr/>
          <p:nvPr/>
        </p:nvSpPr>
        <p:spPr>
          <a:xfrm>
            <a:off x="3277092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7" name="Shape 175"/>
          <p:cNvSpPr/>
          <p:nvPr/>
        </p:nvSpPr>
        <p:spPr>
          <a:xfrm>
            <a:off x="3415726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8" name="Shape 176"/>
          <p:cNvSpPr/>
          <p:nvPr/>
        </p:nvSpPr>
        <p:spPr>
          <a:xfrm>
            <a:off x="3554361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9" name="Shape 177"/>
          <p:cNvSpPr/>
          <p:nvPr/>
        </p:nvSpPr>
        <p:spPr>
          <a:xfrm>
            <a:off x="3692996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0" name="Shape 178"/>
          <p:cNvSpPr/>
          <p:nvPr/>
        </p:nvSpPr>
        <p:spPr>
          <a:xfrm>
            <a:off x="3831631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1" name="Shape 179"/>
          <p:cNvSpPr/>
          <p:nvPr/>
        </p:nvSpPr>
        <p:spPr>
          <a:xfrm>
            <a:off x="3970266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2" name="Shape 180"/>
          <p:cNvSpPr/>
          <p:nvPr/>
        </p:nvSpPr>
        <p:spPr>
          <a:xfrm>
            <a:off x="4108901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3" name="Shape 181"/>
          <p:cNvSpPr/>
          <p:nvPr/>
        </p:nvSpPr>
        <p:spPr>
          <a:xfrm>
            <a:off x="4247535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4" name="Shape 182"/>
          <p:cNvSpPr/>
          <p:nvPr/>
        </p:nvSpPr>
        <p:spPr>
          <a:xfrm>
            <a:off x="4386170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5" name="Shape 183"/>
          <p:cNvSpPr/>
          <p:nvPr/>
        </p:nvSpPr>
        <p:spPr>
          <a:xfrm>
            <a:off x="4524805" y="6583680"/>
            <a:ext cx="120347" cy="320040"/>
          </a:xfrm>
          <a:prstGeom prst="rect">
            <a:avLst/>
          </a:prstGeom>
          <a:ln w="381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6" name="Shape 184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7" name="Text 185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188" name="Text 186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 · A NEW TRY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 HOBBY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Trying out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things.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148840" cy="21031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148840" cy="21031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297680"/>
            <a:ext cx="214884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practice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97480" y="22402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hobby.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260604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97480" y="2953512"/>
            <a:ext cx="19659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2697480" y="320040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effort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566160" y="324612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730752" y="324612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895344" y="324612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4059936" y="324612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4224528" y="324612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97480" y="34747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66160" y="352044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730752" y="352044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895344" y="352044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4059936" y="352044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4224528" y="352044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697480" y="3749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difficulty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66160" y="379476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730752" y="379476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895344" y="379476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4059936" y="379476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4224528" y="379476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2697480" y="40233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reward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66160" y="406908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730752" y="406908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895344" y="406908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4059936" y="406908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4224528" y="4069080"/>
            <a:ext cx="118872" cy="118872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45720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WILL I CONTINUE?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65760" y="47548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365760" y="4892040"/>
            <a:ext cx="1371600" cy="45720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365760" y="4892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920240" y="4892040"/>
            <a:ext cx="1371600" cy="45720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1920240" y="4892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55321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LEARNED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65760" y="5715000"/>
            <a:ext cx="4297680" cy="13716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457200" y="57881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 · GALLERY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HOBBY GALLERY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Hobby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Gallery.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487168" cy="21945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487168" cy="21945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389120"/>
            <a:ext cx="2487168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13308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 · large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35808" y="2194560"/>
            <a:ext cx="1627632" cy="10515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035808" y="2194560"/>
            <a:ext cx="1627632" cy="10515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035808" y="3246120"/>
            <a:ext cx="162763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035808" y="299008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035808" y="3337560"/>
            <a:ext cx="1627632" cy="10515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035808" y="3337560"/>
            <a:ext cx="1627632" cy="10515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035808" y="4389120"/>
            <a:ext cx="162763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035808" y="413308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4526280"/>
            <a:ext cx="1627632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65760" y="4526280"/>
            <a:ext cx="1627632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5806440"/>
            <a:ext cx="162763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5550408"/>
            <a:ext cx="1627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176272" y="4526280"/>
            <a:ext cx="2487168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176272" y="4526280"/>
            <a:ext cx="2487168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2176272" y="5806440"/>
            <a:ext cx="2487168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176272" y="5550408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 · wide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5760" y="5943600"/>
            <a:ext cx="429768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5943600"/>
            <a:ext cx="429768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7223760"/>
            <a:ext cx="4297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696772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photo · banner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HOBBIES · PROGRESS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PROGRESS TRACKER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5146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4297680" cy="16459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2724912"/>
            <a:ext cx="1719072" cy="16459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74904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338328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65760" y="3593592"/>
            <a:ext cx="4297680" cy="16459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65760" y="3593592"/>
            <a:ext cx="1719072" cy="16459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749040" y="35661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consistency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425196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65760" y="4462272"/>
            <a:ext cx="4297680" cy="16459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4462272"/>
            <a:ext cx="1719072" cy="16459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749040" y="44348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51206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365760" y="5330952"/>
            <a:ext cx="4297680" cy="16459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5330952"/>
            <a:ext cx="1719072" cy="16459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749040" y="5303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5669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creativity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91840" y="598932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365760" y="6199632"/>
            <a:ext cx="4297680" cy="16459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6199632"/>
            <a:ext cx="1719072" cy="16459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749040" y="6172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91840" y="685800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MONTH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65760" y="7068312"/>
            <a:ext cx="4297680" cy="16459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7068312"/>
            <a:ext cx="1719072" cy="16459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749040" y="7040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 ___ %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Relationships</a:t>
            </a: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 on being known — the people in your corner, on the page.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04 · RELATIONSHIPS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DATE REVIEW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REVIEW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went.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WITH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914400" y="2404872"/>
            <a:ext cx="3749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514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14400" y="2724912"/>
            <a:ext cx="3749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14400" y="3044952"/>
            <a:ext cx="3749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1933956" cy="1554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1933956" cy="15544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65760" y="4846320"/>
            <a:ext cx="1933956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4590288"/>
            <a:ext cx="19339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date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82596" y="3291840"/>
            <a:ext cx="21808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IMPRESSIONS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482596" y="3474720"/>
            <a:ext cx="2180844" cy="13716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574036" y="3547872"/>
            <a:ext cx="19979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" y="49834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VIBE CHECK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516636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530352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conversation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484632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603504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722376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841248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1440180" y="530352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chemistry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1440180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1559052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1677924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1796796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1915668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2514600" y="530352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humor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514600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633472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2752344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2871216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990088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589020" y="530352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589020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3707892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826764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3945636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4064508" y="548640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65760" y="571500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presence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65760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484632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603504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722376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841248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Text 54"/>
          <p:cNvSpPr/>
          <p:nvPr/>
        </p:nvSpPr>
        <p:spPr>
          <a:xfrm>
            <a:off x="1440180" y="571500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manners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1440180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Shape 56"/>
          <p:cNvSpPr/>
          <p:nvPr/>
        </p:nvSpPr>
        <p:spPr>
          <a:xfrm>
            <a:off x="1559052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Shape 57"/>
          <p:cNvSpPr/>
          <p:nvPr/>
        </p:nvSpPr>
        <p:spPr>
          <a:xfrm>
            <a:off x="1677924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0" name="Shape 58"/>
          <p:cNvSpPr/>
          <p:nvPr/>
        </p:nvSpPr>
        <p:spPr>
          <a:xfrm>
            <a:off x="1796796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Shape 59"/>
          <p:cNvSpPr/>
          <p:nvPr/>
        </p:nvSpPr>
        <p:spPr>
          <a:xfrm>
            <a:off x="1915668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Text 60"/>
          <p:cNvSpPr/>
          <p:nvPr/>
        </p:nvSpPr>
        <p:spPr>
          <a:xfrm>
            <a:off x="2514600" y="5715000"/>
            <a:ext cx="10744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overall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514600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Shape 62"/>
          <p:cNvSpPr/>
          <p:nvPr/>
        </p:nvSpPr>
        <p:spPr>
          <a:xfrm>
            <a:off x="2633472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5" name="Shape 63"/>
          <p:cNvSpPr/>
          <p:nvPr/>
        </p:nvSpPr>
        <p:spPr>
          <a:xfrm>
            <a:off x="2752344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Shape 64"/>
          <p:cNvSpPr/>
          <p:nvPr/>
        </p:nvSpPr>
        <p:spPr>
          <a:xfrm>
            <a:off x="2871216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7" name="Shape 65"/>
          <p:cNvSpPr/>
          <p:nvPr/>
        </p:nvSpPr>
        <p:spPr>
          <a:xfrm>
            <a:off x="2990088" y="5897880"/>
            <a:ext cx="91440" cy="91440"/>
          </a:xfrm>
          <a:prstGeom prst="ellipse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Text 66"/>
          <p:cNvSpPr/>
          <p:nvPr/>
        </p:nvSpPr>
        <p:spPr>
          <a:xfrm>
            <a:off x="365760" y="62636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I WANT TO SEE THIS PERSON AGAIN?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65760" y="6446520"/>
            <a:ext cx="1341120" cy="45720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0" name="Text 68"/>
          <p:cNvSpPr/>
          <p:nvPr/>
        </p:nvSpPr>
        <p:spPr>
          <a:xfrm>
            <a:off x="365760" y="6446520"/>
            <a:ext cx="134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NEVER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844040" y="6446520"/>
            <a:ext cx="1341120" cy="45720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2" name="Text 70"/>
          <p:cNvSpPr/>
          <p:nvPr/>
        </p:nvSpPr>
        <p:spPr>
          <a:xfrm>
            <a:off x="1844040" y="6446520"/>
            <a:ext cx="134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MAYBE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3322320" y="6446520"/>
            <a:ext cx="1341120" cy="45720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4" name="Text 72"/>
          <p:cNvSpPr/>
          <p:nvPr/>
        </p:nvSpPr>
        <p:spPr>
          <a:xfrm>
            <a:off x="3322320" y="6446520"/>
            <a:ext cx="134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6" name="Text 7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THE RANKING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 REVIEW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N° 01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80160" y="2423160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1371600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1371600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137160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4930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920240" y="269748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20240" y="299923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920239" y="3063240"/>
            <a:ext cx="1371599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OCCUPATION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20240" y="3410712"/>
            <a:ext cx="16459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0" y="3108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206240" y="3410712"/>
            <a:ext cx="457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1920240" y="34747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WOULD SEE AGAIN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840480" y="3474720"/>
            <a:ext cx="365760" cy="274320"/>
          </a:xfrm>
          <a:prstGeom prst="rect">
            <a:avLst/>
          </a:prstGeom>
          <a:ln w="508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84048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3474720"/>
            <a:ext cx="365760" cy="274320"/>
          </a:xfrm>
          <a:prstGeom prst="rect">
            <a:avLst/>
          </a:prstGeom>
          <a:ln w="508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251960" y="3474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886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N° 02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280160" y="4114800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1371600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65760" y="4343400"/>
            <a:ext cx="1371600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5440680"/>
            <a:ext cx="137160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5184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920240" y="438912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920240" y="469087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1920240" y="4800600"/>
            <a:ext cx="137159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OCCUPATION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920240" y="5102352"/>
            <a:ext cx="16459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657600" y="480060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206240" y="5102352"/>
            <a:ext cx="457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1920240" y="5166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WOULD SEE AGAIN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840480" y="5166360"/>
            <a:ext cx="365760" cy="274320"/>
          </a:xfrm>
          <a:prstGeom prst="rect">
            <a:avLst/>
          </a:prstGeom>
          <a:ln w="508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840480" y="5166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5166360"/>
            <a:ext cx="365760" cy="274320"/>
          </a:xfrm>
          <a:prstGeom prst="rect">
            <a:avLst/>
          </a:prstGeom>
          <a:ln w="508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4251960" y="5166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5577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N° 03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1280160" y="5806440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6035040"/>
            <a:ext cx="1371600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365760" y="6035040"/>
            <a:ext cx="1371600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365760" y="7132320"/>
            <a:ext cx="137160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65760" y="6876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920240" y="608076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920240" y="638251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1920240" y="6464807"/>
            <a:ext cx="1371598" cy="19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OCCUPATION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920240" y="6793992"/>
            <a:ext cx="16459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657600" y="649224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206240" y="6793992"/>
            <a:ext cx="457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Text 55"/>
          <p:cNvSpPr/>
          <p:nvPr/>
        </p:nvSpPr>
        <p:spPr>
          <a:xfrm>
            <a:off x="1920240" y="6858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WOULD SEE AGAIN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840480" y="6858000"/>
            <a:ext cx="365760" cy="274320"/>
          </a:xfrm>
          <a:prstGeom prst="rect">
            <a:avLst/>
          </a:prstGeom>
          <a:ln w="508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Text 57"/>
          <p:cNvSpPr/>
          <p:nvPr/>
        </p:nvSpPr>
        <p:spPr>
          <a:xfrm>
            <a:off x="3840480" y="6858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251960" y="6858000"/>
            <a:ext cx="365760" cy="274320"/>
          </a:xfrm>
          <a:prstGeom prst="rect">
            <a:avLst/>
          </a:prstGeom>
          <a:ln w="508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1" name="Text 59"/>
          <p:cNvSpPr/>
          <p:nvPr/>
        </p:nvSpPr>
        <p:spPr>
          <a:xfrm>
            <a:off x="4251960" y="6858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3" name="Text 61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APPRECIATION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APPRECIATION POST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42976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I love.</a:t>
            </a:r>
            <a:endParaRPr lang="en-US" sz="3400" dirty="0"/>
          </a:p>
          <a:p>
            <a:pPr marL="0" indent="0" algn="l">
              <a:buNone/>
            </a:pPr>
            <a:endParaRPr lang="en-US" sz="3400" i="1" dirty="0">
              <a:solidFill>
                <a:srgbClr val="1C1A17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2011680" cy="8686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2651760" y="21945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51760" y="2523744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651760" y="2651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651760" y="2834640"/>
            <a:ext cx="2011680" cy="8686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4123944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4251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2011680" cy="8686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651760" y="37947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0" y="4123944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651760" y="42519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651760" y="4434840"/>
            <a:ext cx="2011680" cy="8686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53949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5760" y="5724144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65760" y="58521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6035040"/>
            <a:ext cx="2011680" cy="8686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651760" y="53949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THEIR NAME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651760" y="5724144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651760" y="58521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them →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651760" y="6035040"/>
            <a:ext cx="2011680" cy="8686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IN LOVE WITH LIFE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APPRECIATION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love with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Dear </a:t>
            </a:r>
            <a:r>
              <a:rPr lang="en-US" sz="16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life,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28346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things you gave me this month 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364992"/>
            <a:ext cx="2350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44728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3657600"/>
            <a:ext cx="2350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73989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950208"/>
            <a:ext cx="2350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403250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4242816"/>
            <a:ext cx="2350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3251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4535424"/>
            <a:ext cx="2350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65760" y="461772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" y="4828032"/>
            <a:ext cx="2350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49103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5120640"/>
            <a:ext cx="235000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081528" y="3154680"/>
            <a:ext cx="1581912" cy="20116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081528" y="3154680"/>
            <a:ext cx="1581912" cy="20116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081528" y="5166360"/>
            <a:ext cx="158191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081528" y="4910328"/>
            <a:ext cx="1581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small joy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081528" y="5257800"/>
            <a:ext cx="1581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yours, always.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81528" y="5650992"/>
            <a:ext cx="158191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081528" y="5669280"/>
            <a:ext cx="158191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sign here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65760" y="61264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MORE THING I WANT TO REMEMBER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6309360"/>
            <a:ext cx="4297680" cy="9601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457200" y="63825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23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NEWEST OBSESSION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NEWEST OBSESSION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Crush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Diary.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crush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noticed →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9535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362559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they’re hot 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65760" y="446227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65760" y="496519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65760" y="51297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♡  ♡  ♡  ♡  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51760" y="21945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fictional crush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651760" y="246888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2651760" y="26060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first noticed 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51760" y="29535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651760" y="34564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2651760" y="3611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they’re hot →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51760" y="395935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2651760" y="446227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2651760" y="496519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2651760" y="51297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♡  ♡  ♡  ♡  ♡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700" dirty="0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485D5EF1-2C71-BE8A-486F-02F3251CDB6B}"/>
              </a:ext>
            </a:extLst>
          </p:cNvPr>
          <p:cNvSpPr/>
          <p:nvPr/>
        </p:nvSpPr>
        <p:spPr>
          <a:xfrm>
            <a:off x="719789" y="5440358"/>
            <a:ext cx="128244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900"/>
          </a:p>
        </p:txBody>
      </p:sp>
      <p:sp>
        <p:nvSpPr>
          <p:cNvPr id="45" name="Shape 5">
            <a:extLst>
              <a:ext uri="{FF2B5EF4-FFF2-40B4-BE49-F238E27FC236}">
                <a16:creationId xmlns:a16="http://schemas.microsoft.com/office/drawing/2014/main" id="{E01D4F8B-301C-D49A-1DB2-B8F341FB0C40}"/>
              </a:ext>
            </a:extLst>
          </p:cNvPr>
          <p:cNvSpPr/>
          <p:nvPr/>
        </p:nvSpPr>
        <p:spPr>
          <a:xfrm>
            <a:off x="776368" y="5496937"/>
            <a:ext cx="1169289" cy="1169289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B7CC918B-4EC8-C061-D465-C4252E7C7B4D}"/>
              </a:ext>
            </a:extLst>
          </p:cNvPr>
          <p:cNvSpPr/>
          <p:nvPr/>
        </p:nvSpPr>
        <p:spPr>
          <a:xfrm>
            <a:off x="776368" y="6685085"/>
            <a:ext cx="1169289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89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crush</a:t>
            </a:r>
            <a:endParaRPr lang="en-US" sz="900" dirty="0">
              <a:solidFill>
                <a:srgbClr val="896E4B"/>
              </a:solidFill>
            </a:endParaRPr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7B2C8058-74C9-DDB8-E3FC-A6BE9032EC8B}"/>
              </a:ext>
            </a:extLst>
          </p:cNvPr>
          <p:cNvSpPr/>
          <p:nvPr/>
        </p:nvSpPr>
        <p:spPr>
          <a:xfrm>
            <a:off x="3026967" y="5440358"/>
            <a:ext cx="128244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6E2A2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T" sz="900"/>
          </a:p>
        </p:txBody>
      </p:sp>
      <p:sp>
        <p:nvSpPr>
          <p:cNvPr id="48" name="Shape 5">
            <a:extLst>
              <a:ext uri="{FF2B5EF4-FFF2-40B4-BE49-F238E27FC236}">
                <a16:creationId xmlns:a16="http://schemas.microsoft.com/office/drawing/2014/main" id="{02805B8F-DA0C-73ED-2696-3621491714EA}"/>
              </a:ext>
            </a:extLst>
          </p:cNvPr>
          <p:cNvSpPr/>
          <p:nvPr/>
        </p:nvSpPr>
        <p:spPr>
          <a:xfrm>
            <a:off x="3083546" y="5496937"/>
            <a:ext cx="1169289" cy="1169289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 sz="900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836F76C2-480D-2AFE-29CC-CD6DE7C0C205}"/>
              </a:ext>
            </a:extLst>
          </p:cNvPr>
          <p:cNvSpPr/>
          <p:nvPr/>
        </p:nvSpPr>
        <p:spPr>
          <a:xfrm>
            <a:off x="3083546" y="6685085"/>
            <a:ext cx="1169289" cy="188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00" i="1" dirty="0">
                <a:solidFill>
                  <a:srgbClr val="89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fictional crush</a:t>
            </a:r>
            <a:endParaRPr lang="en-US" sz="900" dirty="0">
              <a:solidFill>
                <a:srgbClr val="896E4B"/>
              </a:solidFill>
            </a:endParaRPr>
          </a:p>
        </p:txBody>
      </p:sp>
      <p:sp>
        <p:nvSpPr>
          <p:cNvPr id="50" name="Text 29">
            <a:extLst>
              <a:ext uri="{FF2B5EF4-FFF2-40B4-BE49-F238E27FC236}">
                <a16:creationId xmlns:a16="http://schemas.microsoft.com/office/drawing/2014/main" id="{5FE12259-A746-8B9D-9E5D-9E443AEB96D7}"/>
              </a:ext>
            </a:extLst>
          </p:cNvPr>
          <p:cNvSpPr/>
          <p:nvPr/>
        </p:nvSpPr>
        <p:spPr>
          <a:xfrm>
            <a:off x="365760" y="6466611"/>
            <a:ext cx="1581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portrait</a:t>
            </a:r>
            <a:endParaRPr lang="en-US" sz="70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11BC185B-F640-5365-CCE7-610C4528C63C}"/>
              </a:ext>
            </a:extLst>
          </p:cNvPr>
          <p:cNvSpPr/>
          <p:nvPr/>
        </p:nvSpPr>
        <p:spPr>
          <a:xfrm>
            <a:off x="2670920" y="6465058"/>
            <a:ext cx="1581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a portrait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RELATIONSHIPS · PEOPLE I LOVE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PEOPLE I LOVE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my corner.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128548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265708"/>
            <a:ext cx="2011680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265708"/>
            <a:ext cx="2011680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362988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1069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345442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37836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38933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4222524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2651760" y="2265708"/>
            <a:ext cx="2011680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2651760" y="2265708"/>
            <a:ext cx="2011680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2651760" y="3362988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2651760" y="31069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651760" y="345442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651760" y="37836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2651760" y="38933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51760" y="4222524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65760" y="4835172"/>
            <a:ext cx="2011680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4835172"/>
            <a:ext cx="2011680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5932452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56764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" y="60238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6353076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646280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6791988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2651760" y="4835172"/>
            <a:ext cx="2011680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2651760" y="4835172"/>
            <a:ext cx="2011680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651760" y="5932452"/>
            <a:ext cx="2011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2651760" y="56764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portrait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2651760" y="602389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651760" y="6353076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2651760" y="646280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WE MET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651760" y="6791988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</a:t>
            </a:r>
            <a:endParaRPr lang="en-US" sz="700" dirty="0"/>
          </a:p>
        </p:txBody>
      </p:sp>
      <p:sp>
        <p:nvSpPr>
          <p:cNvPr id="54" name="Shape 16">
            <a:extLst>
              <a:ext uri="{FF2B5EF4-FFF2-40B4-BE49-F238E27FC236}">
                <a16:creationId xmlns:a16="http://schemas.microsoft.com/office/drawing/2014/main" id="{39FF4784-CA2B-8100-AFB0-81CEDF7FB049}"/>
              </a:ext>
            </a:extLst>
          </p:cNvPr>
          <p:cNvSpPr/>
          <p:nvPr/>
        </p:nvSpPr>
        <p:spPr>
          <a:xfrm>
            <a:off x="365760" y="451271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42E1B6A3-4347-F2E2-82DA-B3932EC5C0FB}"/>
              </a:ext>
            </a:extLst>
          </p:cNvPr>
          <p:cNvSpPr/>
          <p:nvPr/>
        </p:nvSpPr>
        <p:spPr>
          <a:xfrm>
            <a:off x="2651760" y="451271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890B897D-C203-A97B-D706-06AAB068CF65}"/>
              </a:ext>
            </a:extLst>
          </p:cNvPr>
          <p:cNvSpPr/>
          <p:nvPr/>
        </p:nvSpPr>
        <p:spPr>
          <a:xfrm>
            <a:off x="365760" y="71202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7E537CA9-E1A3-E1C7-AED3-6CF0B63C696F}"/>
              </a:ext>
            </a:extLst>
          </p:cNvPr>
          <p:cNvSpPr/>
          <p:nvPr/>
        </p:nvSpPr>
        <p:spPr>
          <a:xfrm>
            <a:off x="2651760" y="71202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Playlist &amp; Music.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Liner notes from the month — the songs that scored your days.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05 · PLAYLIST &amp; MUSIC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 · WRAPPED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WRAPPED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Month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Sound.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719072" cy="16459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65760" y="3383280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 ·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67712" y="228600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ARTIST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267712" y="263347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2267712" y="27889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SONG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267712" y="313639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2267712" y="329184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MOOD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267712" y="363931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41148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 5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434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868680" y="4645152"/>
            <a:ext cx="236372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944368" y="443484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2944368" y="4645152"/>
            <a:ext cx="171907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4937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4937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868680" y="5148072"/>
            <a:ext cx="236372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944368" y="493776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31" name="Shape 29"/>
          <p:cNvSpPr/>
          <p:nvPr/>
        </p:nvSpPr>
        <p:spPr>
          <a:xfrm>
            <a:off x="2944368" y="5148072"/>
            <a:ext cx="171907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5440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68680" y="54406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868680" y="5650992"/>
            <a:ext cx="236372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944368" y="544068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2944368" y="5650992"/>
            <a:ext cx="171907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5943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68680" y="59436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868680" y="6153912"/>
            <a:ext cx="236372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2944368" y="594360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2944368" y="6153912"/>
            <a:ext cx="171907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68680" y="64465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 NAME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868680" y="6656832"/>
            <a:ext cx="236372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2944368" y="6446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2944368" y="6656832"/>
            <a:ext cx="171907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 · FESTIVAL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FROM MY HEADPHONES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0584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PenPalooza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297680" cy="0"/>
          </a:xfrm>
          <a:prstGeom prst="line">
            <a:avLst/>
          </a:prstGeom>
          <a:noFill/>
          <a:ln w="1524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HEADLINER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9631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65760" y="272491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907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926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SUNSET SET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65760" y="3575305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" y="377647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3794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MAIN STAGE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23367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365760" y="425196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464515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65760" y="4663439"/>
            <a:ext cx="2386584" cy="2376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DISCOVERY STAGE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510235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512064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65760" y="533095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551383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65760" y="5532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 REPEAT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597103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598932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365760" y="61996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638251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65760" y="6400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LATE NIGHT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683971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6858000"/>
            <a:ext cx="4297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 · song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65760" y="706831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about why →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65760" y="72511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 · LINER NOTES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29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LINER NOTES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Album of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Week.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148840" cy="21488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148840" cy="214884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343400"/>
            <a:ext cx="214884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08736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 art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697480" y="219456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ALBUM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97480" y="2542032"/>
            <a:ext cx="19659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697480" y="2697480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697480" y="3044952"/>
            <a:ext cx="19659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697480" y="3200400"/>
            <a:ext cx="9372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697480" y="3547872"/>
            <a:ext cx="9372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726180" y="3200400"/>
            <a:ext cx="9372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726180" y="3547872"/>
            <a:ext cx="9372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697480" y="3749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STAYED WITH ME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4754880"/>
            <a:ext cx="4297680" cy="13716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65760" y="62636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 TRACK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661111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PLAYLIST &amp; MUSIC · MIXTAPE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MIXTAPE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Moodboard.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late drives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04672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804672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0467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33101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261872" y="251460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17" name="Shape 15"/>
          <p:cNvSpPr/>
          <p:nvPr/>
        </p:nvSpPr>
        <p:spPr>
          <a:xfrm>
            <a:off x="1261872" y="281635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1261872" y="290779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1261872" y="3209544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1261872" y="329184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261872" y="359359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2651760" y="2194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kitchen dancing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2468880"/>
            <a:ext cx="804672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2651760" y="2468880"/>
            <a:ext cx="804672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2651760" y="3566160"/>
            <a:ext cx="80467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2651760" y="33101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47872" y="251460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547872" y="281635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547872" y="290779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3547872" y="3209544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547872" y="329184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547872" y="359359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morning walks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804672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65760" y="4114800"/>
            <a:ext cx="804672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65760" y="5212080"/>
            <a:ext cx="80467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495604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261872" y="416052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1261872" y="446227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1261872" y="455371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1261872" y="4855464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1261872" y="493776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261872" y="523951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2651760" y="3840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comedown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651760" y="4114800"/>
            <a:ext cx="804672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2651760" y="4114800"/>
            <a:ext cx="804672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2651760" y="5212080"/>
            <a:ext cx="80467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2651760" y="495604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547872" y="416052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3547872" y="446227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3547872" y="455371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547872" y="4855464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3547872" y="493776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547872" y="523951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365760" y="5486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breakdown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65760" y="5760720"/>
            <a:ext cx="804672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365760" y="5760720"/>
            <a:ext cx="804672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Shape 56"/>
          <p:cNvSpPr/>
          <p:nvPr/>
        </p:nvSpPr>
        <p:spPr>
          <a:xfrm>
            <a:off x="365760" y="6858000"/>
            <a:ext cx="80467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9" name="Text 57"/>
          <p:cNvSpPr/>
          <p:nvPr/>
        </p:nvSpPr>
        <p:spPr>
          <a:xfrm>
            <a:off x="365760" y="660196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1261872" y="580644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1261872" y="610819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2" name="Text 60"/>
          <p:cNvSpPr/>
          <p:nvPr/>
        </p:nvSpPr>
        <p:spPr>
          <a:xfrm>
            <a:off x="1261872" y="619963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1261872" y="6501384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4" name="Text 62"/>
          <p:cNvSpPr/>
          <p:nvPr/>
        </p:nvSpPr>
        <p:spPr>
          <a:xfrm>
            <a:off x="1261872" y="65836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1261872" y="688543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6" name="Text 64"/>
          <p:cNvSpPr/>
          <p:nvPr/>
        </p:nvSpPr>
        <p:spPr>
          <a:xfrm>
            <a:off x="2651760" y="5486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slow sundays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651760" y="5760720"/>
            <a:ext cx="804672" cy="10972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8" name="Shape 66"/>
          <p:cNvSpPr/>
          <p:nvPr/>
        </p:nvSpPr>
        <p:spPr>
          <a:xfrm>
            <a:off x="2651760" y="5760720"/>
            <a:ext cx="804672" cy="10972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9" name="Shape 67"/>
          <p:cNvSpPr/>
          <p:nvPr/>
        </p:nvSpPr>
        <p:spPr>
          <a:xfrm>
            <a:off x="2651760" y="6858000"/>
            <a:ext cx="80467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0" name="Text 68"/>
          <p:cNvSpPr/>
          <p:nvPr/>
        </p:nvSpPr>
        <p:spPr>
          <a:xfrm>
            <a:off x="2651760" y="660196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3547872" y="580644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ARTIST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3547872" y="610819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3" name="Text 71"/>
          <p:cNvSpPr/>
          <p:nvPr/>
        </p:nvSpPr>
        <p:spPr>
          <a:xfrm>
            <a:off x="3547872" y="6199632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SONG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3547872" y="6501384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5" name="Text 73"/>
          <p:cNvSpPr/>
          <p:nvPr/>
        </p:nvSpPr>
        <p:spPr>
          <a:xfrm>
            <a:off x="3547872" y="6583680"/>
            <a:ext cx="11155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feeling →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547872" y="6885432"/>
            <a:ext cx="11155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7" name="Shape 7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8" name="Text 7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Tickets, scenes, scores — the dark room remembered.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06 · MOVIES &amp; SHOWS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CINEMA · TICKET STUB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ADMIT ONE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film of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night.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297680" cy="320040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286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CINEMA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560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ADMIT ONE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3749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40080" y="3273552"/>
            <a:ext cx="3749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40080" y="3776472"/>
            <a:ext cx="37490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 0001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4640" y="3931920"/>
            <a:ext cx="1828800" cy="210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ROW __   SEAT __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40080" y="4599432"/>
            <a:ext cx="13716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377440" y="4297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37744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80060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ONE-LINE REVIEW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40080" y="4983480"/>
            <a:ext cx="3749040" cy="3200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731520" y="505663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one sentence…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621792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786384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950976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1115568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1280160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1444752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1609344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1773936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1938528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103120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2267712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432304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2596896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2761488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926080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3090672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255264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3419856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584448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3749040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3913632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0" name="Shape 48"/>
          <p:cNvSpPr/>
          <p:nvPr/>
        </p:nvSpPr>
        <p:spPr>
          <a:xfrm>
            <a:off x="4078224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1" name="Shape 49"/>
          <p:cNvSpPr/>
          <p:nvPr/>
        </p:nvSpPr>
        <p:spPr>
          <a:xfrm>
            <a:off x="4242816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2" name="Shape 50"/>
          <p:cNvSpPr/>
          <p:nvPr/>
        </p:nvSpPr>
        <p:spPr>
          <a:xfrm>
            <a:off x="4407408" y="2331720"/>
            <a:ext cx="36576" cy="36576"/>
          </a:xfrm>
          <a:prstGeom prst="ellipse">
            <a:avLst/>
          </a:prstGeom>
          <a:solidFill>
            <a:srgbClr val="FBF9F5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365760" y="55321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 WILL REMEMBER ABOUT IT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65760" y="5715000"/>
            <a:ext cx="4297680" cy="14630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Text 53"/>
          <p:cNvSpPr/>
          <p:nvPr/>
        </p:nvSpPr>
        <p:spPr>
          <a:xfrm>
            <a:off x="457200" y="578815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Text 55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32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CINEMA · WATCH LOG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WATCH LOG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watched.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00400" y="21945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267919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200400" y="24688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7889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97280" y="29992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200400" y="2788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108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97280" y="331927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200400" y="31089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429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97280" y="36393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200400" y="3429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749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97280" y="395935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200400" y="3749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0690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97280" y="427939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200400" y="4069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3891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97280" y="45994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200400" y="43891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7091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97280" y="491947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200400" y="4709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50292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97280" y="52395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3200400" y="5029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65760" y="5349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097280" y="555955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200400" y="5349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56692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097280" y="587959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Text 45"/>
          <p:cNvSpPr/>
          <p:nvPr/>
        </p:nvSpPr>
        <p:spPr>
          <a:xfrm>
            <a:off x="3200400" y="5669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5989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97280" y="61996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200400" y="5989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65760" y="63093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097280" y="651967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Text 51"/>
          <p:cNvSpPr/>
          <p:nvPr/>
        </p:nvSpPr>
        <p:spPr>
          <a:xfrm>
            <a:off x="3200400" y="6309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5760" y="66294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__/__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97280" y="68397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Text 54"/>
          <p:cNvSpPr/>
          <p:nvPr/>
        </p:nvSpPr>
        <p:spPr>
          <a:xfrm>
            <a:off x="3200400" y="6629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☆ ☆ ☆ ☆ ☆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CINEMA · HIGHLIGHTS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MOVIE HIGHLIGHTS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Oscar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goes to…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48839"/>
            <a:ext cx="1545102" cy="246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1719072" cy="1920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1719072" cy="192024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4434840"/>
            <a:ext cx="171907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417880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poster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67712" y="251460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67712" y="286207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267712" y="30175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267712" y="336499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2267712" y="352044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67712" y="3867912"/>
            <a:ext cx="11521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511296" y="352044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RUNTIME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511296" y="3867912"/>
            <a:ext cx="11521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267712" y="402336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LINE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267712" y="4206240"/>
            <a:ext cx="2395728" cy="2743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59" y="4846320"/>
            <a:ext cx="1545101" cy="228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51206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65760" y="5212080"/>
            <a:ext cx="1719072" cy="1920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5212080"/>
            <a:ext cx="1719072" cy="192024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365760" y="7132320"/>
            <a:ext cx="171907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687628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poster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2267712" y="521208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7712" y="555955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267712" y="571500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DIRECTED BY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267712" y="606247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267712" y="621792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YEAR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267712" y="6565392"/>
            <a:ext cx="11521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3511296" y="6217920"/>
            <a:ext cx="11521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RUNTIME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511296" y="6565392"/>
            <a:ext cx="11521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267712" y="672084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LINE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267712" y="6903720"/>
            <a:ext cx="2395728" cy="2743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34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Stories worth being remembered — pages, lines, and the lives they made.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07 · READING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· BOOKPLATE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BOOKPLATE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 Libris.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4297680" cy="512064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4023360" cy="4846320"/>
          </a:xfrm>
          <a:prstGeom prst="rect">
            <a:avLst/>
          </a:prstGeom>
          <a:ln w="1016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594360" y="2148840"/>
            <a:ext cx="3840480" cy="4663440"/>
          </a:xfrm>
          <a:prstGeom prst="rect">
            <a:avLst/>
          </a:prstGeom>
          <a:ln w="508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 LIBRIS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from the library of —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3547872"/>
            <a:ext cx="32004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32004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name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65760" y="36576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14400" y="4507992"/>
            <a:ext cx="32004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914400" y="466344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914400" y="5010912"/>
            <a:ext cx="32004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914400" y="52120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LINE WORTH KEEPING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914400" y="5394960"/>
            <a:ext cx="3200400" cy="13716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1005840" y="546811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</a:t>
            </a:r>
            <a:endParaRPr lang="en-US" sz="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· MARGIN NOTES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 NOTES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of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Month.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719072" cy="21945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719072" cy="21945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389120"/>
            <a:ext cx="1719072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133088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267712" y="219456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267712" y="254203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267712" y="269748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267712" y="304495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2267712" y="320040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267712" y="354787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2267712" y="3703320"/>
            <a:ext cx="23957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FINISHED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267712" y="4050792"/>
            <a:ext cx="239572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267712" y="4069080"/>
            <a:ext cx="239572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 / __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267712" y="41605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63040" y="4617720"/>
            <a:ext cx="3200400" cy="11887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1463040" y="4617720"/>
            <a:ext cx="1600200" cy="11887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characters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63040" y="4910328"/>
            <a:ext cx="3200400" cy="11887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1463040" y="4910328"/>
            <a:ext cx="1600200" cy="11887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51572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plot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463040" y="5202936"/>
            <a:ext cx="3200400" cy="11887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1463040" y="5202936"/>
            <a:ext cx="1600200" cy="11887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54498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feeling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463040" y="5495544"/>
            <a:ext cx="3200400" cy="11887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1463040" y="5495544"/>
            <a:ext cx="1600200" cy="11887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57424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pacing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463040" y="5788152"/>
            <a:ext cx="3200400" cy="118872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1463040" y="5788152"/>
            <a:ext cx="1600200" cy="118872"/>
          </a:xfrm>
          <a:prstGeom prst="rect">
            <a:avLst/>
          </a:prstGeom>
          <a:solidFill>
            <a:srgbClr val="8A6E4B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65760" y="61264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FINAL THOUGHTS 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5760" y="6309360"/>
            <a:ext cx="4297680" cy="9601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457200" y="638251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write here…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37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· MINI REVIEWS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MARGIN NOTES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188720" cy="1554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188720" cy="15544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11887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737360" y="21945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737360" y="2542032"/>
            <a:ext cx="2926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1737360" y="269748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737360" y="3044952"/>
            <a:ext cx="1417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246120" y="269748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46120" y="3044952"/>
            <a:ext cx="1417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1737360" y="315468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ONE SENTENCE 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1737360" y="3337560"/>
            <a:ext cx="2926080" cy="411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65760" y="3886200"/>
            <a:ext cx="1188720" cy="1554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1188720" cy="15544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5440680"/>
            <a:ext cx="11887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518464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737360" y="388620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737360" y="4233672"/>
            <a:ext cx="2926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1737360" y="438912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737360" y="4736592"/>
            <a:ext cx="1417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246120" y="438912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46120" y="4736592"/>
            <a:ext cx="1417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1737360" y="48463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ONE SENTENCE 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737360" y="5029200"/>
            <a:ext cx="2926080" cy="411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65760" y="5577840"/>
            <a:ext cx="1188720" cy="1554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65760" y="5577840"/>
            <a:ext cx="1188720" cy="15544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365760" y="7132320"/>
            <a:ext cx="11887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65760" y="68762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cover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737360" y="557784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737360" y="5925312"/>
            <a:ext cx="2926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1737360" y="608076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737360" y="6428232"/>
            <a:ext cx="1417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3246120" y="6080760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GENRE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246120" y="6428232"/>
            <a:ext cx="1417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1737360" y="653796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 ONE SENTENCE →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737360" y="6720840"/>
            <a:ext cx="2926080" cy="411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38</a:t>
            </a:r>
            <a:endParaRPr lang="en-US" sz="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READING · TBR STACK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39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TBR STACK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#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77240" y="21945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TITLE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34640" y="2194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365760" y="2514600"/>
            <a:ext cx="411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7240" y="2816352"/>
            <a:ext cx="19522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2820924" y="2816352"/>
            <a:ext cx="1842516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59" y="3017520"/>
            <a:ext cx="502341" cy="2651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319272"/>
            <a:ext cx="19522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2820924" y="3319272"/>
            <a:ext cx="1842516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3520439"/>
            <a:ext cx="502340" cy="3017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3822192"/>
            <a:ext cx="19522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2820924" y="3822192"/>
            <a:ext cx="1842516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65760" y="4023360"/>
            <a:ext cx="502340" cy="2743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" y="4325112"/>
            <a:ext cx="19522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2820924" y="4325112"/>
            <a:ext cx="1842516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4526280"/>
            <a:ext cx="411480" cy="274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" y="4828032"/>
            <a:ext cx="19522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2820924" y="4828032"/>
            <a:ext cx="1842516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65760" y="5029199"/>
            <a:ext cx="411480" cy="3017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5330952"/>
            <a:ext cx="19522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820924" y="5330952"/>
            <a:ext cx="1842516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5532120"/>
            <a:ext cx="502340" cy="274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5833872"/>
            <a:ext cx="19522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2820924" y="5833872"/>
            <a:ext cx="1842516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6035040"/>
            <a:ext cx="411480" cy="256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77240" y="6336792"/>
            <a:ext cx="1952244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820924" y="6336792"/>
            <a:ext cx="1842516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39</a:t>
            </a:r>
            <a:endParaRPr lang="en-US" sz="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&amp; Recipes.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kitchen — the dishes, the table, the small rituals of the week.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08 · FOOD &amp; RECIPES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 · RECIPE CARD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RECIPE CARD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kitchen.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297680" cy="18288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297680" cy="182880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023360"/>
            <a:ext cx="4297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76732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dish, as it actually looked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41605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DISH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45079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5010912"/>
            <a:ext cx="13716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920240" y="4663440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920240" y="5010912"/>
            <a:ext cx="13716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474720" y="46634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474720" y="501091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65760" y="5212080"/>
            <a:ext cx="1719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INGREDIENTS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5394960"/>
            <a:ext cx="162763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5650992"/>
            <a:ext cx="162763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65760" y="5925312"/>
            <a:ext cx="162763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6199632"/>
            <a:ext cx="162763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65760" y="6473952"/>
            <a:ext cx="162763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65760" y="6748272"/>
            <a:ext cx="162763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7022592"/>
            <a:ext cx="1627632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2176272" y="5212080"/>
            <a:ext cx="24871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METHOD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176272" y="5394960"/>
            <a:ext cx="248716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2176272" y="54864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450592" y="5650992"/>
            <a:ext cx="221284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2176272" y="57607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450592" y="5925312"/>
            <a:ext cx="221284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2176272" y="6035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50592" y="6199632"/>
            <a:ext cx="221284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2176272" y="63093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450592" y="6473952"/>
            <a:ext cx="221284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176272" y="65836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450592" y="6748272"/>
            <a:ext cx="221284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2176272" y="6858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450592" y="7022592"/>
            <a:ext cx="2212848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41</a:t>
            </a:r>
            <a:endParaRPr lang="en-US" sz="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 · WEEK ON A PLATE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 ON A PLATE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week,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a plate.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BREAKFAST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37744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LUNCH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749040" y="21945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DINNER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2514600"/>
            <a:ext cx="640080" cy="274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281635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2209800" y="281635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413760" y="281635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345643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2209800" y="345643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413760" y="345643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365760" y="3794759"/>
            <a:ext cx="640080" cy="338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05840" y="409651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209800" y="409651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413760" y="409651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4343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44348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840" y="473659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2209800" y="473659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3413760" y="473659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65760" y="49834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5074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005840" y="537667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2209800" y="537667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413760" y="537667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365760" y="562356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365760" y="5715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005840" y="601675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209800" y="601675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3413760" y="601675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62636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05840" y="665683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2209800" y="665683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3413760" y="6656832"/>
            <a:ext cx="1112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Shape 48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</a:t>
            </a:r>
            <a:endParaRPr lang="en-US" sz="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 &amp; RECIPES · TABLE FOR ONE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TABLE FOR ONE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___.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974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2926078"/>
            <a:ext cx="2148840" cy="164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 / __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834640" y="26974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OCCASION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834640" y="3044952"/>
            <a:ext cx="18288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4297680" cy="20116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4297680" cy="20116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65760" y="5212080"/>
            <a:ext cx="4297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495604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meal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65760" y="53492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ATMOSPHERE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20240" y="5330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571500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FOOD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20240" y="5696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080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20240" y="60624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20240" y="6428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690372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WORTH RETURNING?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5760" y="7086600"/>
            <a:ext cx="1280160" cy="36576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7086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828800" y="7086600"/>
            <a:ext cx="1280160" cy="36576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1828800" y="7086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7086600"/>
            <a:ext cx="1280160" cy="36576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291840" y="7086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MAYBE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Text 3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43</a:t>
            </a:r>
            <a:endParaRPr lang="en-US" sz="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&amp; Places.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Postcards from the coast — and everywhere else worth remembering.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09 · TRAVEL &amp; PLACES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· POSTCARD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POSTCARD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Wish you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here.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297680" cy="43891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502920" y="2331720"/>
            <a:ext cx="4023360" cy="21031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502920" y="2331720"/>
            <a:ext cx="4023360" cy="21031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502920" y="4434840"/>
            <a:ext cx="402336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view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14600" y="4572000"/>
            <a:ext cx="0" cy="192024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Greetings from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02352"/>
            <a:ext cx="1783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548640" y="5120640"/>
            <a:ext cx="17830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place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548640" y="5513832"/>
            <a:ext cx="1783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548640" y="5833872"/>
            <a:ext cx="1783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548640" y="6153912"/>
            <a:ext cx="1783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548640" y="6217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your Name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817620" y="4535424"/>
            <a:ext cx="662920" cy="694941"/>
          </a:xfrm>
          <a:prstGeom prst="rect">
            <a:avLst/>
          </a:prstGeom>
          <a:ln w="762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817620" y="4440819"/>
            <a:ext cx="685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840480" y="5085644"/>
            <a:ext cx="685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STAMP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651760" y="4937760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51760" y="5285232"/>
            <a:ext cx="1874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5303520"/>
            <a:ext cx="1874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your besties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2651760" y="5650992"/>
            <a:ext cx="1874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651760" y="6016752"/>
            <a:ext cx="1874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2651760" y="6382512"/>
            <a:ext cx="18745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</a:t>
            </a:r>
            <a:endParaRPr lang="en-US" sz="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· ITINERARY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ITINERARY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itinerary,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loosely held.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DESTINATION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65760" y="249631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FROM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2954148"/>
            <a:ext cx="20467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834640" y="265176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834640" y="2954148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__ / __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365760" y="3246120"/>
            <a:ext cx="1120140" cy="1645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280160" y="3383280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1280160" y="3776472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11201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80160" y="4160520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1280160" y="4553712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365760" y="4800600"/>
            <a:ext cx="1120140" cy="201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80160" y="4937760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1280160" y="5330952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5577840"/>
            <a:ext cx="1120140" cy="210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280160" y="5715000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1280160" y="6108192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65760" y="6355080"/>
            <a:ext cx="1120140" cy="228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DAY 05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280160" y="6492240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1280160" y="6885432"/>
            <a:ext cx="33832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Text 38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46</a:t>
            </a:r>
            <a:endParaRPr lang="en-US" sz="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TRAVEL · PLACES SEEN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PLACES SEEN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seen.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1945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PLACE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377440" y="2194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474720" y="21945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MEMORY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27706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2377440" y="27706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474720" y="27706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365760" y="32278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2377440" y="32278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3474720" y="32278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65760" y="36850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2377440" y="36850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474720" y="36850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Shape 22"/>
          <p:cNvSpPr/>
          <p:nvPr/>
        </p:nvSpPr>
        <p:spPr>
          <a:xfrm>
            <a:off x="365760" y="41422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2377440" y="41422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474720" y="41422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45994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2377440" y="45994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474720" y="45994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50566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2377440" y="50566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474720" y="50566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55138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2377440" y="55138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474720" y="55138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65760" y="59710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2377440" y="59710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474720" y="59710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64282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2377440" y="64282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3474720" y="64282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365760" y="6885432"/>
            <a:ext cx="19202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2377440" y="6885432"/>
            <a:ext cx="100584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3474720" y="6885432"/>
            <a:ext cx="11887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Text 44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47</a:t>
            </a:r>
            <a:endParaRPr lang="en-US" sz="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Favourites.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obsessions — the things kept close, this month.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10 · MONTHLY FAVOURITES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 · BEAUTY SHELF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49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 RECOMMENDATIONS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Shelf.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371600" cy="1554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371600" cy="15544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137160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product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920240" y="219456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/ PRODUCT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920240" y="254203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1920240" y="26974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IT →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1920240" y="2880360"/>
            <a:ext cx="2743200" cy="4572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920240" y="338328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 →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920240" y="3520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1371600" cy="1554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65760" y="3886200"/>
            <a:ext cx="1371600" cy="15544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65760" y="5440680"/>
            <a:ext cx="137160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65760" y="51846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product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920240" y="388620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/ PRODUCT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920240" y="423367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1920240" y="43891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IT →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920240" y="4572000"/>
            <a:ext cx="2743200" cy="4572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1920240" y="507492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 →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92024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65760" y="5577840"/>
            <a:ext cx="1371600" cy="1554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5577840"/>
            <a:ext cx="1371600" cy="15544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65760" y="7132320"/>
            <a:ext cx="137160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6876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product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920240" y="557784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BRAND / PRODUCT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1920240" y="5925312"/>
            <a:ext cx="274320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1920240" y="608076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I LOVE IT →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920240" y="6263640"/>
            <a:ext cx="2743200" cy="45720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1920240" y="6766560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RATING →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920240" y="6903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Text 4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49</a:t>
            </a:r>
            <a:endParaRPr lang="en-US" sz="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 · EDIBLE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EDIBLE FAVOURITES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Worth 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trip.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297680" cy="155448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297680" cy="155448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429768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493008"/>
            <a:ext cx="4297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meal of the month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3931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RESTAURANT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65760" y="45537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CUISINE →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65760" y="50109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365760" y="51206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→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54681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2651760" y="39319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CAFÉ / BAR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0" y="411480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2651760" y="42062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651760" y="45537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2651760" y="4663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TO ORDER →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651760" y="50109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51760" y="51206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→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651760" y="546811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Text 29"/>
          <p:cNvSpPr/>
          <p:nvPr/>
        </p:nvSpPr>
        <p:spPr>
          <a:xfrm>
            <a:off x="365760" y="5577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SNACK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65760" y="576072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Text 31"/>
          <p:cNvSpPr/>
          <p:nvPr/>
        </p:nvSpPr>
        <p:spPr>
          <a:xfrm>
            <a:off x="365760" y="58521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65760" y="61996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Text 33"/>
          <p:cNvSpPr/>
          <p:nvPr/>
        </p:nvSpPr>
        <p:spPr>
          <a:xfrm>
            <a:off x="365760" y="63093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FROM →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66568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67665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→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71140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2651760" y="55778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DRINK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2651760" y="5760720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Text 39"/>
          <p:cNvSpPr/>
          <p:nvPr/>
        </p:nvSpPr>
        <p:spPr>
          <a:xfrm>
            <a:off x="2651760" y="58521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 →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0" y="61996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Text 41"/>
          <p:cNvSpPr/>
          <p:nvPr/>
        </p:nvSpPr>
        <p:spPr>
          <a:xfrm>
            <a:off x="2651760" y="63093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WHERE FROM →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651760" y="66568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Text 43"/>
          <p:cNvSpPr/>
          <p:nvPr/>
        </p:nvSpPr>
        <p:spPr>
          <a:xfrm>
            <a:off x="2651760" y="67665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→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651760" y="7114032"/>
            <a:ext cx="2011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</a:t>
            </a:r>
            <a:endParaRPr lang="en-US" sz="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 · APPS &amp; INTERNET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 RECOMMENDATIONS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&amp;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Internet.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167128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249631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542033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40080" y="2889505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640080" y="2907793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65760" y="3090672"/>
            <a:ext cx="2148840" cy="173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3"/>
            <a:ext cx="2011680" cy="777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Text 15"/>
          <p:cNvSpPr/>
          <p:nvPr/>
        </p:nvSpPr>
        <p:spPr>
          <a:xfrm>
            <a:off x="2651760" y="249631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26080" y="2542033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926080" y="2889505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2926080" y="2907793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651760" y="3273553"/>
            <a:ext cx="2011680" cy="777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402065" y="4599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385" y="464515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76385" y="4992624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676385" y="5010912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02065" y="5376672"/>
            <a:ext cx="2011680" cy="777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2688065" y="45994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62385" y="464515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/ PODCAST / SITE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962385" y="4992624"/>
            <a:ext cx="173736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2962385" y="5010912"/>
            <a:ext cx="17373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kern="0" spc="2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name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688065" y="5376672"/>
            <a:ext cx="2011680" cy="7772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Text 4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51</a:t>
            </a:r>
            <a:endParaRPr lang="en-US" sz="700" dirty="0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D2863E75-8A52-E4B0-A175-B04A4F6B52FE}"/>
              </a:ext>
            </a:extLst>
          </p:cNvPr>
          <p:cNvSpPr/>
          <p:nvPr/>
        </p:nvSpPr>
        <p:spPr>
          <a:xfrm>
            <a:off x="2651760" y="3081528"/>
            <a:ext cx="2148840" cy="173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</a:t>
            </a:r>
            <a:endParaRPr lang="en-US" sz="6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684B65BF-2F86-A4AB-9CA1-8BE09E127589}"/>
              </a:ext>
            </a:extLst>
          </p:cNvPr>
          <p:cNvSpPr/>
          <p:nvPr/>
        </p:nvSpPr>
        <p:spPr>
          <a:xfrm>
            <a:off x="333485" y="5193791"/>
            <a:ext cx="2148840" cy="173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</a:t>
            </a:r>
            <a:endParaRPr lang="en-US" sz="600" dirty="0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E965A6A7-E5C9-89F4-A1F7-39D29B2A2A69}"/>
              </a:ext>
            </a:extLst>
          </p:cNvPr>
          <p:cNvSpPr/>
          <p:nvPr/>
        </p:nvSpPr>
        <p:spPr>
          <a:xfrm>
            <a:off x="2651760" y="5193791"/>
            <a:ext cx="2148840" cy="173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b="1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IT’S ABOUT</a:t>
            </a:r>
            <a:endParaRPr lang="en-US" sz="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FAVOURITES · RITUALS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MY ROUTINES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8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Rituals.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MORNING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sunrise —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224028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2414016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Shape 12"/>
          <p:cNvSpPr/>
          <p:nvPr/>
        </p:nvSpPr>
        <p:spPr>
          <a:xfrm>
            <a:off x="594360" y="2587752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Shape 13"/>
          <p:cNvSpPr/>
          <p:nvPr/>
        </p:nvSpPr>
        <p:spPr>
          <a:xfrm>
            <a:off x="365760" y="2660904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594360" y="2834640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365760" y="2907792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594360" y="3081528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594360" y="3328416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594360" y="3575304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365760" y="37033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AFTERNOON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90448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midday —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365760" y="4288536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594360" y="4462272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65760" y="4535424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594360" y="4709160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Shape 28"/>
          <p:cNvSpPr/>
          <p:nvPr/>
        </p:nvSpPr>
        <p:spPr>
          <a:xfrm>
            <a:off x="365760" y="4782312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1" name="Shape 29"/>
          <p:cNvSpPr/>
          <p:nvPr/>
        </p:nvSpPr>
        <p:spPr>
          <a:xfrm>
            <a:off x="594360" y="4956048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65760" y="5029200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594360" y="5202936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365760" y="5276088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594360" y="5449824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55778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NIGHT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5779008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sundown —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65760" y="598932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365760" y="6163056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594360" y="6336792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365760" y="6409944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594360" y="6583680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365760" y="6656832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Shape 42"/>
          <p:cNvSpPr/>
          <p:nvPr/>
        </p:nvSpPr>
        <p:spPr>
          <a:xfrm>
            <a:off x="594360" y="6830568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5" name="Shape 43"/>
          <p:cNvSpPr/>
          <p:nvPr/>
        </p:nvSpPr>
        <p:spPr>
          <a:xfrm>
            <a:off x="365760" y="6903720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594360" y="7077456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365760" y="7150608"/>
            <a:ext cx="128016" cy="128016"/>
          </a:xfrm>
          <a:prstGeom prst="ellipse">
            <a:avLst/>
          </a:prstGeom>
          <a:ln w="6350">
            <a:solidFill>
              <a:srgbClr val="8A6E4B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594360" y="7324344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Text 48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52</a:t>
            </a:r>
            <a:endParaRPr lang="en-US" sz="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36576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800" i="1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8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371600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365760" y="2788920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Affirmations &amp; Goals.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65760" y="4892040"/>
            <a:ext cx="1719072" cy="0"/>
          </a:xfrm>
          <a:prstGeom prst="line">
            <a:avLst/>
          </a:prstGeom>
          <a:noFill/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50292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intentions to carry into the next month — said quietly, said clearly.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694944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70408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600" dirty="0">
                <a:solidFill>
                  <a:srgbClr val="1C1A1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Nº 11 · AFFIRMATIONS &amp; GOALS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0"/>
            <a:ext cx="4297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· OUTLOOK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OUTLOOK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month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ahead.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" y="1796795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month older and wiser.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2402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WORD FOR THE MONTH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297680" cy="73152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24688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one word here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1310640" cy="16459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365760" y="36576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9448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502920" y="4233672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Shape 17"/>
          <p:cNvSpPr/>
          <p:nvPr/>
        </p:nvSpPr>
        <p:spPr>
          <a:xfrm>
            <a:off x="502920" y="4489704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502920" y="4745736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502920" y="5001768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1859280" y="3520440"/>
            <a:ext cx="1310640" cy="16459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23" name="Text 21"/>
          <p:cNvSpPr/>
          <p:nvPr/>
        </p:nvSpPr>
        <p:spPr>
          <a:xfrm>
            <a:off x="1859280" y="36576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42160" y="3931920"/>
            <a:ext cx="9448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Shape 23"/>
          <p:cNvSpPr/>
          <p:nvPr/>
        </p:nvSpPr>
        <p:spPr>
          <a:xfrm>
            <a:off x="1996440" y="4233672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6" name="Shape 24"/>
          <p:cNvSpPr/>
          <p:nvPr/>
        </p:nvSpPr>
        <p:spPr>
          <a:xfrm>
            <a:off x="1996440" y="4489704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1996440" y="4745736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1996440" y="5001768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Shape 27"/>
          <p:cNvSpPr/>
          <p:nvPr/>
        </p:nvSpPr>
        <p:spPr>
          <a:xfrm>
            <a:off x="3352800" y="3520440"/>
            <a:ext cx="1310640" cy="16459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352800" y="36576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CRAFT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35680" y="3931920"/>
            <a:ext cx="9448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3489960" y="4233672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3489960" y="4489704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Shape 32"/>
          <p:cNvSpPr/>
          <p:nvPr/>
        </p:nvSpPr>
        <p:spPr>
          <a:xfrm>
            <a:off x="3489960" y="4745736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5" name="Shape 33"/>
          <p:cNvSpPr/>
          <p:nvPr/>
        </p:nvSpPr>
        <p:spPr>
          <a:xfrm>
            <a:off x="3489960" y="5001768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Shape 34"/>
          <p:cNvSpPr/>
          <p:nvPr/>
        </p:nvSpPr>
        <p:spPr>
          <a:xfrm>
            <a:off x="365760" y="5349240"/>
            <a:ext cx="1310640" cy="16459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7" name="Text 35"/>
          <p:cNvSpPr/>
          <p:nvPr/>
        </p:nvSpPr>
        <p:spPr>
          <a:xfrm>
            <a:off x="365760" y="54864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5760720"/>
            <a:ext cx="9448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Shape 37"/>
          <p:cNvSpPr/>
          <p:nvPr/>
        </p:nvSpPr>
        <p:spPr>
          <a:xfrm>
            <a:off x="502920" y="6062472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0" name="Shape 38"/>
          <p:cNvSpPr/>
          <p:nvPr/>
        </p:nvSpPr>
        <p:spPr>
          <a:xfrm>
            <a:off x="502920" y="6318504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1" name="Shape 39"/>
          <p:cNvSpPr/>
          <p:nvPr/>
        </p:nvSpPr>
        <p:spPr>
          <a:xfrm>
            <a:off x="502920" y="6574536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502920" y="6830568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1859280" y="5349240"/>
            <a:ext cx="1310640" cy="16459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1859280" y="54864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MONEY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42160" y="5760720"/>
            <a:ext cx="9448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6" name="Shape 44"/>
          <p:cNvSpPr/>
          <p:nvPr/>
        </p:nvSpPr>
        <p:spPr>
          <a:xfrm>
            <a:off x="1996440" y="6062472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1996440" y="6318504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1996440" y="6574536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Shape 47"/>
          <p:cNvSpPr/>
          <p:nvPr/>
        </p:nvSpPr>
        <p:spPr>
          <a:xfrm>
            <a:off x="1996440" y="6830568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0" name="Shape 48"/>
          <p:cNvSpPr/>
          <p:nvPr/>
        </p:nvSpPr>
        <p:spPr>
          <a:xfrm>
            <a:off x="3352800" y="5349240"/>
            <a:ext cx="1310640" cy="1645920"/>
          </a:xfrm>
          <a:prstGeom prst="rect">
            <a:avLst/>
          </a:prstGeom>
          <a:solidFill>
            <a:srgbClr val="F2EEE6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51" name="Text 49"/>
          <p:cNvSpPr/>
          <p:nvPr/>
        </p:nvSpPr>
        <p:spPr>
          <a:xfrm>
            <a:off x="3352800" y="5486400"/>
            <a:ext cx="131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535680" y="5760720"/>
            <a:ext cx="9448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3" name="Shape 51"/>
          <p:cNvSpPr/>
          <p:nvPr/>
        </p:nvSpPr>
        <p:spPr>
          <a:xfrm>
            <a:off x="3489960" y="6062472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4" name="Shape 52"/>
          <p:cNvSpPr/>
          <p:nvPr/>
        </p:nvSpPr>
        <p:spPr>
          <a:xfrm>
            <a:off x="3489960" y="6318504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5" name="Shape 53"/>
          <p:cNvSpPr/>
          <p:nvPr/>
        </p:nvSpPr>
        <p:spPr>
          <a:xfrm>
            <a:off x="3489960" y="6574536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6" name="Shape 54"/>
          <p:cNvSpPr/>
          <p:nvPr/>
        </p:nvSpPr>
        <p:spPr>
          <a:xfrm>
            <a:off x="3489960" y="6830568"/>
            <a:ext cx="103632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7" name="Shape 55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54</a:t>
            </a:r>
            <a:endParaRPr lang="en-US" sz="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· AFFIRMATIONS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AFFIRMATIONS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next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month.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2363724" cy="210312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2363724" cy="210312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4297680"/>
            <a:ext cx="2363724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4041648"/>
            <a:ext cx="2363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picture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866644" y="2194560"/>
            <a:ext cx="1796796" cy="10058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Shape 14"/>
          <p:cNvSpPr/>
          <p:nvPr/>
        </p:nvSpPr>
        <p:spPr>
          <a:xfrm>
            <a:off x="2866644" y="2194560"/>
            <a:ext cx="1796796" cy="100584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2866644" y="3200400"/>
            <a:ext cx="1796796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2866644" y="2944368"/>
            <a:ext cx="17967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picture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866644" y="3291840"/>
            <a:ext cx="1796796" cy="100584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0" name="Shape 18"/>
          <p:cNvSpPr/>
          <p:nvPr/>
        </p:nvSpPr>
        <p:spPr>
          <a:xfrm>
            <a:off x="2866644" y="3291840"/>
            <a:ext cx="1796796" cy="100584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1" name="Shape 19"/>
          <p:cNvSpPr/>
          <p:nvPr/>
        </p:nvSpPr>
        <p:spPr>
          <a:xfrm>
            <a:off x="2866644" y="4297680"/>
            <a:ext cx="1796796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2866644" y="4041648"/>
            <a:ext cx="17967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picture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65760" y="443484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WORD FOR THE SEASON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4297680" cy="640080"/>
          </a:xfrm>
          <a:prstGeom prst="rect">
            <a:avLst/>
          </a:prstGeom>
          <a:solidFill>
            <a:srgbClr val="F2EEE6"/>
          </a:solidFill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5440680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INTENTIONS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562356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65760" y="57150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5925312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365760" y="60076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" y="6217920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365760" y="630021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6510528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365760" y="659282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" y="6803136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6" name="Text 34"/>
          <p:cNvSpPr/>
          <p:nvPr/>
        </p:nvSpPr>
        <p:spPr>
          <a:xfrm>
            <a:off x="365760" y="688543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6E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4360" y="7095744"/>
            <a:ext cx="40690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55</a:t>
            </a:r>
            <a:endParaRPr lang="en-US" sz="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· VISION BOARD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VISION BOARD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34112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34112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Shape 11"/>
          <p:cNvSpPr/>
          <p:nvPr/>
        </p:nvSpPr>
        <p:spPr>
          <a:xfrm>
            <a:off x="365760" y="3474720"/>
            <a:ext cx="13411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321868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become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65760" y="352044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44040" y="2194560"/>
            <a:ext cx="134112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7" name="Shape 15"/>
          <p:cNvSpPr/>
          <p:nvPr/>
        </p:nvSpPr>
        <p:spPr>
          <a:xfrm>
            <a:off x="1844040" y="2194560"/>
            <a:ext cx="134112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8" name="Shape 16"/>
          <p:cNvSpPr/>
          <p:nvPr/>
        </p:nvSpPr>
        <p:spPr>
          <a:xfrm>
            <a:off x="1844040" y="3474720"/>
            <a:ext cx="13411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9" name="Text 17"/>
          <p:cNvSpPr/>
          <p:nvPr/>
        </p:nvSpPr>
        <p:spPr>
          <a:xfrm>
            <a:off x="1844040" y="321868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the feeling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844040" y="352044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feeling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22320" y="2194560"/>
            <a:ext cx="134112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2" name="Shape 20"/>
          <p:cNvSpPr/>
          <p:nvPr/>
        </p:nvSpPr>
        <p:spPr>
          <a:xfrm>
            <a:off x="3322320" y="2194560"/>
            <a:ext cx="134112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3" name="Shape 21"/>
          <p:cNvSpPr/>
          <p:nvPr/>
        </p:nvSpPr>
        <p:spPr>
          <a:xfrm>
            <a:off x="3322320" y="3474720"/>
            <a:ext cx="13411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3322320" y="321868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dream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322320" y="352044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dream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134112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134112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8" name="Shape 26"/>
          <p:cNvSpPr/>
          <p:nvPr/>
        </p:nvSpPr>
        <p:spPr>
          <a:xfrm>
            <a:off x="365760" y="5166360"/>
            <a:ext cx="13411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9" name="Text 27"/>
          <p:cNvSpPr/>
          <p:nvPr/>
        </p:nvSpPr>
        <p:spPr>
          <a:xfrm>
            <a:off x="365760" y="491032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wear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65760" y="521208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44040" y="3886200"/>
            <a:ext cx="134112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2" name="Shape 30"/>
          <p:cNvSpPr/>
          <p:nvPr/>
        </p:nvSpPr>
        <p:spPr>
          <a:xfrm>
            <a:off x="1844040" y="3886200"/>
            <a:ext cx="134112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3" name="Shape 31"/>
          <p:cNvSpPr/>
          <p:nvPr/>
        </p:nvSpPr>
        <p:spPr>
          <a:xfrm>
            <a:off x="1844040" y="5166360"/>
            <a:ext cx="13411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1844040" y="491032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place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844040" y="521208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22320" y="3886200"/>
            <a:ext cx="134112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7" name="Shape 35"/>
          <p:cNvSpPr/>
          <p:nvPr/>
        </p:nvSpPr>
        <p:spPr>
          <a:xfrm>
            <a:off x="3322320" y="3886200"/>
            <a:ext cx="134112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8" name="Shape 36"/>
          <p:cNvSpPr/>
          <p:nvPr/>
        </p:nvSpPr>
        <p:spPr>
          <a:xfrm>
            <a:off x="3322320" y="5166360"/>
            <a:ext cx="13411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39" name="Text 37"/>
          <p:cNvSpPr/>
          <p:nvPr/>
        </p:nvSpPr>
        <p:spPr>
          <a:xfrm>
            <a:off x="3322320" y="491032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read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322320" y="521208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5577840"/>
            <a:ext cx="134112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2" name="Shape 40"/>
          <p:cNvSpPr/>
          <p:nvPr/>
        </p:nvSpPr>
        <p:spPr>
          <a:xfrm>
            <a:off x="365760" y="5577840"/>
            <a:ext cx="134112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3" name="Shape 41"/>
          <p:cNvSpPr/>
          <p:nvPr/>
        </p:nvSpPr>
        <p:spPr>
          <a:xfrm>
            <a:off x="365760" y="6858000"/>
            <a:ext cx="13411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4" name="Text 42"/>
          <p:cNvSpPr/>
          <p:nvPr/>
        </p:nvSpPr>
        <p:spPr>
          <a:xfrm>
            <a:off x="365760" y="660196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make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65760" y="690372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844040" y="5577840"/>
            <a:ext cx="1341120" cy="1280160"/>
          </a:xfrm>
          <a:prstGeom prst="rect">
            <a:avLst/>
          </a:prstGeom>
          <a:solidFill>
            <a:srgbClr val="F2EEE6"/>
          </a:solidFill>
          <a:ln w="635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7" name="Shape 45"/>
          <p:cNvSpPr/>
          <p:nvPr/>
        </p:nvSpPr>
        <p:spPr>
          <a:xfrm>
            <a:off x="1844040" y="5577840"/>
            <a:ext cx="1341120" cy="128016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8" name="Shape 46"/>
          <p:cNvSpPr/>
          <p:nvPr/>
        </p:nvSpPr>
        <p:spPr>
          <a:xfrm>
            <a:off x="1844040" y="6858000"/>
            <a:ext cx="1341120" cy="0"/>
          </a:xfrm>
          <a:prstGeom prst="line">
            <a:avLst/>
          </a:prstGeom>
          <a:noFill/>
          <a:ln w="5080">
            <a:solidFill>
              <a:srgbClr val="E4DED1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9" name="Text 47"/>
          <p:cNvSpPr/>
          <p:nvPr/>
        </p:nvSpPr>
        <p:spPr>
          <a:xfrm>
            <a:off x="1844040" y="6601968"/>
            <a:ext cx="1341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▢  do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844040" y="6903720"/>
            <a:ext cx="1341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2" name="Text 50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56</a:t>
            </a:r>
            <a:endParaRPr lang="en-US" sz="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4864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C1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6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GOALS · SUMMARY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2834640" y="1097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3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№01 · 57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603504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600" dirty="0">
                <a:solidFill>
                  <a:srgbClr val="8A6E4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WORD OF THE MONTH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month, I want to feel 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4297680" cy="1828800"/>
          </a:xfrm>
          <a:prstGeom prst="rect">
            <a:avLst/>
          </a:prstGeom>
          <a:ln w="1270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65760" y="3154680"/>
            <a:ext cx="4297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word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65760" y="5166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3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and let it lead the month.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7479792"/>
            <a:ext cx="4297680" cy="0"/>
          </a:xfrm>
          <a:prstGeom prst="line">
            <a:avLst/>
          </a:prstGeom>
          <a:noFill/>
          <a:ln w="6350">
            <a:solidFill>
              <a:srgbClr val="1C1A17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365760" y="7525512"/>
            <a:ext cx="2743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5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NO. 01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749040" y="752551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63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57</a:t>
            </a:r>
            <a:endParaRPr lang="en-US" sz="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7772400"/>
          </a:xfrm>
          <a:prstGeom prst="rect">
            <a:avLst/>
          </a:prstGeom>
          <a:solidFill>
            <a:srgbClr val="1C1A17"/>
          </a:solidFill>
          <a:ln/>
        </p:spPr>
        <p:txBody>
          <a:bodyPr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0" y="13716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i="1" dirty="0">
                <a:solidFill>
                  <a:srgbClr val="FB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PenPal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800" dirty="0">
                <a:solidFill>
                  <a:srgbClr val="FBF9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ISSUE №01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783080" y="2926080"/>
            <a:ext cx="1463040" cy="0"/>
          </a:xfrm>
          <a:prstGeom prst="line">
            <a:avLst/>
          </a:prstGeom>
          <a:noFill/>
          <a:ln w="7620">
            <a:solidFill>
              <a:srgbClr val="FBF9F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4297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B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magazine you make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i="1" dirty="0">
                <a:solidFill>
                  <a:srgbClr val="FB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grow together.”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754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600" dirty="0">
                <a:solidFill>
                  <a:srgbClr val="FBF9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THE EDITORS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5943600"/>
            <a:ext cx="4297680" cy="0"/>
          </a:xfrm>
          <a:prstGeom prst="line">
            <a:avLst/>
          </a:prstGeom>
          <a:noFill/>
          <a:ln w="5080">
            <a:solidFill>
              <a:srgbClr val="FBF9F5"/>
            </a:solidFill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365760" y="6035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FBF9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PRINT IT.  CARRY IT.  KEEP IT.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6355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BF9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penpal · the editorial journal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69494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600" dirty="0">
                <a:solidFill>
                  <a:srgbClr val="FBF9F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CLEAN NEUTRAL EDITION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3229</Words>
  <Application>Microsoft Macintosh PowerPoint</Application>
  <PresentationFormat>Custom</PresentationFormat>
  <Paragraphs>1239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3" baseType="lpstr">
      <vt:lpstr>Arial</vt:lpstr>
      <vt:lpstr>Georgia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PenPal Editorial Journal — Clean Neutral</dc:title>
  <dc:subject>PptxGenJS Presentation</dc:subject>
  <dc:creator>PptxGenJS</dc:creator>
  <cp:lastModifiedBy>Welponer, Emily</cp:lastModifiedBy>
  <cp:revision>2</cp:revision>
  <dcterms:created xsi:type="dcterms:W3CDTF">2026-06-12T10:48:56Z</dcterms:created>
  <dcterms:modified xsi:type="dcterms:W3CDTF">2026-06-12T12:12:49Z</dcterms:modified>
</cp:coreProperties>
</file>