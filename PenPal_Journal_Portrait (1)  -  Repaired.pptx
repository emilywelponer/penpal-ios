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300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</p:sldIdLst>
  <p:sldSz cx="5029200" cy="7772400"/>
  <p:notesSz cx="7772400" cy="5029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E8C2"/>
    <a:srgbClr val="533E8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>
        <p:scale>
          <a:sx n="75" d="100"/>
          <a:sy n="75" d="100"/>
        </p:scale>
        <p:origin x="3848" y="1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6891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03165-D600-C6A5-24ED-833ABB6CF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A6D2E0-03B4-24EF-9F31-158104420B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556C8E-677F-3FCC-8D20-9AE0684F59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47E30-A934-40A6-CFE8-2ECFF62E4C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2565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45720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600" dirty="0">
                <a:solidFill>
                  <a:srgbClr val="BDB4A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ISSUE №01 · 2026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320040" y="777240"/>
            <a:ext cx="4389120" cy="0"/>
          </a:xfrm>
          <a:prstGeom prst="line">
            <a:avLst/>
          </a:prstGeom>
          <a:noFill/>
          <a:ln w="7620">
            <a:solidFill>
              <a:srgbClr val="BDB4A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400" i="1" dirty="0">
                <a:solidFill>
                  <a:srgbClr val="FAF6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320040" y="24688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800" dirty="0">
                <a:solidFill>
                  <a:srgbClr val="E0B9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EDITORIAL JOURNAL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2880360"/>
            <a:ext cx="4389120" cy="0"/>
          </a:xfrm>
          <a:prstGeom prst="line">
            <a:avLst/>
          </a:prstGeom>
          <a:noFill/>
          <a:ln w="7620">
            <a:solidFill>
              <a:srgbClr val="BDB4A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32004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00" i="1" dirty="0">
                <a:solidFill>
                  <a:srgbClr val="FAF6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· A playlist for late autumn
02 · Tiny wins, big mornings
03 · Six films, one weekend
04 · What I cooked this week
05 · Postcards from the coast
06 · Notes on being known
07 · A reset, in eight breaths
08 · Goals, kept quietly
09 · An honest end-of-day page
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6995160"/>
            <a:ext cx="4389120" cy="0"/>
          </a:xfrm>
          <a:prstGeom prst="line">
            <a:avLst/>
          </a:prstGeom>
          <a:noFill/>
          <a:ln w="7620">
            <a:solidFill>
              <a:srgbClr val="BDB4A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/>
          <p:nvPr/>
        </p:nvSpPr>
        <p:spPr>
          <a:xfrm>
            <a:off x="320040" y="713232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600" dirty="0">
                <a:solidFill>
                  <a:srgbClr val="BDB4A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SLOW MAGAZINE FOR THE INNER LIFE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0040" y="736092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600" dirty="0">
                <a:solidFill>
                  <a:srgbClr val="E0B9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PRINT · POCKET · ARCHIVE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CONTENTS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8580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i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0040" y="141732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kern="0" spc="3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 this issue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1691640"/>
            <a:ext cx="4389120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320040" y="18745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18745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Playlist &amp; Music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187452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· · · · · · · ·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343400" y="187452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B1B1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23317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23317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Tiny Wins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233172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· · · · · · · ·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343400" y="233172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B1B1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" y="27889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27889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Movies &amp; Shows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29000" y="278892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· · · · · · · ·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343400" y="278892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B1B1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" y="32461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32461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List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29000" y="324612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· · · · · · · ·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343400" y="324612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B1B1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18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" y="37033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" y="37033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 &amp; Recipes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29000" y="370332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· · · · · · · ·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343400" y="370332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B1B1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0040" y="41605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68680" y="41605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Travel &amp; Places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429000" y="416052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· · · · · · · ·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343400" y="416052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B1B1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28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0040" y="46177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68680" y="46177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Relationships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429000" y="461772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· · · · · · · ·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343400" y="461772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B1B1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0040" y="50749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68680" y="50749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Reset &amp; Affirm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429000" y="507492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· · · · · · · ·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343400" y="507492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B1B1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38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20040" y="55321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68680" y="55321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Goals &amp; Habits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429000" y="553212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· · · · · · · ·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343400" y="553212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B1B1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43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20040" y="59893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68680" y="59893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Reflection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429000" y="598932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· · · · · · · ·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343400" y="598932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B1B1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606040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i="1" dirty="0">
                <a:solidFill>
                  <a:srgbClr val="4B3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1965960" y="3977640"/>
            <a:ext cx="1097280" cy="0"/>
          </a:xfrm>
          <a:prstGeom prst="line">
            <a:avLst/>
          </a:prstGeom>
          <a:noFill/>
          <a:ln w="10160">
            <a:solidFill>
              <a:srgbClr val="1E173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" name="Text 2"/>
          <p:cNvSpPr/>
          <p:nvPr/>
        </p:nvSpPr>
        <p:spPr>
          <a:xfrm>
            <a:off x="320040" y="40690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1E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Playlist &amp; Music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6634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800" dirty="0">
                <a:solidFill>
                  <a:srgbClr val="5A4F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C9BF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E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5A4F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PLAYLIST &amp; MUSIC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365293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4F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365293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5A4F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4B3A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WRAPPED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1041862"/>
            <a:ext cx="4389120" cy="812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000" i="1" dirty="0">
                <a:solidFill>
                  <a:srgbClr val="1E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Month</a:t>
            </a:r>
            <a:endParaRPr lang="en-US" sz="40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000" i="1" dirty="0">
                <a:solidFill>
                  <a:srgbClr val="1E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Sound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320040" y="2377440"/>
            <a:ext cx="4389120" cy="2022413"/>
          </a:xfrm>
          <a:prstGeom prst="rect">
            <a:avLst/>
          </a:prstGeom>
          <a:solidFill>
            <a:srgbClr val="4B3A75"/>
          </a:solidFill>
          <a:ln/>
        </p:spPr>
        <p:txBody>
          <a:bodyPr/>
          <a:lstStyle/>
          <a:p>
            <a:endParaRPr lang="en-IT" dirty="0"/>
          </a:p>
        </p:txBody>
      </p:sp>
      <p:sp>
        <p:nvSpPr>
          <p:cNvPr id="10" name="Text 8"/>
          <p:cNvSpPr/>
          <p:nvPr/>
        </p:nvSpPr>
        <p:spPr>
          <a:xfrm>
            <a:off x="502920" y="2468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E8E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NOV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834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i="1" dirty="0">
                <a:solidFill>
                  <a:srgbClr val="E8E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02920" y="3193841"/>
            <a:ext cx="4023360" cy="1179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800" kern="0" spc="300" dirty="0">
                <a:solidFill>
                  <a:srgbClr val="D6CDE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 artist  </a:t>
            </a:r>
            <a:r>
              <a:rPr lang="en-US" sz="1100" dirty="0">
                <a:solidFill>
                  <a:srgbClr val="E8E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
</a:t>
            </a:r>
            <a:r>
              <a:rPr lang="en-US" sz="800" kern="0" spc="300" dirty="0">
                <a:solidFill>
                  <a:srgbClr val="D6CDE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 song    </a:t>
            </a:r>
            <a:r>
              <a:rPr lang="en-US" sz="1100" dirty="0">
                <a:solidFill>
                  <a:srgbClr val="E8E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
</a:t>
            </a:r>
            <a:r>
              <a:rPr lang="en-US" sz="800" kern="0" spc="300" dirty="0">
                <a:solidFill>
                  <a:srgbClr val="D6CDE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mood      </a:t>
            </a:r>
            <a:r>
              <a:rPr lang="en-US" sz="1100" dirty="0">
                <a:solidFill>
                  <a:srgbClr val="E8E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0040" y="44681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A4F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Fill in your month. 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" y="4754378"/>
            <a:ext cx="4389120" cy="0"/>
          </a:xfrm>
          <a:prstGeom prst="line">
            <a:avLst/>
          </a:prstGeom>
          <a:noFill/>
          <a:ln w="6350">
            <a:solidFill>
              <a:srgbClr val="C9BF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Text 13"/>
          <p:cNvSpPr/>
          <p:nvPr/>
        </p:nvSpPr>
        <p:spPr>
          <a:xfrm>
            <a:off x="320040" y="484581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4B3A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 5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0040" y="5096684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3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31520" y="5429797"/>
            <a:ext cx="3977640" cy="0"/>
          </a:xfrm>
          <a:prstGeom prst="line">
            <a:avLst/>
          </a:prstGeom>
          <a:noFill/>
          <a:ln w="5080">
            <a:solidFill>
              <a:srgbClr val="C9BF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3" name="Text 5">
            <a:extLst>
              <a:ext uri="{FF2B5EF4-FFF2-40B4-BE49-F238E27FC236}">
                <a16:creationId xmlns:a16="http://schemas.microsoft.com/office/drawing/2014/main" id="{B6CDAEAA-1C1E-2209-2F0E-DE79B6CDDCB9}"/>
              </a:ext>
            </a:extLst>
          </p:cNvPr>
          <p:cNvSpPr/>
          <p:nvPr/>
        </p:nvSpPr>
        <p:spPr>
          <a:xfrm>
            <a:off x="685800" y="494912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song name</a:t>
            </a:r>
            <a:endParaRPr lang="en-US" sz="800" dirty="0"/>
          </a:p>
        </p:txBody>
      </p:sp>
      <p:sp>
        <p:nvSpPr>
          <p:cNvPr id="54" name="Text 6">
            <a:extLst>
              <a:ext uri="{FF2B5EF4-FFF2-40B4-BE49-F238E27FC236}">
                <a16:creationId xmlns:a16="http://schemas.microsoft.com/office/drawing/2014/main" id="{B4CABCB1-DCC2-AB02-1DD8-B60C006207BF}"/>
              </a:ext>
            </a:extLst>
          </p:cNvPr>
          <p:cNvSpPr/>
          <p:nvPr/>
        </p:nvSpPr>
        <p:spPr>
          <a:xfrm>
            <a:off x="685800" y="516745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artist</a:t>
            </a:r>
            <a:endParaRPr lang="en-US" sz="800" dirty="0"/>
          </a:p>
        </p:txBody>
      </p:sp>
      <p:sp>
        <p:nvSpPr>
          <p:cNvPr id="73" name="Text 14">
            <a:extLst>
              <a:ext uri="{FF2B5EF4-FFF2-40B4-BE49-F238E27FC236}">
                <a16:creationId xmlns:a16="http://schemas.microsoft.com/office/drawing/2014/main" id="{4345360E-2B19-126A-E8EA-E45E3AEF6B4C}"/>
              </a:ext>
            </a:extLst>
          </p:cNvPr>
          <p:cNvSpPr/>
          <p:nvPr/>
        </p:nvSpPr>
        <p:spPr>
          <a:xfrm>
            <a:off x="320040" y="5488731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3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  <p:sp>
        <p:nvSpPr>
          <p:cNvPr id="74" name="Shape 15">
            <a:extLst>
              <a:ext uri="{FF2B5EF4-FFF2-40B4-BE49-F238E27FC236}">
                <a16:creationId xmlns:a16="http://schemas.microsoft.com/office/drawing/2014/main" id="{8C954132-FA20-D989-E381-357CC7B2AC67}"/>
              </a:ext>
            </a:extLst>
          </p:cNvPr>
          <p:cNvSpPr/>
          <p:nvPr/>
        </p:nvSpPr>
        <p:spPr>
          <a:xfrm>
            <a:off x="731520" y="5874820"/>
            <a:ext cx="3977640" cy="0"/>
          </a:xfrm>
          <a:prstGeom prst="line">
            <a:avLst/>
          </a:prstGeom>
          <a:noFill/>
          <a:ln w="5080">
            <a:solidFill>
              <a:srgbClr val="C9BF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5" name="Text 5">
            <a:extLst>
              <a:ext uri="{FF2B5EF4-FFF2-40B4-BE49-F238E27FC236}">
                <a16:creationId xmlns:a16="http://schemas.microsoft.com/office/drawing/2014/main" id="{FB719DEE-B177-E347-4228-38CA42DFA635}"/>
              </a:ext>
            </a:extLst>
          </p:cNvPr>
          <p:cNvSpPr/>
          <p:nvPr/>
        </p:nvSpPr>
        <p:spPr>
          <a:xfrm>
            <a:off x="685800" y="5429797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song name</a:t>
            </a:r>
            <a:endParaRPr lang="en-US" sz="800" dirty="0"/>
          </a:p>
        </p:txBody>
      </p:sp>
      <p:sp>
        <p:nvSpPr>
          <p:cNvPr id="76" name="Text 6">
            <a:extLst>
              <a:ext uri="{FF2B5EF4-FFF2-40B4-BE49-F238E27FC236}">
                <a16:creationId xmlns:a16="http://schemas.microsoft.com/office/drawing/2014/main" id="{5C45227D-7C2D-DA35-294C-580116B77C99}"/>
              </a:ext>
            </a:extLst>
          </p:cNvPr>
          <p:cNvSpPr/>
          <p:nvPr/>
        </p:nvSpPr>
        <p:spPr>
          <a:xfrm>
            <a:off x="685800" y="560733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artist</a:t>
            </a:r>
            <a:endParaRPr lang="en-US" sz="8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05436569-1B12-61D0-B683-B5539D450AF4}"/>
              </a:ext>
            </a:extLst>
          </p:cNvPr>
          <p:cNvSpPr/>
          <p:nvPr/>
        </p:nvSpPr>
        <p:spPr>
          <a:xfrm>
            <a:off x="320040" y="6046131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3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  <p:sp>
        <p:nvSpPr>
          <p:cNvPr id="78" name="Shape 15">
            <a:extLst>
              <a:ext uri="{FF2B5EF4-FFF2-40B4-BE49-F238E27FC236}">
                <a16:creationId xmlns:a16="http://schemas.microsoft.com/office/drawing/2014/main" id="{E011F904-DF29-46AE-1BE7-951673B393CE}"/>
              </a:ext>
            </a:extLst>
          </p:cNvPr>
          <p:cNvSpPr/>
          <p:nvPr/>
        </p:nvSpPr>
        <p:spPr>
          <a:xfrm>
            <a:off x="731520" y="6391217"/>
            <a:ext cx="3977640" cy="0"/>
          </a:xfrm>
          <a:prstGeom prst="line">
            <a:avLst/>
          </a:prstGeom>
          <a:noFill/>
          <a:ln w="5080">
            <a:solidFill>
              <a:srgbClr val="C9BFD9"/>
            </a:solidFill>
            <a:prstDash val="solid"/>
          </a:ln>
        </p:spPr>
        <p:txBody>
          <a:bodyPr/>
          <a:lstStyle/>
          <a:p>
            <a:endParaRPr lang="en-IT" dirty="0"/>
          </a:p>
        </p:txBody>
      </p:sp>
      <p:sp>
        <p:nvSpPr>
          <p:cNvPr id="79" name="Text 5">
            <a:extLst>
              <a:ext uri="{FF2B5EF4-FFF2-40B4-BE49-F238E27FC236}">
                <a16:creationId xmlns:a16="http://schemas.microsoft.com/office/drawing/2014/main" id="{9FD9E12E-C17A-F77F-111C-416DE4B696BE}"/>
              </a:ext>
            </a:extLst>
          </p:cNvPr>
          <p:cNvSpPr/>
          <p:nvPr/>
        </p:nvSpPr>
        <p:spPr>
          <a:xfrm>
            <a:off x="685800" y="5898569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song name</a:t>
            </a:r>
            <a:endParaRPr lang="en-US" sz="800" dirty="0"/>
          </a:p>
        </p:txBody>
      </p:sp>
      <p:sp>
        <p:nvSpPr>
          <p:cNvPr id="80" name="Text 6">
            <a:extLst>
              <a:ext uri="{FF2B5EF4-FFF2-40B4-BE49-F238E27FC236}">
                <a16:creationId xmlns:a16="http://schemas.microsoft.com/office/drawing/2014/main" id="{A77FD643-2512-B005-EB60-5D34D0B00F03}"/>
              </a:ext>
            </a:extLst>
          </p:cNvPr>
          <p:cNvSpPr/>
          <p:nvPr/>
        </p:nvSpPr>
        <p:spPr>
          <a:xfrm>
            <a:off x="685800" y="6116897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artist</a:t>
            </a:r>
            <a:endParaRPr lang="en-US" sz="800" dirty="0"/>
          </a:p>
        </p:txBody>
      </p:sp>
      <p:sp>
        <p:nvSpPr>
          <p:cNvPr id="81" name="Text 14">
            <a:extLst>
              <a:ext uri="{FF2B5EF4-FFF2-40B4-BE49-F238E27FC236}">
                <a16:creationId xmlns:a16="http://schemas.microsoft.com/office/drawing/2014/main" id="{EAF8D2CD-5E1F-F6E4-0C5C-534364F42B2E}"/>
              </a:ext>
            </a:extLst>
          </p:cNvPr>
          <p:cNvSpPr/>
          <p:nvPr/>
        </p:nvSpPr>
        <p:spPr>
          <a:xfrm>
            <a:off x="365760" y="6540345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3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00" dirty="0"/>
          </a:p>
        </p:txBody>
      </p:sp>
      <p:sp>
        <p:nvSpPr>
          <p:cNvPr id="83" name="Text 5">
            <a:extLst>
              <a:ext uri="{FF2B5EF4-FFF2-40B4-BE49-F238E27FC236}">
                <a16:creationId xmlns:a16="http://schemas.microsoft.com/office/drawing/2014/main" id="{5BA97BAF-B6E3-75B3-934B-CA11B726A96B}"/>
              </a:ext>
            </a:extLst>
          </p:cNvPr>
          <p:cNvSpPr/>
          <p:nvPr/>
        </p:nvSpPr>
        <p:spPr>
          <a:xfrm>
            <a:off x="731520" y="6392783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song name</a:t>
            </a:r>
            <a:endParaRPr lang="en-US" sz="800" dirty="0"/>
          </a:p>
        </p:txBody>
      </p:sp>
      <p:sp>
        <p:nvSpPr>
          <p:cNvPr id="84" name="Text 6">
            <a:extLst>
              <a:ext uri="{FF2B5EF4-FFF2-40B4-BE49-F238E27FC236}">
                <a16:creationId xmlns:a16="http://schemas.microsoft.com/office/drawing/2014/main" id="{C683FC77-26EF-62B9-59CD-CEF7C0A8A325}"/>
              </a:ext>
            </a:extLst>
          </p:cNvPr>
          <p:cNvSpPr/>
          <p:nvPr/>
        </p:nvSpPr>
        <p:spPr>
          <a:xfrm>
            <a:off x="731520" y="6611111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artist</a:t>
            </a:r>
            <a:endParaRPr lang="en-US" sz="800" dirty="0"/>
          </a:p>
        </p:txBody>
      </p:sp>
      <p:sp>
        <p:nvSpPr>
          <p:cNvPr id="85" name="Shape 15">
            <a:extLst>
              <a:ext uri="{FF2B5EF4-FFF2-40B4-BE49-F238E27FC236}">
                <a16:creationId xmlns:a16="http://schemas.microsoft.com/office/drawing/2014/main" id="{233EC653-7C44-DFEE-3073-41868C104D66}"/>
              </a:ext>
            </a:extLst>
          </p:cNvPr>
          <p:cNvSpPr/>
          <p:nvPr/>
        </p:nvSpPr>
        <p:spPr>
          <a:xfrm>
            <a:off x="731520" y="6885125"/>
            <a:ext cx="3977640" cy="0"/>
          </a:xfrm>
          <a:prstGeom prst="line">
            <a:avLst/>
          </a:prstGeom>
          <a:noFill/>
          <a:ln w="5080">
            <a:solidFill>
              <a:srgbClr val="C9BFD9"/>
            </a:solidFill>
            <a:prstDash val="solid"/>
          </a:ln>
        </p:spPr>
        <p:txBody>
          <a:bodyPr/>
          <a:lstStyle/>
          <a:p>
            <a:endParaRPr lang="en-IT" dirty="0"/>
          </a:p>
        </p:txBody>
      </p:sp>
      <p:sp>
        <p:nvSpPr>
          <p:cNvPr id="86" name="Text 14">
            <a:extLst>
              <a:ext uri="{FF2B5EF4-FFF2-40B4-BE49-F238E27FC236}">
                <a16:creationId xmlns:a16="http://schemas.microsoft.com/office/drawing/2014/main" id="{DEA61C49-A9BC-A1AF-A16A-987C78747D3D}"/>
              </a:ext>
            </a:extLst>
          </p:cNvPr>
          <p:cNvSpPr/>
          <p:nvPr/>
        </p:nvSpPr>
        <p:spPr>
          <a:xfrm>
            <a:off x="365760" y="7015834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3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00" dirty="0"/>
          </a:p>
        </p:txBody>
      </p:sp>
      <p:sp>
        <p:nvSpPr>
          <p:cNvPr id="87" name="Text 5">
            <a:extLst>
              <a:ext uri="{FF2B5EF4-FFF2-40B4-BE49-F238E27FC236}">
                <a16:creationId xmlns:a16="http://schemas.microsoft.com/office/drawing/2014/main" id="{6EDE3373-06DD-1736-A6D5-56CCF04DD758}"/>
              </a:ext>
            </a:extLst>
          </p:cNvPr>
          <p:cNvSpPr/>
          <p:nvPr/>
        </p:nvSpPr>
        <p:spPr>
          <a:xfrm>
            <a:off x="731520" y="68682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song name</a:t>
            </a:r>
            <a:endParaRPr lang="en-US" sz="800" dirty="0"/>
          </a:p>
        </p:txBody>
      </p:sp>
      <p:sp>
        <p:nvSpPr>
          <p:cNvPr id="88" name="Text 6">
            <a:extLst>
              <a:ext uri="{FF2B5EF4-FFF2-40B4-BE49-F238E27FC236}">
                <a16:creationId xmlns:a16="http://schemas.microsoft.com/office/drawing/2014/main" id="{431621E9-CACE-455A-A17D-8DE4C45307F0}"/>
              </a:ext>
            </a:extLst>
          </p:cNvPr>
          <p:cNvSpPr/>
          <p:nvPr/>
        </p:nvSpPr>
        <p:spPr>
          <a:xfrm>
            <a:off x="731520" y="7086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artist</a:t>
            </a:r>
            <a:endParaRPr lang="en-US" sz="800" dirty="0"/>
          </a:p>
        </p:txBody>
      </p:sp>
      <p:sp>
        <p:nvSpPr>
          <p:cNvPr id="89" name="Shape 15">
            <a:extLst>
              <a:ext uri="{FF2B5EF4-FFF2-40B4-BE49-F238E27FC236}">
                <a16:creationId xmlns:a16="http://schemas.microsoft.com/office/drawing/2014/main" id="{E32F9FE1-C523-81FC-9BE2-1A4C2A50FE4C}"/>
              </a:ext>
            </a:extLst>
          </p:cNvPr>
          <p:cNvSpPr/>
          <p:nvPr/>
        </p:nvSpPr>
        <p:spPr>
          <a:xfrm>
            <a:off x="731520" y="7360614"/>
            <a:ext cx="3977640" cy="0"/>
          </a:xfrm>
          <a:prstGeom prst="line">
            <a:avLst/>
          </a:prstGeom>
          <a:noFill/>
          <a:ln w="5080">
            <a:solidFill>
              <a:srgbClr val="C9BFD9"/>
            </a:solidFill>
            <a:prstDash val="solid"/>
          </a:ln>
        </p:spPr>
        <p:txBody>
          <a:bodyPr/>
          <a:lstStyle/>
          <a:p>
            <a:endParaRPr lang="en-IT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C9BF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E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5A4F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PLAYLIST &amp; MUSIC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4F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5A4F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4B3A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FESTIVAL FROM MY EARPHONES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914400"/>
            <a:ext cx="4389120" cy="64008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IT">
              <a:solidFill>
                <a:srgbClr val="533E84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" y="109728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95000"/>
              </a:lnSpc>
            </a:pPr>
            <a:r>
              <a:rPr lang="en-IT" sz="4600" i="1" dirty="0">
                <a:latin typeface="Georgia" pitchFamily="34" charset="0"/>
              </a:rPr>
              <a:t>PenPalooza</a:t>
            </a:r>
            <a:endParaRPr lang="en-US" sz="4600" i="1" dirty="0">
              <a:latin typeface="Georgia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20040" y="26060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600" dirty="0">
                <a:solidFill>
                  <a:srgbClr val="4B3A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LIVE FROM MY HEADPHONES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85800" y="2926080"/>
            <a:ext cx="3657600" cy="0"/>
          </a:xfrm>
          <a:prstGeom prst="line">
            <a:avLst/>
          </a:prstGeom>
          <a:noFill/>
          <a:ln w="6350">
            <a:solidFill>
              <a:srgbClr val="5A4F73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500" dirty="0">
                <a:solidFill>
                  <a:srgbClr val="5A4F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HEADLINER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94360" y="32735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8E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365760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500" dirty="0">
                <a:solidFill>
                  <a:srgbClr val="5A4F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SUNSET SET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94360" y="38221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8E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" y="420624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500" dirty="0">
                <a:solidFill>
                  <a:srgbClr val="5A4F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MAIN STAGE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94360" y="43708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8E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" y="475488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500" dirty="0">
                <a:solidFill>
                  <a:srgbClr val="5A4F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DISCOVERY STAGE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94360" y="49194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8E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4360" y="53035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500" dirty="0">
                <a:solidFill>
                  <a:srgbClr val="5A4F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 REPEAT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94360" y="54681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8E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4360" y="585216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500" dirty="0">
                <a:solidFill>
                  <a:srgbClr val="5A4F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LATE NIGHT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94360" y="60167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8E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C9BF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E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5A4F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PLAYLIST &amp; MUSIC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4F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5A4F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4B3A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· 03 / LINER NOTES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4389120" cy="528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600" i="1" dirty="0">
                <a:solidFill>
                  <a:srgbClr val="1E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Album of the Week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20040" y="1783080"/>
            <a:ext cx="2194560" cy="2194560"/>
          </a:xfrm>
          <a:prstGeom prst="rect">
            <a:avLst/>
          </a:prstGeom>
          <a:solidFill>
            <a:srgbClr val="D6CDE4"/>
          </a:solidFill>
          <a:ln w="6350">
            <a:solidFill>
              <a:srgbClr val="C9BF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Shape 8"/>
          <p:cNvSpPr/>
          <p:nvPr/>
        </p:nvSpPr>
        <p:spPr>
          <a:xfrm>
            <a:off x="320040" y="1783080"/>
            <a:ext cx="2194560" cy="2194560"/>
          </a:xfrm>
          <a:prstGeom prst="line">
            <a:avLst/>
          </a:prstGeom>
          <a:noFill/>
          <a:ln w="5080">
            <a:solidFill>
              <a:srgbClr val="C9BF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20040" y="3977640"/>
            <a:ext cx="2194560" cy="0"/>
          </a:xfrm>
          <a:prstGeom prst="line">
            <a:avLst/>
          </a:prstGeom>
          <a:noFill/>
          <a:ln w="5080">
            <a:solidFill>
              <a:srgbClr val="C9BF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320040" y="2770632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5A4F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PHOTO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651760" y="17830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5A4F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ALBUM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651760" y="19476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51760" y="23317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5A4F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ARTIST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651760" y="24963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51760" y="2880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5A4F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YEAR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651760" y="3044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5176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B3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★★★★★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0040" y="4160520"/>
            <a:ext cx="4389120" cy="0"/>
          </a:xfrm>
          <a:prstGeom prst="line">
            <a:avLst/>
          </a:prstGeom>
          <a:noFill/>
          <a:ln w="6350">
            <a:solidFill>
              <a:srgbClr val="C9BF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Text 19"/>
          <p:cNvSpPr/>
          <p:nvPr/>
        </p:nvSpPr>
        <p:spPr>
          <a:xfrm>
            <a:off x="320040" y="42519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4B3A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FIRST LISTEN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4663440"/>
            <a:ext cx="4389120" cy="0"/>
          </a:xfrm>
          <a:prstGeom prst="line">
            <a:avLst/>
          </a:prstGeom>
          <a:noFill/>
          <a:ln w="4445">
            <a:solidFill>
              <a:srgbClr val="C9BF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Shape 21"/>
          <p:cNvSpPr/>
          <p:nvPr/>
        </p:nvSpPr>
        <p:spPr>
          <a:xfrm>
            <a:off x="320040" y="4910328"/>
            <a:ext cx="4389120" cy="0"/>
          </a:xfrm>
          <a:prstGeom prst="line">
            <a:avLst/>
          </a:prstGeom>
          <a:noFill/>
          <a:ln w="4445">
            <a:solidFill>
              <a:srgbClr val="C9BF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Shape 22"/>
          <p:cNvSpPr/>
          <p:nvPr/>
        </p:nvSpPr>
        <p:spPr>
          <a:xfrm>
            <a:off x="320040" y="5157216"/>
            <a:ext cx="4389120" cy="0"/>
          </a:xfrm>
          <a:prstGeom prst="line">
            <a:avLst/>
          </a:prstGeom>
          <a:noFill/>
          <a:ln w="4445">
            <a:solidFill>
              <a:srgbClr val="C9BF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Shape 23"/>
          <p:cNvSpPr/>
          <p:nvPr/>
        </p:nvSpPr>
        <p:spPr>
          <a:xfrm>
            <a:off x="320040" y="5404104"/>
            <a:ext cx="4389120" cy="0"/>
          </a:xfrm>
          <a:prstGeom prst="line">
            <a:avLst/>
          </a:prstGeom>
          <a:noFill/>
          <a:ln w="4445">
            <a:solidFill>
              <a:srgbClr val="C9BF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Shape 24"/>
          <p:cNvSpPr/>
          <p:nvPr/>
        </p:nvSpPr>
        <p:spPr>
          <a:xfrm>
            <a:off x="320040" y="5650992"/>
            <a:ext cx="4389120" cy="0"/>
          </a:xfrm>
          <a:prstGeom prst="line">
            <a:avLst/>
          </a:prstGeom>
          <a:noFill/>
          <a:ln w="4445">
            <a:solidFill>
              <a:srgbClr val="C9BF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Shape 25"/>
          <p:cNvSpPr/>
          <p:nvPr/>
        </p:nvSpPr>
        <p:spPr>
          <a:xfrm>
            <a:off x="320040" y="5897880"/>
            <a:ext cx="4389120" cy="0"/>
          </a:xfrm>
          <a:prstGeom prst="line">
            <a:avLst/>
          </a:prstGeom>
          <a:noFill/>
          <a:ln w="4445">
            <a:solidFill>
              <a:srgbClr val="C9BF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Shape 26"/>
          <p:cNvSpPr/>
          <p:nvPr/>
        </p:nvSpPr>
        <p:spPr>
          <a:xfrm>
            <a:off x="320040" y="6144768"/>
            <a:ext cx="4389120" cy="0"/>
          </a:xfrm>
          <a:prstGeom prst="line">
            <a:avLst/>
          </a:prstGeom>
          <a:noFill/>
          <a:ln w="4445">
            <a:solidFill>
              <a:srgbClr val="C9BF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Shape 27"/>
          <p:cNvSpPr/>
          <p:nvPr/>
        </p:nvSpPr>
        <p:spPr>
          <a:xfrm>
            <a:off x="320040" y="6391656"/>
            <a:ext cx="4389120" cy="0"/>
          </a:xfrm>
          <a:prstGeom prst="line">
            <a:avLst/>
          </a:prstGeom>
          <a:noFill/>
          <a:ln w="4445">
            <a:solidFill>
              <a:srgbClr val="C9BF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Shape 28"/>
          <p:cNvSpPr/>
          <p:nvPr/>
        </p:nvSpPr>
        <p:spPr>
          <a:xfrm>
            <a:off x="320040" y="6638544"/>
            <a:ext cx="4389120" cy="0"/>
          </a:xfrm>
          <a:prstGeom prst="line">
            <a:avLst/>
          </a:prstGeom>
          <a:noFill/>
          <a:ln w="4445">
            <a:solidFill>
              <a:srgbClr val="C9BF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Shape 29"/>
          <p:cNvSpPr/>
          <p:nvPr/>
        </p:nvSpPr>
        <p:spPr>
          <a:xfrm>
            <a:off x="320040" y="6885432"/>
            <a:ext cx="4389120" cy="0"/>
          </a:xfrm>
          <a:prstGeom prst="line">
            <a:avLst/>
          </a:prstGeom>
          <a:noFill/>
          <a:ln w="4445">
            <a:solidFill>
              <a:srgbClr val="C9BF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C9BF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E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5A4F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PLAYLIST &amp; MUSIC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4F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5A4F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4B3A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· 04 / MIXTAPE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43891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400" i="1" dirty="0">
                <a:solidFill>
                  <a:srgbClr val="1E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Music </a:t>
            </a:r>
            <a:r>
              <a:rPr lang="en-US" sz="2400" i="1" dirty="0" err="1">
                <a:solidFill>
                  <a:srgbClr val="1E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Moodboard</a:t>
            </a:r>
            <a:r>
              <a:rPr lang="en-US" sz="2400" i="1" dirty="0">
                <a:solidFill>
                  <a:srgbClr val="1E1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400" dirty="0"/>
          </a:p>
        </p:txBody>
      </p:sp>
      <p:sp>
        <p:nvSpPr>
          <p:cNvPr id="225" name="Rounded Rectangle 224">
            <a:extLst>
              <a:ext uri="{FF2B5EF4-FFF2-40B4-BE49-F238E27FC236}">
                <a16:creationId xmlns:a16="http://schemas.microsoft.com/office/drawing/2014/main" id="{C937FDF4-756C-3B74-BE94-CD1D22D394EE}"/>
              </a:ext>
            </a:extLst>
          </p:cNvPr>
          <p:cNvSpPr/>
          <p:nvPr/>
        </p:nvSpPr>
        <p:spPr>
          <a:xfrm>
            <a:off x="83343" y="1645400"/>
            <a:ext cx="1548640" cy="2417936"/>
          </a:xfrm>
          <a:prstGeom prst="roundRect">
            <a:avLst/>
          </a:prstGeom>
          <a:solidFill>
            <a:srgbClr val="D6CDE4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T">
              <a:solidFill>
                <a:schemeClr val="tx1"/>
              </a:solidFill>
            </a:endParaRPr>
          </a:p>
        </p:txBody>
      </p:sp>
      <p:sp>
        <p:nvSpPr>
          <p:cNvPr id="226" name="Rounded Rectangle 225">
            <a:extLst>
              <a:ext uri="{FF2B5EF4-FFF2-40B4-BE49-F238E27FC236}">
                <a16:creationId xmlns:a16="http://schemas.microsoft.com/office/drawing/2014/main" id="{008DC75A-691A-CF51-3220-FD7CA204854D}"/>
              </a:ext>
            </a:extLst>
          </p:cNvPr>
          <p:cNvSpPr/>
          <p:nvPr/>
        </p:nvSpPr>
        <p:spPr>
          <a:xfrm>
            <a:off x="200956" y="1765187"/>
            <a:ext cx="1317767" cy="126263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100" dirty="0">
                <a:solidFill>
                  <a:schemeClr val="tx1"/>
                </a:solidFill>
                <a:latin typeface="Bierstadt" panose="020B0004020202020204" pitchFamily="34" charset="0"/>
              </a:rPr>
              <a:t>FOTO</a:t>
            </a:r>
          </a:p>
        </p:txBody>
      </p:sp>
      <p:sp>
        <p:nvSpPr>
          <p:cNvPr id="227" name="Oval 226">
            <a:extLst>
              <a:ext uri="{FF2B5EF4-FFF2-40B4-BE49-F238E27FC236}">
                <a16:creationId xmlns:a16="http://schemas.microsoft.com/office/drawing/2014/main" id="{F36FE010-34E4-8C52-B8DF-A5EED14DABB2}"/>
              </a:ext>
            </a:extLst>
          </p:cNvPr>
          <p:cNvSpPr/>
          <p:nvPr/>
        </p:nvSpPr>
        <p:spPr>
          <a:xfrm>
            <a:off x="720486" y="3646636"/>
            <a:ext cx="266317" cy="24578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sp>
        <p:nvSpPr>
          <p:cNvPr id="228" name="Equals 227">
            <a:extLst>
              <a:ext uri="{FF2B5EF4-FFF2-40B4-BE49-F238E27FC236}">
                <a16:creationId xmlns:a16="http://schemas.microsoft.com/office/drawing/2014/main" id="{A0616E18-B4A3-9201-4594-847E784A9725}"/>
              </a:ext>
            </a:extLst>
          </p:cNvPr>
          <p:cNvSpPr/>
          <p:nvPr/>
        </p:nvSpPr>
        <p:spPr>
          <a:xfrm rot="5400000">
            <a:off x="731117" y="3606794"/>
            <a:ext cx="245780" cy="325464"/>
          </a:xfrm>
          <a:prstGeom prst="mathEqual">
            <a:avLst>
              <a:gd name="adj1" fmla="val 11692"/>
              <a:gd name="adj2" fmla="val 16061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00ADB1AA-F81C-25C2-D5DD-B61DB4A18F20}"/>
              </a:ext>
            </a:extLst>
          </p:cNvPr>
          <p:cNvCxnSpPr>
            <a:cxnSpLocks/>
          </p:cNvCxnSpPr>
          <p:nvPr/>
        </p:nvCxnSpPr>
        <p:spPr>
          <a:xfrm flipV="1">
            <a:off x="151684" y="3466394"/>
            <a:ext cx="1398808" cy="46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0" name="Oval 229">
            <a:extLst>
              <a:ext uri="{FF2B5EF4-FFF2-40B4-BE49-F238E27FC236}">
                <a16:creationId xmlns:a16="http://schemas.microsoft.com/office/drawing/2014/main" id="{8321CBA7-C354-66CF-9B40-A0F40A572D2E}"/>
              </a:ext>
            </a:extLst>
          </p:cNvPr>
          <p:cNvSpPr/>
          <p:nvPr/>
        </p:nvSpPr>
        <p:spPr>
          <a:xfrm>
            <a:off x="232726" y="3443126"/>
            <a:ext cx="45719" cy="46537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sp>
        <p:nvSpPr>
          <p:cNvPr id="231" name="Triangle 230">
            <a:extLst>
              <a:ext uri="{FF2B5EF4-FFF2-40B4-BE49-F238E27FC236}">
                <a16:creationId xmlns:a16="http://schemas.microsoft.com/office/drawing/2014/main" id="{EE43DB59-2660-9BDA-E8A8-CACD7AFBC139}"/>
              </a:ext>
            </a:extLst>
          </p:cNvPr>
          <p:cNvSpPr/>
          <p:nvPr/>
        </p:nvSpPr>
        <p:spPr>
          <a:xfrm rot="16200000">
            <a:off x="498436" y="3775342"/>
            <a:ext cx="85052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723FB8A2-62A9-6628-8191-877FFE0C9C26}"/>
              </a:ext>
            </a:extLst>
          </p:cNvPr>
          <p:cNvCxnSpPr>
            <a:cxnSpLocks/>
          </p:cNvCxnSpPr>
          <p:nvPr/>
        </p:nvCxnSpPr>
        <p:spPr>
          <a:xfrm>
            <a:off x="494717" y="3721555"/>
            <a:ext cx="0" cy="1450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3" name="Triangle 232">
            <a:extLst>
              <a:ext uri="{FF2B5EF4-FFF2-40B4-BE49-F238E27FC236}">
                <a16:creationId xmlns:a16="http://schemas.microsoft.com/office/drawing/2014/main" id="{EB5FF8AB-ED22-AFCC-6771-BF248479D03E}"/>
              </a:ext>
            </a:extLst>
          </p:cNvPr>
          <p:cNvSpPr/>
          <p:nvPr/>
        </p:nvSpPr>
        <p:spPr>
          <a:xfrm rot="5400000">
            <a:off x="1151593" y="3767455"/>
            <a:ext cx="85054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BE7DA691-3DFB-172A-A551-FBE35EFFAD9F}"/>
              </a:ext>
            </a:extLst>
          </p:cNvPr>
          <p:cNvCxnSpPr>
            <a:cxnSpLocks/>
          </p:cNvCxnSpPr>
          <p:nvPr/>
        </p:nvCxnSpPr>
        <p:spPr>
          <a:xfrm>
            <a:off x="1238884" y="3858524"/>
            <a:ext cx="0" cy="193"/>
          </a:xfrm>
          <a:prstGeom prst="line">
            <a:avLst/>
          </a:prstGeom>
          <a:ln w="19050">
            <a:solidFill>
              <a:srgbClr val="F1E8C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7" name="TextBox 236">
            <a:extLst>
              <a:ext uri="{FF2B5EF4-FFF2-40B4-BE49-F238E27FC236}">
                <a16:creationId xmlns:a16="http://schemas.microsoft.com/office/drawing/2014/main" id="{46081F1C-3F59-33C5-6877-89D2190F76EF}"/>
              </a:ext>
            </a:extLst>
          </p:cNvPr>
          <p:cNvSpPr txBox="1"/>
          <p:nvPr/>
        </p:nvSpPr>
        <p:spPr>
          <a:xfrm>
            <a:off x="192205" y="3120326"/>
            <a:ext cx="131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sz="700" dirty="0">
                <a:latin typeface="Bierstadt" panose="020B0004020202020204" pitchFamily="34" charset="0"/>
              </a:rPr>
              <a:t>Artist</a:t>
            </a:r>
          </a:p>
          <a:p>
            <a:pPr algn="ctr"/>
            <a:r>
              <a:rPr lang="en-IT" sz="700" dirty="0">
                <a:latin typeface="Bierstadt" panose="020B0004020202020204" pitchFamily="34" charset="0"/>
              </a:rPr>
              <a:t>Song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68DEDEB4-7688-4A4B-CF0F-3F7A305874AE}"/>
              </a:ext>
            </a:extLst>
          </p:cNvPr>
          <p:cNvSpPr txBox="1"/>
          <p:nvPr/>
        </p:nvSpPr>
        <p:spPr>
          <a:xfrm>
            <a:off x="1345714" y="3272961"/>
            <a:ext cx="352588" cy="172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500" dirty="0">
                <a:latin typeface="Bierstadt" panose="020B0004020202020204" pitchFamily="34" charset="0"/>
              </a:rPr>
              <a:t>…</a:t>
            </a:r>
          </a:p>
        </p:txBody>
      </p:sp>
      <p:sp>
        <p:nvSpPr>
          <p:cNvPr id="239" name="Heart 238">
            <a:extLst>
              <a:ext uri="{FF2B5EF4-FFF2-40B4-BE49-F238E27FC236}">
                <a16:creationId xmlns:a16="http://schemas.microsoft.com/office/drawing/2014/main" id="{67D3A888-B8A5-18EE-9B1B-25F597E6329F}"/>
              </a:ext>
            </a:extLst>
          </p:cNvPr>
          <p:cNvSpPr/>
          <p:nvPr/>
        </p:nvSpPr>
        <p:spPr>
          <a:xfrm>
            <a:off x="219020" y="3262906"/>
            <a:ext cx="96095" cy="85027"/>
          </a:xfrm>
          <a:prstGeom prst="hear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25FD38D8-E45E-BD40-9E8C-24237120C995}"/>
              </a:ext>
            </a:extLst>
          </p:cNvPr>
          <p:cNvCxnSpPr>
            <a:cxnSpLocks/>
          </p:cNvCxnSpPr>
          <p:nvPr/>
        </p:nvCxnSpPr>
        <p:spPr>
          <a:xfrm>
            <a:off x="1238788" y="3723347"/>
            <a:ext cx="0" cy="1450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7" name="Rounded Rectangle 306">
            <a:extLst>
              <a:ext uri="{FF2B5EF4-FFF2-40B4-BE49-F238E27FC236}">
                <a16:creationId xmlns:a16="http://schemas.microsoft.com/office/drawing/2014/main" id="{7EBDDDBC-FAAC-3CD0-8CDB-10BC09888DAD}"/>
              </a:ext>
            </a:extLst>
          </p:cNvPr>
          <p:cNvSpPr/>
          <p:nvPr/>
        </p:nvSpPr>
        <p:spPr>
          <a:xfrm>
            <a:off x="1738641" y="1640153"/>
            <a:ext cx="1548640" cy="2417936"/>
          </a:xfrm>
          <a:prstGeom prst="roundRect">
            <a:avLst/>
          </a:prstGeom>
          <a:solidFill>
            <a:srgbClr val="D6CDE4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T">
              <a:solidFill>
                <a:schemeClr val="tx1"/>
              </a:solidFill>
            </a:endParaRPr>
          </a:p>
        </p:txBody>
      </p:sp>
      <p:sp>
        <p:nvSpPr>
          <p:cNvPr id="308" name="Rounded Rectangle 307">
            <a:extLst>
              <a:ext uri="{FF2B5EF4-FFF2-40B4-BE49-F238E27FC236}">
                <a16:creationId xmlns:a16="http://schemas.microsoft.com/office/drawing/2014/main" id="{DF2991BC-23B3-E887-A4BC-0BD1C01DFE24}"/>
              </a:ext>
            </a:extLst>
          </p:cNvPr>
          <p:cNvSpPr/>
          <p:nvPr/>
        </p:nvSpPr>
        <p:spPr>
          <a:xfrm>
            <a:off x="1856254" y="1759940"/>
            <a:ext cx="1317767" cy="126263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100" dirty="0">
                <a:solidFill>
                  <a:schemeClr val="tx1"/>
                </a:solidFill>
                <a:latin typeface="Bierstadt" panose="020B0004020202020204" pitchFamily="34" charset="0"/>
              </a:rPr>
              <a:t>FOTO</a:t>
            </a:r>
          </a:p>
        </p:txBody>
      </p:sp>
      <p:sp>
        <p:nvSpPr>
          <p:cNvPr id="309" name="Oval 308">
            <a:extLst>
              <a:ext uri="{FF2B5EF4-FFF2-40B4-BE49-F238E27FC236}">
                <a16:creationId xmlns:a16="http://schemas.microsoft.com/office/drawing/2014/main" id="{3D916717-0AA6-AECF-AF43-D1CB6A6309CE}"/>
              </a:ext>
            </a:extLst>
          </p:cNvPr>
          <p:cNvSpPr/>
          <p:nvPr/>
        </p:nvSpPr>
        <p:spPr>
          <a:xfrm>
            <a:off x="2375784" y="3641389"/>
            <a:ext cx="266317" cy="24578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sp>
        <p:nvSpPr>
          <p:cNvPr id="310" name="Equals 309">
            <a:extLst>
              <a:ext uri="{FF2B5EF4-FFF2-40B4-BE49-F238E27FC236}">
                <a16:creationId xmlns:a16="http://schemas.microsoft.com/office/drawing/2014/main" id="{17EB301A-68DC-57E5-5D8C-3D94D31BCC30}"/>
              </a:ext>
            </a:extLst>
          </p:cNvPr>
          <p:cNvSpPr/>
          <p:nvPr/>
        </p:nvSpPr>
        <p:spPr>
          <a:xfrm rot="5400000">
            <a:off x="2386415" y="3601547"/>
            <a:ext cx="245780" cy="325464"/>
          </a:xfrm>
          <a:prstGeom prst="mathEqual">
            <a:avLst>
              <a:gd name="adj1" fmla="val 11692"/>
              <a:gd name="adj2" fmla="val 16061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16198D49-B585-FE50-79DD-F30B043B5080}"/>
              </a:ext>
            </a:extLst>
          </p:cNvPr>
          <p:cNvCxnSpPr>
            <a:cxnSpLocks/>
          </p:cNvCxnSpPr>
          <p:nvPr/>
        </p:nvCxnSpPr>
        <p:spPr>
          <a:xfrm flipV="1">
            <a:off x="1806982" y="3461147"/>
            <a:ext cx="1398808" cy="46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2" name="Oval 311">
            <a:extLst>
              <a:ext uri="{FF2B5EF4-FFF2-40B4-BE49-F238E27FC236}">
                <a16:creationId xmlns:a16="http://schemas.microsoft.com/office/drawing/2014/main" id="{3F49E507-3B67-C4CB-6725-5368E5E18475}"/>
              </a:ext>
            </a:extLst>
          </p:cNvPr>
          <p:cNvSpPr/>
          <p:nvPr/>
        </p:nvSpPr>
        <p:spPr>
          <a:xfrm>
            <a:off x="1888024" y="3437879"/>
            <a:ext cx="45719" cy="46537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sp>
        <p:nvSpPr>
          <p:cNvPr id="313" name="Triangle 312">
            <a:extLst>
              <a:ext uri="{FF2B5EF4-FFF2-40B4-BE49-F238E27FC236}">
                <a16:creationId xmlns:a16="http://schemas.microsoft.com/office/drawing/2014/main" id="{A17B1DDE-EF32-252A-4DC2-244E7836BFD2}"/>
              </a:ext>
            </a:extLst>
          </p:cNvPr>
          <p:cNvSpPr/>
          <p:nvPr/>
        </p:nvSpPr>
        <p:spPr>
          <a:xfrm rot="16200000">
            <a:off x="2153734" y="3770095"/>
            <a:ext cx="85052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8C551D44-DEF1-F916-0288-5C3361831310}"/>
              </a:ext>
            </a:extLst>
          </p:cNvPr>
          <p:cNvCxnSpPr>
            <a:cxnSpLocks/>
          </p:cNvCxnSpPr>
          <p:nvPr/>
        </p:nvCxnSpPr>
        <p:spPr>
          <a:xfrm>
            <a:off x="2150015" y="3716308"/>
            <a:ext cx="0" cy="1450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5" name="Triangle 314">
            <a:extLst>
              <a:ext uri="{FF2B5EF4-FFF2-40B4-BE49-F238E27FC236}">
                <a16:creationId xmlns:a16="http://schemas.microsoft.com/office/drawing/2014/main" id="{14D4FD1B-95F0-BF87-94D7-5F66845ADAC2}"/>
              </a:ext>
            </a:extLst>
          </p:cNvPr>
          <p:cNvSpPr/>
          <p:nvPr/>
        </p:nvSpPr>
        <p:spPr>
          <a:xfrm rot="5400000">
            <a:off x="2806891" y="3762208"/>
            <a:ext cx="85054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5C8D7252-3120-3F64-56F9-EC6ECF058A14}"/>
              </a:ext>
            </a:extLst>
          </p:cNvPr>
          <p:cNvCxnSpPr>
            <a:cxnSpLocks/>
          </p:cNvCxnSpPr>
          <p:nvPr/>
        </p:nvCxnSpPr>
        <p:spPr>
          <a:xfrm>
            <a:off x="2894182" y="3853277"/>
            <a:ext cx="0" cy="193"/>
          </a:xfrm>
          <a:prstGeom prst="line">
            <a:avLst/>
          </a:prstGeom>
          <a:ln w="19050">
            <a:solidFill>
              <a:srgbClr val="F1E8C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7" name="TextBox 316">
            <a:extLst>
              <a:ext uri="{FF2B5EF4-FFF2-40B4-BE49-F238E27FC236}">
                <a16:creationId xmlns:a16="http://schemas.microsoft.com/office/drawing/2014/main" id="{6567E069-A1EC-9A40-2A34-C51E53A92909}"/>
              </a:ext>
            </a:extLst>
          </p:cNvPr>
          <p:cNvSpPr txBox="1"/>
          <p:nvPr/>
        </p:nvSpPr>
        <p:spPr>
          <a:xfrm>
            <a:off x="1847503" y="3115079"/>
            <a:ext cx="131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sz="700" dirty="0">
                <a:latin typeface="Bierstadt" panose="020B0004020202020204" pitchFamily="34" charset="0"/>
              </a:rPr>
              <a:t>Artist</a:t>
            </a:r>
          </a:p>
          <a:p>
            <a:pPr algn="ctr"/>
            <a:r>
              <a:rPr lang="en-IT" sz="700" dirty="0">
                <a:latin typeface="Bierstadt" panose="020B0004020202020204" pitchFamily="34" charset="0"/>
              </a:rPr>
              <a:t>Song</a:t>
            </a:r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84EC3AF6-7617-F4C9-84A3-F6A6A6E98350}"/>
              </a:ext>
            </a:extLst>
          </p:cNvPr>
          <p:cNvSpPr txBox="1"/>
          <p:nvPr/>
        </p:nvSpPr>
        <p:spPr>
          <a:xfrm>
            <a:off x="3069108" y="3267714"/>
            <a:ext cx="352588" cy="172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500" dirty="0">
                <a:latin typeface="Bierstadt" panose="020B0004020202020204" pitchFamily="34" charset="0"/>
              </a:rPr>
              <a:t>…</a:t>
            </a:r>
          </a:p>
        </p:txBody>
      </p:sp>
      <p:sp>
        <p:nvSpPr>
          <p:cNvPr id="319" name="Heart 318">
            <a:extLst>
              <a:ext uri="{FF2B5EF4-FFF2-40B4-BE49-F238E27FC236}">
                <a16:creationId xmlns:a16="http://schemas.microsoft.com/office/drawing/2014/main" id="{B54374B4-A44B-10B0-19BF-B11855E9D49C}"/>
              </a:ext>
            </a:extLst>
          </p:cNvPr>
          <p:cNvSpPr/>
          <p:nvPr/>
        </p:nvSpPr>
        <p:spPr>
          <a:xfrm>
            <a:off x="1874318" y="3257659"/>
            <a:ext cx="96095" cy="85027"/>
          </a:xfrm>
          <a:prstGeom prst="hear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cxnSp>
        <p:nvCxnSpPr>
          <p:cNvPr id="320" name="Straight Connector 319">
            <a:extLst>
              <a:ext uri="{FF2B5EF4-FFF2-40B4-BE49-F238E27FC236}">
                <a16:creationId xmlns:a16="http://schemas.microsoft.com/office/drawing/2014/main" id="{55DD7C36-9B83-84A4-5878-277A70861365}"/>
              </a:ext>
            </a:extLst>
          </p:cNvPr>
          <p:cNvCxnSpPr>
            <a:cxnSpLocks/>
          </p:cNvCxnSpPr>
          <p:nvPr/>
        </p:nvCxnSpPr>
        <p:spPr>
          <a:xfrm>
            <a:off x="2894086" y="3718100"/>
            <a:ext cx="0" cy="1450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1" name="Rounded Rectangle 320">
            <a:extLst>
              <a:ext uri="{FF2B5EF4-FFF2-40B4-BE49-F238E27FC236}">
                <a16:creationId xmlns:a16="http://schemas.microsoft.com/office/drawing/2014/main" id="{EFF6D773-8796-3637-F6FE-2A7D1D545D07}"/>
              </a:ext>
            </a:extLst>
          </p:cNvPr>
          <p:cNvSpPr/>
          <p:nvPr/>
        </p:nvSpPr>
        <p:spPr>
          <a:xfrm>
            <a:off x="3392676" y="1640153"/>
            <a:ext cx="1548640" cy="2417936"/>
          </a:xfrm>
          <a:prstGeom prst="roundRect">
            <a:avLst/>
          </a:prstGeom>
          <a:solidFill>
            <a:srgbClr val="D6CDE4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T">
              <a:solidFill>
                <a:schemeClr val="tx1"/>
              </a:solidFill>
            </a:endParaRPr>
          </a:p>
        </p:txBody>
      </p:sp>
      <p:sp>
        <p:nvSpPr>
          <p:cNvPr id="322" name="Rounded Rectangle 321">
            <a:extLst>
              <a:ext uri="{FF2B5EF4-FFF2-40B4-BE49-F238E27FC236}">
                <a16:creationId xmlns:a16="http://schemas.microsoft.com/office/drawing/2014/main" id="{2C51DBB7-1903-26C0-3B20-49D72F82BC03}"/>
              </a:ext>
            </a:extLst>
          </p:cNvPr>
          <p:cNvSpPr/>
          <p:nvPr/>
        </p:nvSpPr>
        <p:spPr>
          <a:xfrm>
            <a:off x="3510289" y="1759940"/>
            <a:ext cx="1317767" cy="126263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100" dirty="0">
                <a:solidFill>
                  <a:schemeClr val="tx1"/>
                </a:solidFill>
                <a:latin typeface="Bierstadt" panose="020B0004020202020204" pitchFamily="34" charset="0"/>
              </a:rPr>
              <a:t>FOTO</a:t>
            </a:r>
          </a:p>
        </p:txBody>
      </p:sp>
      <p:sp>
        <p:nvSpPr>
          <p:cNvPr id="323" name="Oval 322">
            <a:extLst>
              <a:ext uri="{FF2B5EF4-FFF2-40B4-BE49-F238E27FC236}">
                <a16:creationId xmlns:a16="http://schemas.microsoft.com/office/drawing/2014/main" id="{BDCFE1C9-E4E1-929D-ADD7-1B9404C3E778}"/>
              </a:ext>
            </a:extLst>
          </p:cNvPr>
          <p:cNvSpPr/>
          <p:nvPr/>
        </p:nvSpPr>
        <p:spPr>
          <a:xfrm>
            <a:off x="4029819" y="3641389"/>
            <a:ext cx="266317" cy="24578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sp>
        <p:nvSpPr>
          <p:cNvPr id="324" name="Equals 323">
            <a:extLst>
              <a:ext uri="{FF2B5EF4-FFF2-40B4-BE49-F238E27FC236}">
                <a16:creationId xmlns:a16="http://schemas.microsoft.com/office/drawing/2014/main" id="{7064B81F-D6ED-E34E-F449-8EB409205CB0}"/>
              </a:ext>
            </a:extLst>
          </p:cNvPr>
          <p:cNvSpPr/>
          <p:nvPr/>
        </p:nvSpPr>
        <p:spPr>
          <a:xfrm rot="5400000">
            <a:off x="4040450" y="3601547"/>
            <a:ext cx="245780" cy="325464"/>
          </a:xfrm>
          <a:prstGeom prst="mathEqual">
            <a:avLst>
              <a:gd name="adj1" fmla="val 11692"/>
              <a:gd name="adj2" fmla="val 16061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D5E76D5F-3C87-DB03-199F-959D79AD9B56}"/>
              </a:ext>
            </a:extLst>
          </p:cNvPr>
          <p:cNvCxnSpPr>
            <a:cxnSpLocks/>
          </p:cNvCxnSpPr>
          <p:nvPr/>
        </p:nvCxnSpPr>
        <p:spPr>
          <a:xfrm flipV="1">
            <a:off x="3461017" y="3461147"/>
            <a:ext cx="1398808" cy="46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6" name="Oval 325">
            <a:extLst>
              <a:ext uri="{FF2B5EF4-FFF2-40B4-BE49-F238E27FC236}">
                <a16:creationId xmlns:a16="http://schemas.microsoft.com/office/drawing/2014/main" id="{A17D465E-64F2-6F6B-4CA9-98C474B5E6E2}"/>
              </a:ext>
            </a:extLst>
          </p:cNvPr>
          <p:cNvSpPr/>
          <p:nvPr/>
        </p:nvSpPr>
        <p:spPr>
          <a:xfrm>
            <a:off x="3542059" y="3437879"/>
            <a:ext cx="45719" cy="46537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sp>
        <p:nvSpPr>
          <p:cNvPr id="327" name="Triangle 326">
            <a:extLst>
              <a:ext uri="{FF2B5EF4-FFF2-40B4-BE49-F238E27FC236}">
                <a16:creationId xmlns:a16="http://schemas.microsoft.com/office/drawing/2014/main" id="{84F4B565-7826-BB2B-8DBE-05766EAD5C53}"/>
              </a:ext>
            </a:extLst>
          </p:cNvPr>
          <p:cNvSpPr/>
          <p:nvPr/>
        </p:nvSpPr>
        <p:spPr>
          <a:xfrm rot="16200000">
            <a:off x="3807769" y="3770095"/>
            <a:ext cx="85052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4FE28900-C4E0-5353-3E2C-A62E8E8700DE}"/>
              </a:ext>
            </a:extLst>
          </p:cNvPr>
          <p:cNvCxnSpPr>
            <a:cxnSpLocks/>
          </p:cNvCxnSpPr>
          <p:nvPr/>
        </p:nvCxnSpPr>
        <p:spPr>
          <a:xfrm>
            <a:off x="3804050" y="3716308"/>
            <a:ext cx="0" cy="1450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9" name="Triangle 328">
            <a:extLst>
              <a:ext uri="{FF2B5EF4-FFF2-40B4-BE49-F238E27FC236}">
                <a16:creationId xmlns:a16="http://schemas.microsoft.com/office/drawing/2014/main" id="{64E3AEFF-E3CC-17BA-D08D-8D7817D67F26}"/>
              </a:ext>
            </a:extLst>
          </p:cNvPr>
          <p:cNvSpPr/>
          <p:nvPr/>
        </p:nvSpPr>
        <p:spPr>
          <a:xfrm rot="5400000">
            <a:off x="4460926" y="3762208"/>
            <a:ext cx="85054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cxnSp>
        <p:nvCxnSpPr>
          <p:cNvPr id="330" name="Straight Connector 329">
            <a:extLst>
              <a:ext uri="{FF2B5EF4-FFF2-40B4-BE49-F238E27FC236}">
                <a16:creationId xmlns:a16="http://schemas.microsoft.com/office/drawing/2014/main" id="{8E54E1AF-FB7A-FBD4-E215-5A6FB4D409A4}"/>
              </a:ext>
            </a:extLst>
          </p:cNvPr>
          <p:cNvCxnSpPr>
            <a:cxnSpLocks/>
          </p:cNvCxnSpPr>
          <p:nvPr/>
        </p:nvCxnSpPr>
        <p:spPr>
          <a:xfrm>
            <a:off x="4548217" y="3853277"/>
            <a:ext cx="0" cy="193"/>
          </a:xfrm>
          <a:prstGeom prst="line">
            <a:avLst/>
          </a:prstGeom>
          <a:ln w="19050">
            <a:solidFill>
              <a:srgbClr val="F1E8C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1" name="TextBox 330">
            <a:extLst>
              <a:ext uri="{FF2B5EF4-FFF2-40B4-BE49-F238E27FC236}">
                <a16:creationId xmlns:a16="http://schemas.microsoft.com/office/drawing/2014/main" id="{EC39A6EE-305C-DC7B-6DCF-FCBF6A98FF27}"/>
              </a:ext>
            </a:extLst>
          </p:cNvPr>
          <p:cNvSpPr txBox="1"/>
          <p:nvPr/>
        </p:nvSpPr>
        <p:spPr>
          <a:xfrm>
            <a:off x="3501538" y="3115079"/>
            <a:ext cx="131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sz="700" dirty="0">
                <a:latin typeface="Bierstadt" panose="020B0004020202020204" pitchFamily="34" charset="0"/>
              </a:rPr>
              <a:t>Artist</a:t>
            </a:r>
          </a:p>
          <a:p>
            <a:pPr algn="ctr"/>
            <a:r>
              <a:rPr lang="en-IT" sz="700" dirty="0">
                <a:latin typeface="Bierstadt" panose="020B0004020202020204" pitchFamily="34" charset="0"/>
              </a:rPr>
              <a:t>Song</a:t>
            </a: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A8E9FE6E-96ED-731C-8AED-0B0E131A99C3}"/>
              </a:ext>
            </a:extLst>
          </p:cNvPr>
          <p:cNvSpPr txBox="1"/>
          <p:nvPr/>
        </p:nvSpPr>
        <p:spPr>
          <a:xfrm>
            <a:off x="4655047" y="3267714"/>
            <a:ext cx="352588" cy="172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500" dirty="0">
                <a:latin typeface="Bierstadt" panose="020B0004020202020204" pitchFamily="34" charset="0"/>
              </a:rPr>
              <a:t>…</a:t>
            </a:r>
          </a:p>
        </p:txBody>
      </p:sp>
      <p:sp>
        <p:nvSpPr>
          <p:cNvPr id="333" name="Heart 332">
            <a:extLst>
              <a:ext uri="{FF2B5EF4-FFF2-40B4-BE49-F238E27FC236}">
                <a16:creationId xmlns:a16="http://schemas.microsoft.com/office/drawing/2014/main" id="{2DC238F1-A2F9-CD93-F9EC-E69BB2E73FE0}"/>
              </a:ext>
            </a:extLst>
          </p:cNvPr>
          <p:cNvSpPr/>
          <p:nvPr/>
        </p:nvSpPr>
        <p:spPr>
          <a:xfrm>
            <a:off x="3528353" y="3257659"/>
            <a:ext cx="96095" cy="85027"/>
          </a:xfrm>
          <a:prstGeom prst="hear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C258CAC8-3A56-0606-200E-8C6E2BC62073}"/>
              </a:ext>
            </a:extLst>
          </p:cNvPr>
          <p:cNvCxnSpPr>
            <a:cxnSpLocks/>
          </p:cNvCxnSpPr>
          <p:nvPr/>
        </p:nvCxnSpPr>
        <p:spPr>
          <a:xfrm>
            <a:off x="4548121" y="3718100"/>
            <a:ext cx="0" cy="1450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5" name="Rounded Rectangle 334">
            <a:extLst>
              <a:ext uri="{FF2B5EF4-FFF2-40B4-BE49-F238E27FC236}">
                <a16:creationId xmlns:a16="http://schemas.microsoft.com/office/drawing/2014/main" id="{B72D8D84-4163-F333-8320-2B4336C7B1EC}"/>
              </a:ext>
            </a:extLst>
          </p:cNvPr>
          <p:cNvSpPr/>
          <p:nvPr/>
        </p:nvSpPr>
        <p:spPr>
          <a:xfrm>
            <a:off x="78841" y="4655387"/>
            <a:ext cx="1548640" cy="2417936"/>
          </a:xfrm>
          <a:prstGeom prst="roundRect">
            <a:avLst/>
          </a:prstGeom>
          <a:solidFill>
            <a:srgbClr val="D6CDE4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T">
              <a:solidFill>
                <a:schemeClr val="tx1"/>
              </a:solidFill>
            </a:endParaRPr>
          </a:p>
        </p:txBody>
      </p:sp>
      <p:sp>
        <p:nvSpPr>
          <p:cNvPr id="336" name="Rounded Rectangle 335">
            <a:extLst>
              <a:ext uri="{FF2B5EF4-FFF2-40B4-BE49-F238E27FC236}">
                <a16:creationId xmlns:a16="http://schemas.microsoft.com/office/drawing/2014/main" id="{0DE6F386-543F-05FD-BCD5-95CF36ABB485}"/>
              </a:ext>
            </a:extLst>
          </p:cNvPr>
          <p:cNvSpPr/>
          <p:nvPr/>
        </p:nvSpPr>
        <p:spPr>
          <a:xfrm>
            <a:off x="196454" y="4775174"/>
            <a:ext cx="1317767" cy="126263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100" dirty="0">
                <a:solidFill>
                  <a:schemeClr val="tx1"/>
                </a:solidFill>
                <a:latin typeface="Bierstadt" panose="020B0004020202020204" pitchFamily="34" charset="0"/>
              </a:rPr>
              <a:t>FOTO</a:t>
            </a:r>
          </a:p>
        </p:txBody>
      </p:sp>
      <p:sp>
        <p:nvSpPr>
          <p:cNvPr id="337" name="Oval 336">
            <a:extLst>
              <a:ext uri="{FF2B5EF4-FFF2-40B4-BE49-F238E27FC236}">
                <a16:creationId xmlns:a16="http://schemas.microsoft.com/office/drawing/2014/main" id="{478937E9-BF61-7B9C-6D0E-F17DD245DF24}"/>
              </a:ext>
            </a:extLst>
          </p:cNvPr>
          <p:cNvSpPr/>
          <p:nvPr/>
        </p:nvSpPr>
        <p:spPr>
          <a:xfrm>
            <a:off x="715984" y="6656623"/>
            <a:ext cx="266317" cy="24578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sp>
        <p:nvSpPr>
          <p:cNvPr id="338" name="Equals 337">
            <a:extLst>
              <a:ext uri="{FF2B5EF4-FFF2-40B4-BE49-F238E27FC236}">
                <a16:creationId xmlns:a16="http://schemas.microsoft.com/office/drawing/2014/main" id="{A29E154C-E894-FB56-2F0B-3662BFABF653}"/>
              </a:ext>
            </a:extLst>
          </p:cNvPr>
          <p:cNvSpPr/>
          <p:nvPr/>
        </p:nvSpPr>
        <p:spPr>
          <a:xfrm rot="5400000">
            <a:off x="726615" y="6616781"/>
            <a:ext cx="245780" cy="325464"/>
          </a:xfrm>
          <a:prstGeom prst="mathEqual">
            <a:avLst>
              <a:gd name="adj1" fmla="val 11692"/>
              <a:gd name="adj2" fmla="val 16061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cxnSp>
        <p:nvCxnSpPr>
          <p:cNvPr id="339" name="Straight Connector 338">
            <a:extLst>
              <a:ext uri="{FF2B5EF4-FFF2-40B4-BE49-F238E27FC236}">
                <a16:creationId xmlns:a16="http://schemas.microsoft.com/office/drawing/2014/main" id="{AA5EEF98-C05C-248C-9120-EF238CF60786}"/>
              </a:ext>
            </a:extLst>
          </p:cNvPr>
          <p:cNvCxnSpPr>
            <a:cxnSpLocks/>
          </p:cNvCxnSpPr>
          <p:nvPr/>
        </p:nvCxnSpPr>
        <p:spPr>
          <a:xfrm flipV="1">
            <a:off x="147182" y="6476381"/>
            <a:ext cx="1398808" cy="46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0" name="Oval 339">
            <a:extLst>
              <a:ext uri="{FF2B5EF4-FFF2-40B4-BE49-F238E27FC236}">
                <a16:creationId xmlns:a16="http://schemas.microsoft.com/office/drawing/2014/main" id="{2CFC591A-73A9-D4AD-E2FB-3F0AFD0FE981}"/>
              </a:ext>
            </a:extLst>
          </p:cNvPr>
          <p:cNvSpPr/>
          <p:nvPr/>
        </p:nvSpPr>
        <p:spPr>
          <a:xfrm>
            <a:off x="228224" y="6453113"/>
            <a:ext cx="45719" cy="46537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sp>
        <p:nvSpPr>
          <p:cNvPr id="341" name="Triangle 340">
            <a:extLst>
              <a:ext uri="{FF2B5EF4-FFF2-40B4-BE49-F238E27FC236}">
                <a16:creationId xmlns:a16="http://schemas.microsoft.com/office/drawing/2014/main" id="{E02A514D-6DC2-3AE1-1A1F-838406CEEAD0}"/>
              </a:ext>
            </a:extLst>
          </p:cNvPr>
          <p:cNvSpPr/>
          <p:nvPr/>
        </p:nvSpPr>
        <p:spPr>
          <a:xfrm rot="16200000">
            <a:off x="493934" y="6785329"/>
            <a:ext cx="85052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cxnSp>
        <p:nvCxnSpPr>
          <p:cNvPr id="342" name="Straight Connector 341">
            <a:extLst>
              <a:ext uri="{FF2B5EF4-FFF2-40B4-BE49-F238E27FC236}">
                <a16:creationId xmlns:a16="http://schemas.microsoft.com/office/drawing/2014/main" id="{118D6F4A-1DC4-D3E5-103E-9417CB0D292A}"/>
              </a:ext>
            </a:extLst>
          </p:cNvPr>
          <p:cNvCxnSpPr>
            <a:cxnSpLocks/>
          </p:cNvCxnSpPr>
          <p:nvPr/>
        </p:nvCxnSpPr>
        <p:spPr>
          <a:xfrm>
            <a:off x="490215" y="6731542"/>
            <a:ext cx="0" cy="1450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3" name="Triangle 342">
            <a:extLst>
              <a:ext uri="{FF2B5EF4-FFF2-40B4-BE49-F238E27FC236}">
                <a16:creationId xmlns:a16="http://schemas.microsoft.com/office/drawing/2014/main" id="{ADD51464-C79B-5050-FD78-A8CEC292D60C}"/>
              </a:ext>
            </a:extLst>
          </p:cNvPr>
          <p:cNvSpPr/>
          <p:nvPr/>
        </p:nvSpPr>
        <p:spPr>
          <a:xfrm rot="5400000">
            <a:off x="1147091" y="6777442"/>
            <a:ext cx="85054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cxnSp>
        <p:nvCxnSpPr>
          <p:cNvPr id="344" name="Straight Connector 343">
            <a:extLst>
              <a:ext uri="{FF2B5EF4-FFF2-40B4-BE49-F238E27FC236}">
                <a16:creationId xmlns:a16="http://schemas.microsoft.com/office/drawing/2014/main" id="{B7C5B0FC-5887-07D6-29DC-50BFC061EF68}"/>
              </a:ext>
            </a:extLst>
          </p:cNvPr>
          <p:cNvCxnSpPr>
            <a:cxnSpLocks/>
          </p:cNvCxnSpPr>
          <p:nvPr/>
        </p:nvCxnSpPr>
        <p:spPr>
          <a:xfrm>
            <a:off x="1234382" y="6868511"/>
            <a:ext cx="0" cy="193"/>
          </a:xfrm>
          <a:prstGeom prst="line">
            <a:avLst/>
          </a:prstGeom>
          <a:ln w="19050">
            <a:solidFill>
              <a:srgbClr val="F1E8C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5" name="TextBox 344">
            <a:extLst>
              <a:ext uri="{FF2B5EF4-FFF2-40B4-BE49-F238E27FC236}">
                <a16:creationId xmlns:a16="http://schemas.microsoft.com/office/drawing/2014/main" id="{FA9E57B4-C4F9-C350-E4E5-5A54E2AAF4D4}"/>
              </a:ext>
            </a:extLst>
          </p:cNvPr>
          <p:cNvSpPr txBox="1"/>
          <p:nvPr/>
        </p:nvSpPr>
        <p:spPr>
          <a:xfrm>
            <a:off x="187703" y="6130313"/>
            <a:ext cx="131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sz="700" dirty="0">
                <a:latin typeface="Bierstadt" panose="020B0004020202020204" pitchFamily="34" charset="0"/>
              </a:rPr>
              <a:t>Artist</a:t>
            </a:r>
          </a:p>
          <a:p>
            <a:pPr algn="ctr"/>
            <a:r>
              <a:rPr lang="en-IT" sz="700" dirty="0">
                <a:latin typeface="Bierstadt" panose="020B0004020202020204" pitchFamily="34" charset="0"/>
              </a:rPr>
              <a:t>Song</a:t>
            </a: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EA00980E-5763-82C1-C629-35026BA96D3D}"/>
              </a:ext>
            </a:extLst>
          </p:cNvPr>
          <p:cNvSpPr txBox="1"/>
          <p:nvPr/>
        </p:nvSpPr>
        <p:spPr>
          <a:xfrm>
            <a:off x="1341212" y="6282948"/>
            <a:ext cx="352588" cy="172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500" dirty="0">
                <a:latin typeface="Bierstadt" panose="020B0004020202020204" pitchFamily="34" charset="0"/>
              </a:rPr>
              <a:t>…</a:t>
            </a:r>
          </a:p>
        </p:txBody>
      </p:sp>
      <p:sp>
        <p:nvSpPr>
          <p:cNvPr id="347" name="Heart 346">
            <a:extLst>
              <a:ext uri="{FF2B5EF4-FFF2-40B4-BE49-F238E27FC236}">
                <a16:creationId xmlns:a16="http://schemas.microsoft.com/office/drawing/2014/main" id="{5F95B40E-246A-A293-91C8-936FC3B579E8}"/>
              </a:ext>
            </a:extLst>
          </p:cNvPr>
          <p:cNvSpPr/>
          <p:nvPr/>
        </p:nvSpPr>
        <p:spPr>
          <a:xfrm>
            <a:off x="214518" y="6272893"/>
            <a:ext cx="96095" cy="85027"/>
          </a:xfrm>
          <a:prstGeom prst="hear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cxnSp>
        <p:nvCxnSpPr>
          <p:cNvPr id="348" name="Straight Connector 347">
            <a:extLst>
              <a:ext uri="{FF2B5EF4-FFF2-40B4-BE49-F238E27FC236}">
                <a16:creationId xmlns:a16="http://schemas.microsoft.com/office/drawing/2014/main" id="{59DC06D2-FC0B-492E-3D21-A7CEFAF72457}"/>
              </a:ext>
            </a:extLst>
          </p:cNvPr>
          <p:cNvCxnSpPr>
            <a:cxnSpLocks/>
          </p:cNvCxnSpPr>
          <p:nvPr/>
        </p:nvCxnSpPr>
        <p:spPr>
          <a:xfrm>
            <a:off x="1234286" y="6733334"/>
            <a:ext cx="0" cy="1450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9" name="Rounded Rectangle 348">
            <a:extLst>
              <a:ext uri="{FF2B5EF4-FFF2-40B4-BE49-F238E27FC236}">
                <a16:creationId xmlns:a16="http://schemas.microsoft.com/office/drawing/2014/main" id="{1E2DC3C6-72F5-E75E-6C33-151A1DDCAF5B}"/>
              </a:ext>
            </a:extLst>
          </p:cNvPr>
          <p:cNvSpPr/>
          <p:nvPr/>
        </p:nvSpPr>
        <p:spPr>
          <a:xfrm>
            <a:off x="1734139" y="4650140"/>
            <a:ext cx="1548640" cy="2417936"/>
          </a:xfrm>
          <a:prstGeom prst="roundRect">
            <a:avLst/>
          </a:prstGeom>
          <a:solidFill>
            <a:srgbClr val="D6CDE4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T">
              <a:solidFill>
                <a:schemeClr val="tx1"/>
              </a:solidFill>
            </a:endParaRPr>
          </a:p>
        </p:txBody>
      </p:sp>
      <p:sp>
        <p:nvSpPr>
          <p:cNvPr id="350" name="Rounded Rectangle 349">
            <a:extLst>
              <a:ext uri="{FF2B5EF4-FFF2-40B4-BE49-F238E27FC236}">
                <a16:creationId xmlns:a16="http://schemas.microsoft.com/office/drawing/2014/main" id="{0D494699-FED4-847A-CA51-4A219F8256C8}"/>
              </a:ext>
            </a:extLst>
          </p:cNvPr>
          <p:cNvSpPr/>
          <p:nvPr/>
        </p:nvSpPr>
        <p:spPr>
          <a:xfrm>
            <a:off x="1851752" y="4769927"/>
            <a:ext cx="1317767" cy="126263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100" dirty="0">
                <a:solidFill>
                  <a:schemeClr val="tx1"/>
                </a:solidFill>
                <a:latin typeface="Bierstadt" panose="020B0004020202020204" pitchFamily="34" charset="0"/>
              </a:rPr>
              <a:t>FOTO</a:t>
            </a:r>
          </a:p>
        </p:txBody>
      </p:sp>
      <p:sp>
        <p:nvSpPr>
          <p:cNvPr id="351" name="Oval 350">
            <a:extLst>
              <a:ext uri="{FF2B5EF4-FFF2-40B4-BE49-F238E27FC236}">
                <a16:creationId xmlns:a16="http://schemas.microsoft.com/office/drawing/2014/main" id="{00E8BC6B-E8A9-65A7-49D4-B6AF1218C376}"/>
              </a:ext>
            </a:extLst>
          </p:cNvPr>
          <p:cNvSpPr/>
          <p:nvPr/>
        </p:nvSpPr>
        <p:spPr>
          <a:xfrm>
            <a:off x="2371282" y="6651376"/>
            <a:ext cx="266317" cy="24578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sp>
        <p:nvSpPr>
          <p:cNvPr id="352" name="Equals 351">
            <a:extLst>
              <a:ext uri="{FF2B5EF4-FFF2-40B4-BE49-F238E27FC236}">
                <a16:creationId xmlns:a16="http://schemas.microsoft.com/office/drawing/2014/main" id="{52F7B8C6-4879-5194-7EB8-C468DAB37BEA}"/>
              </a:ext>
            </a:extLst>
          </p:cNvPr>
          <p:cNvSpPr/>
          <p:nvPr/>
        </p:nvSpPr>
        <p:spPr>
          <a:xfrm rot="5400000">
            <a:off x="2381913" y="6611534"/>
            <a:ext cx="245780" cy="325464"/>
          </a:xfrm>
          <a:prstGeom prst="mathEqual">
            <a:avLst>
              <a:gd name="adj1" fmla="val 11692"/>
              <a:gd name="adj2" fmla="val 16061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cxnSp>
        <p:nvCxnSpPr>
          <p:cNvPr id="353" name="Straight Connector 352">
            <a:extLst>
              <a:ext uri="{FF2B5EF4-FFF2-40B4-BE49-F238E27FC236}">
                <a16:creationId xmlns:a16="http://schemas.microsoft.com/office/drawing/2014/main" id="{223D3531-C566-7547-86F8-19D55E9402DD}"/>
              </a:ext>
            </a:extLst>
          </p:cNvPr>
          <p:cNvCxnSpPr>
            <a:cxnSpLocks/>
          </p:cNvCxnSpPr>
          <p:nvPr/>
        </p:nvCxnSpPr>
        <p:spPr>
          <a:xfrm flipV="1">
            <a:off x="1802480" y="6471134"/>
            <a:ext cx="1398808" cy="46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4" name="Oval 353">
            <a:extLst>
              <a:ext uri="{FF2B5EF4-FFF2-40B4-BE49-F238E27FC236}">
                <a16:creationId xmlns:a16="http://schemas.microsoft.com/office/drawing/2014/main" id="{582EDA04-7407-C404-D24A-8E98A6C89EBC}"/>
              </a:ext>
            </a:extLst>
          </p:cNvPr>
          <p:cNvSpPr/>
          <p:nvPr/>
        </p:nvSpPr>
        <p:spPr>
          <a:xfrm>
            <a:off x="1883522" y="6447866"/>
            <a:ext cx="45719" cy="46537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sp>
        <p:nvSpPr>
          <p:cNvPr id="355" name="Triangle 354">
            <a:extLst>
              <a:ext uri="{FF2B5EF4-FFF2-40B4-BE49-F238E27FC236}">
                <a16:creationId xmlns:a16="http://schemas.microsoft.com/office/drawing/2014/main" id="{6AE85BEF-C89C-4802-CD2D-E6F7BC0E0152}"/>
              </a:ext>
            </a:extLst>
          </p:cNvPr>
          <p:cNvSpPr/>
          <p:nvPr/>
        </p:nvSpPr>
        <p:spPr>
          <a:xfrm rot="16200000">
            <a:off x="2149232" y="6780082"/>
            <a:ext cx="85052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cxnSp>
        <p:nvCxnSpPr>
          <p:cNvPr id="356" name="Straight Connector 355">
            <a:extLst>
              <a:ext uri="{FF2B5EF4-FFF2-40B4-BE49-F238E27FC236}">
                <a16:creationId xmlns:a16="http://schemas.microsoft.com/office/drawing/2014/main" id="{06800A9F-704B-E19B-7338-16AA3A6B2364}"/>
              </a:ext>
            </a:extLst>
          </p:cNvPr>
          <p:cNvCxnSpPr>
            <a:cxnSpLocks/>
          </p:cNvCxnSpPr>
          <p:nvPr/>
        </p:nvCxnSpPr>
        <p:spPr>
          <a:xfrm>
            <a:off x="2145513" y="6726295"/>
            <a:ext cx="0" cy="1450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7" name="Triangle 356">
            <a:extLst>
              <a:ext uri="{FF2B5EF4-FFF2-40B4-BE49-F238E27FC236}">
                <a16:creationId xmlns:a16="http://schemas.microsoft.com/office/drawing/2014/main" id="{E7C2F724-CAC9-59E1-6FF1-4F4CFDEF95BE}"/>
              </a:ext>
            </a:extLst>
          </p:cNvPr>
          <p:cNvSpPr/>
          <p:nvPr/>
        </p:nvSpPr>
        <p:spPr>
          <a:xfrm rot="5400000">
            <a:off x="2802389" y="6772195"/>
            <a:ext cx="85054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cxnSp>
        <p:nvCxnSpPr>
          <p:cNvPr id="358" name="Straight Connector 357">
            <a:extLst>
              <a:ext uri="{FF2B5EF4-FFF2-40B4-BE49-F238E27FC236}">
                <a16:creationId xmlns:a16="http://schemas.microsoft.com/office/drawing/2014/main" id="{7E182F77-93F0-1196-ED50-BCF0AB7B11E4}"/>
              </a:ext>
            </a:extLst>
          </p:cNvPr>
          <p:cNvCxnSpPr>
            <a:cxnSpLocks/>
          </p:cNvCxnSpPr>
          <p:nvPr/>
        </p:nvCxnSpPr>
        <p:spPr>
          <a:xfrm>
            <a:off x="2889680" y="6863264"/>
            <a:ext cx="0" cy="193"/>
          </a:xfrm>
          <a:prstGeom prst="line">
            <a:avLst/>
          </a:prstGeom>
          <a:ln w="19050">
            <a:solidFill>
              <a:srgbClr val="F1E8C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9" name="TextBox 358">
            <a:extLst>
              <a:ext uri="{FF2B5EF4-FFF2-40B4-BE49-F238E27FC236}">
                <a16:creationId xmlns:a16="http://schemas.microsoft.com/office/drawing/2014/main" id="{B0765A3A-99C3-784B-4796-48F2E7C7852D}"/>
              </a:ext>
            </a:extLst>
          </p:cNvPr>
          <p:cNvSpPr txBox="1"/>
          <p:nvPr/>
        </p:nvSpPr>
        <p:spPr>
          <a:xfrm>
            <a:off x="1843001" y="6125066"/>
            <a:ext cx="131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sz="700" dirty="0">
                <a:latin typeface="Bierstadt" panose="020B0004020202020204" pitchFamily="34" charset="0"/>
              </a:rPr>
              <a:t>Artist</a:t>
            </a:r>
          </a:p>
          <a:p>
            <a:pPr algn="ctr"/>
            <a:r>
              <a:rPr lang="en-IT" sz="700" dirty="0">
                <a:latin typeface="Bierstadt" panose="020B0004020202020204" pitchFamily="34" charset="0"/>
              </a:rPr>
              <a:t>Song</a:t>
            </a:r>
          </a:p>
        </p:txBody>
      </p:sp>
      <p:sp>
        <p:nvSpPr>
          <p:cNvPr id="360" name="TextBox 359">
            <a:extLst>
              <a:ext uri="{FF2B5EF4-FFF2-40B4-BE49-F238E27FC236}">
                <a16:creationId xmlns:a16="http://schemas.microsoft.com/office/drawing/2014/main" id="{E5630593-2D3C-26BB-9004-44B530D21074}"/>
              </a:ext>
            </a:extLst>
          </p:cNvPr>
          <p:cNvSpPr txBox="1"/>
          <p:nvPr/>
        </p:nvSpPr>
        <p:spPr>
          <a:xfrm>
            <a:off x="3064606" y="6277701"/>
            <a:ext cx="352588" cy="172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500" dirty="0">
                <a:latin typeface="Bierstadt" panose="020B0004020202020204" pitchFamily="34" charset="0"/>
              </a:rPr>
              <a:t>…</a:t>
            </a:r>
          </a:p>
        </p:txBody>
      </p:sp>
      <p:sp>
        <p:nvSpPr>
          <p:cNvPr id="361" name="Heart 360">
            <a:extLst>
              <a:ext uri="{FF2B5EF4-FFF2-40B4-BE49-F238E27FC236}">
                <a16:creationId xmlns:a16="http://schemas.microsoft.com/office/drawing/2014/main" id="{3D6722DA-73DD-4CC6-4ED1-421F4B1DEE19}"/>
              </a:ext>
            </a:extLst>
          </p:cNvPr>
          <p:cNvSpPr/>
          <p:nvPr/>
        </p:nvSpPr>
        <p:spPr>
          <a:xfrm>
            <a:off x="1869816" y="6267646"/>
            <a:ext cx="96095" cy="85027"/>
          </a:xfrm>
          <a:prstGeom prst="hear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cxnSp>
        <p:nvCxnSpPr>
          <p:cNvPr id="362" name="Straight Connector 361">
            <a:extLst>
              <a:ext uri="{FF2B5EF4-FFF2-40B4-BE49-F238E27FC236}">
                <a16:creationId xmlns:a16="http://schemas.microsoft.com/office/drawing/2014/main" id="{2B809C66-5F0D-7047-9000-1824939EADB5}"/>
              </a:ext>
            </a:extLst>
          </p:cNvPr>
          <p:cNvCxnSpPr>
            <a:cxnSpLocks/>
          </p:cNvCxnSpPr>
          <p:nvPr/>
        </p:nvCxnSpPr>
        <p:spPr>
          <a:xfrm>
            <a:off x="2889584" y="6728087"/>
            <a:ext cx="0" cy="1450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3" name="Rounded Rectangle 362">
            <a:extLst>
              <a:ext uri="{FF2B5EF4-FFF2-40B4-BE49-F238E27FC236}">
                <a16:creationId xmlns:a16="http://schemas.microsoft.com/office/drawing/2014/main" id="{F72F2622-3CD7-5DCB-9C5D-FA9A32CD8289}"/>
              </a:ext>
            </a:extLst>
          </p:cNvPr>
          <p:cNvSpPr/>
          <p:nvPr/>
        </p:nvSpPr>
        <p:spPr>
          <a:xfrm>
            <a:off x="3388174" y="4650140"/>
            <a:ext cx="1548640" cy="2417936"/>
          </a:xfrm>
          <a:prstGeom prst="roundRect">
            <a:avLst/>
          </a:prstGeom>
          <a:solidFill>
            <a:srgbClr val="D6CDE4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T">
              <a:solidFill>
                <a:schemeClr val="tx1"/>
              </a:solidFill>
            </a:endParaRPr>
          </a:p>
        </p:txBody>
      </p:sp>
      <p:sp>
        <p:nvSpPr>
          <p:cNvPr id="364" name="Rounded Rectangle 363">
            <a:extLst>
              <a:ext uri="{FF2B5EF4-FFF2-40B4-BE49-F238E27FC236}">
                <a16:creationId xmlns:a16="http://schemas.microsoft.com/office/drawing/2014/main" id="{BEB49EC4-A028-BCA3-6C86-655086B3297D}"/>
              </a:ext>
            </a:extLst>
          </p:cNvPr>
          <p:cNvSpPr/>
          <p:nvPr/>
        </p:nvSpPr>
        <p:spPr>
          <a:xfrm>
            <a:off x="3505787" y="4769927"/>
            <a:ext cx="1317767" cy="126263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100" dirty="0">
                <a:solidFill>
                  <a:schemeClr val="tx1"/>
                </a:solidFill>
                <a:latin typeface="Bierstadt" panose="020B0004020202020204" pitchFamily="34" charset="0"/>
              </a:rPr>
              <a:t>FOTO</a:t>
            </a:r>
          </a:p>
        </p:txBody>
      </p:sp>
      <p:sp>
        <p:nvSpPr>
          <p:cNvPr id="365" name="Oval 364">
            <a:extLst>
              <a:ext uri="{FF2B5EF4-FFF2-40B4-BE49-F238E27FC236}">
                <a16:creationId xmlns:a16="http://schemas.microsoft.com/office/drawing/2014/main" id="{B481E1A4-F435-B6D2-EE34-ABC69F50B3D1}"/>
              </a:ext>
            </a:extLst>
          </p:cNvPr>
          <p:cNvSpPr/>
          <p:nvPr/>
        </p:nvSpPr>
        <p:spPr>
          <a:xfrm>
            <a:off x="4025317" y="6651376"/>
            <a:ext cx="266317" cy="24578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sp>
        <p:nvSpPr>
          <p:cNvPr id="366" name="Equals 365">
            <a:extLst>
              <a:ext uri="{FF2B5EF4-FFF2-40B4-BE49-F238E27FC236}">
                <a16:creationId xmlns:a16="http://schemas.microsoft.com/office/drawing/2014/main" id="{5178B7A2-31AD-C2A5-C369-D69103BB3DF2}"/>
              </a:ext>
            </a:extLst>
          </p:cNvPr>
          <p:cNvSpPr/>
          <p:nvPr/>
        </p:nvSpPr>
        <p:spPr>
          <a:xfrm rot="5400000">
            <a:off x="4035948" y="6611534"/>
            <a:ext cx="245780" cy="325464"/>
          </a:xfrm>
          <a:prstGeom prst="mathEqual">
            <a:avLst>
              <a:gd name="adj1" fmla="val 11692"/>
              <a:gd name="adj2" fmla="val 16061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cxnSp>
        <p:nvCxnSpPr>
          <p:cNvPr id="367" name="Straight Connector 366">
            <a:extLst>
              <a:ext uri="{FF2B5EF4-FFF2-40B4-BE49-F238E27FC236}">
                <a16:creationId xmlns:a16="http://schemas.microsoft.com/office/drawing/2014/main" id="{27D0D7D6-A523-238D-9E60-FBD2C5E5B4A2}"/>
              </a:ext>
            </a:extLst>
          </p:cNvPr>
          <p:cNvCxnSpPr>
            <a:cxnSpLocks/>
          </p:cNvCxnSpPr>
          <p:nvPr/>
        </p:nvCxnSpPr>
        <p:spPr>
          <a:xfrm flipV="1">
            <a:off x="3456515" y="6471134"/>
            <a:ext cx="1398808" cy="46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8" name="Oval 367">
            <a:extLst>
              <a:ext uri="{FF2B5EF4-FFF2-40B4-BE49-F238E27FC236}">
                <a16:creationId xmlns:a16="http://schemas.microsoft.com/office/drawing/2014/main" id="{18CFA942-6B49-92C4-7B10-0E35E5A9A46B}"/>
              </a:ext>
            </a:extLst>
          </p:cNvPr>
          <p:cNvSpPr/>
          <p:nvPr/>
        </p:nvSpPr>
        <p:spPr>
          <a:xfrm>
            <a:off x="3537557" y="6447866"/>
            <a:ext cx="45719" cy="46537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sp>
        <p:nvSpPr>
          <p:cNvPr id="369" name="Triangle 368">
            <a:extLst>
              <a:ext uri="{FF2B5EF4-FFF2-40B4-BE49-F238E27FC236}">
                <a16:creationId xmlns:a16="http://schemas.microsoft.com/office/drawing/2014/main" id="{2EA7E49D-89B2-1502-D06E-84259B367232}"/>
              </a:ext>
            </a:extLst>
          </p:cNvPr>
          <p:cNvSpPr/>
          <p:nvPr/>
        </p:nvSpPr>
        <p:spPr>
          <a:xfrm rot="16200000">
            <a:off x="3803267" y="6780082"/>
            <a:ext cx="85052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cxnSp>
        <p:nvCxnSpPr>
          <p:cNvPr id="370" name="Straight Connector 369">
            <a:extLst>
              <a:ext uri="{FF2B5EF4-FFF2-40B4-BE49-F238E27FC236}">
                <a16:creationId xmlns:a16="http://schemas.microsoft.com/office/drawing/2014/main" id="{64356A4A-C2D4-DEA2-0917-E3D6A07FF10C}"/>
              </a:ext>
            </a:extLst>
          </p:cNvPr>
          <p:cNvCxnSpPr>
            <a:cxnSpLocks/>
          </p:cNvCxnSpPr>
          <p:nvPr/>
        </p:nvCxnSpPr>
        <p:spPr>
          <a:xfrm>
            <a:off x="3799548" y="6726295"/>
            <a:ext cx="0" cy="1450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1" name="Triangle 370">
            <a:extLst>
              <a:ext uri="{FF2B5EF4-FFF2-40B4-BE49-F238E27FC236}">
                <a16:creationId xmlns:a16="http://schemas.microsoft.com/office/drawing/2014/main" id="{FEE9B623-8DC6-062C-E1BA-8C779DE686FE}"/>
              </a:ext>
            </a:extLst>
          </p:cNvPr>
          <p:cNvSpPr/>
          <p:nvPr/>
        </p:nvSpPr>
        <p:spPr>
          <a:xfrm rot="5400000">
            <a:off x="4456424" y="6772195"/>
            <a:ext cx="85054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cxnSp>
        <p:nvCxnSpPr>
          <p:cNvPr id="372" name="Straight Connector 371">
            <a:extLst>
              <a:ext uri="{FF2B5EF4-FFF2-40B4-BE49-F238E27FC236}">
                <a16:creationId xmlns:a16="http://schemas.microsoft.com/office/drawing/2014/main" id="{4EBE11FA-F200-2417-614E-304A18B95A66}"/>
              </a:ext>
            </a:extLst>
          </p:cNvPr>
          <p:cNvCxnSpPr>
            <a:cxnSpLocks/>
          </p:cNvCxnSpPr>
          <p:nvPr/>
        </p:nvCxnSpPr>
        <p:spPr>
          <a:xfrm>
            <a:off x="4543715" y="6863264"/>
            <a:ext cx="0" cy="193"/>
          </a:xfrm>
          <a:prstGeom prst="line">
            <a:avLst/>
          </a:prstGeom>
          <a:ln w="19050">
            <a:solidFill>
              <a:srgbClr val="F1E8C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3" name="TextBox 372">
            <a:extLst>
              <a:ext uri="{FF2B5EF4-FFF2-40B4-BE49-F238E27FC236}">
                <a16:creationId xmlns:a16="http://schemas.microsoft.com/office/drawing/2014/main" id="{C340D894-30C4-C2CC-81C2-0D72F1F2420F}"/>
              </a:ext>
            </a:extLst>
          </p:cNvPr>
          <p:cNvSpPr txBox="1"/>
          <p:nvPr/>
        </p:nvSpPr>
        <p:spPr>
          <a:xfrm>
            <a:off x="3497036" y="6125066"/>
            <a:ext cx="131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sz="700" dirty="0">
                <a:latin typeface="Bierstadt" panose="020B0004020202020204" pitchFamily="34" charset="0"/>
              </a:rPr>
              <a:t>Artist</a:t>
            </a:r>
          </a:p>
          <a:p>
            <a:pPr algn="ctr"/>
            <a:r>
              <a:rPr lang="en-IT" sz="700" dirty="0">
                <a:latin typeface="Bierstadt" panose="020B0004020202020204" pitchFamily="34" charset="0"/>
              </a:rPr>
              <a:t>Song</a:t>
            </a:r>
          </a:p>
        </p:txBody>
      </p:sp>
      <p:sp>
        <p:nvSpPr>
          <p:cNvPr id="374" name="TextBox 373">
            <a:extLst>
              <a:ext uri="{FF2B5EF4-FFF2-40B4-BE49-F238E27FC236}">
                <a16:creationId xmlns:a16="http://schemas.microsoft.com/office/drawing/2014/main" id="{F7D4B9FF-7D44-1278-CBCD-4AF9BC91162D}"/>
              </a:ext>
            </a:extLst>
          </p:cNvPr>
          <p:cNvSpPr txBox="1"/>
          <p:nvPr/>
        </p:nvSpPr>
        <p:spPr>
          <a:xfrm>
            <a:off x="4650545" y="6277701"/>
            <a:ext cx="352588" cy="172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500" dirty="0">
                <a:latin typeface="Bierstadt" panose="020B0004020202020204" pitchFamily="34" charset="0"/>
              </a:rPr>
              <a:t>…</a:t>
            </a:r>
          </a:p>
        </p:txBody>
      </p:sp>
      <p:sp>
        <p:nvSpPr>
          <p:cNvPr id="375" name="Heart 374">
            <a:extLst>
              <a:ext uri="{FF2B5EF4-FFF2-40B4-BE49-F238E27FC236}">
                <a16:creationId xmlns:a16="http://schemas.microsoft.com/office/drawing/2014/main" id="{6FC1A9F2-EE67-C69A-1FAB-2ECBFC8D3EA8}"/>
              </a:ext>
            </a:extLst>
          </p:cNvPr>
          <p:cNvSpPr/>
          <p:nvPr/>
        </p:nvSpPr>
        <p:spPr>
          <a:xfrm>
            <a:off x="3523851" y="6267646"/>
            <a:ext cx="96095" cy="85027"/>
          </a:xfrm>
          <a:prstGeom prst="hear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100">
              <a:solidFill>
                <a:schemeClr val="tx1"/>
              </a:solidFill>
              <a:latin typeface="Bierstadt" panose="020B0004020202020204" pitchFamily="34" charset="0"/>
            </a:endParaRPr>
          </a:p>
        </p:txBody>
      </p:sp>
      <p:cxnSp>
        <p:nvCxnSpPr>
          <p:cNvPr id="376" name="Straight Connector 375">
            <a:extLst>
              <a:ext uri="{FF2B5EF4-FFF2-40B4-BE49-F238E27FC236}">
                <a16:creationId xmlns:a16="http://schemas.microsoft.com/office/drawing/2014/main" id="{04294131-6655-015B-E4BF-C43CD18FA4A7}"/>
              </a:ext>
            </a:extLst>
          </p:cNvPr>
          <p:cNvCxnSpPr>
            <a:cxnSpLocks/>
          </p:cNvCxnSpPr>
          <p:nvPr/>
        </p:nvCxnSpPr>
        <p:spPr>
          <a:xfrm>
            <a:off x="4543619" y="6728087"/>
            <a:ext cx="0" cy="1450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7" name="Text 5">
            <a:extLst>
              <a:ext uri="{FF2B5EF4-FFF2-40B4-BE49-F238E27FC236}">
                <a16:creationId xmlns:a16="http://schemas.microsoft.com/office/drawing/2014/main" id="{2654AA86-FF44-696C-FBC6-1720EED1F04C}"/>
              </a:ext>
            </a:extLst>
          </p:cNvPr>
          <p:cNvSpPr/>
          <p:nvPr/>
        </p:nvSpPr>
        <p:spPr>
          <a:xfrm>
            <a:off x="78841" y="1253936"/>
            <a:ext cx="1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F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morning walks</a:t>
            </a:r>
            <a:endParaRPr lang="en-US" sz="1200" dirty="0"/>
          </a:p>
        </p:txBody>
      </p:sp>
      <p:sp>
        <p:nvSpPr>
          <p:cNvPr id="378" name="Text 5">
            <a:extLst>
              <a:ext uri="{FF2B5EF4-FFF2-40B4-BE49-F238E27FC236}">
                <a16:creationId xmlns:a16="http://schemas.microsoft.com/office/drawing/2014/main" id="{3FDC510A-A165-598E-35DA-79C4D2B037DA}"/>
              </a:ext>
            </a:extLst>
          </p:cNvPr>
          <p:cNvSpPr/>
          <p:nvPr/>
        </p:nvSpPr>
        <p:spPr>
          <a:xfrm>
            <a:off x="1734139" y="1250328"/>
            <a:ext cx="1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F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late drives</a:t>
            </a:r>
            <a:endParaRPr lang="en-US" sz="1200" dirty="0"/>
          </a:p>
        </p:txBody>
      </p:sp>
      <p:sp>
        <p:nvSpPr>
          <p:cNvPr id="380" name="Text 5">
            <a:extLst>
              <a:ext uri="{FF2B5EF4-FFF2-40B4-BE49-F238E27FC236}">
                <a16:creationId xmlns:a16="http://schemas.microsoft.com/office/drawing/2014/main" id="{E9E74F7C-A997-E79E-C417-011A89B23243}"/>
              </a:ext>
            </a:extLst>
          </p:cNvPr>
          <p:cNvSpPr/>
          <p:nvPr/>
        </p:nvSpPr>
        <p:spPr>
          <a:xfrm>
            <a:off x="3392676" y="1250328"/>
            <a:ext cx="1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F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kitchen dancing</a:t>
            </a:r>
            <a:endParaRPr lang="en-US" sz="1200" dirty="0"/>
          </a:p>
        </p:txBody>
      </p:sp>
      <p:sp>
        <p:nvSpPr>
          <p:cNvPr id="381" name="Text 5">
            <a:extLst>
              <a:ext uri="{FF2B5EF4-FFF2-40B4-BE49-F238E27FC236}">
                <a16:creationId xmlns:a16="http://schemas.microsoft.com/office/drawing/2014/main" id="{EF9661DF-F553-8709-6562-0AED1F911178}"/>
              </a:ext>
            </a:extLst>
          </p:cNvPr>
          <p:cNvSpPr/>
          <p:nvPr/>
        </p:nvSpPr>
        <p:spPr>
          <a:xfrm>
            <a:off x="78841" y="4264529"/>
            <a:ext cx="1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F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slow </a:t>
            </a:r>
            <a:r>
              <a:rPr lang="en-US" sz="1200" i="1" dirty="0" err="1">
                <a:solidFill>
                  <a:srgbClr val="1F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sundays</a:t>
            </a:r>
            <a:endParaRPr lang="en-US" sz="1200" dirty="0"/>
          </a:p>
        </p:txBody>
      </p:sp>
      <p:sp>
        <p:nvSpPr>
          <p:cNvPr id="382" name="Text 5">
            <a:extLst>
              <a:ext uri="{FF2B5EF4-FFF2-40B4-BE49-F238E27FC236}">
                <a16:creationId xmlns:a16="http://schemas.microsoft.com/office/drawing/2014/main" id="{7C064A0D-CB8E-F481-776A-A683C8588422}"/>
              </a:ext>
            </a:extLst>
          </p:cNvPr>
          <p:cNvSpPr/>
          <p:nvPr/>
        </p:nvSpPr>
        <p:spPr>
          <a:xfrm>
            <a:off x="1734139" y="4260921"/>
            <a:ext cx="1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F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comedown</a:t>
            </a:r>
            <a:endParaRPr lang="en-US" sz="1200" dirty="0"/>
          </a:p>
        </p:txBody>
      </p:sp>
      <p:sp>
        <p:nvSpPr>
          <p:cNvPr id="383" name="Text 5">
            <a:extLst>
              <a:ext uri="{FF2B5EF4-FFF2-40B4-BE49-F238E27FC236}">
                <a16:creationId xmlns:a16="http://schemas.microsoft.com/office/drawing/2014/main" id="{370DD929-1458-5881-2528-9F9934D33B3E}"/>
              </a:ext>
            </a:extLst>
          </p:cNvPr>
          <p:cNvSpPr/>
          <p:nvPr/>
        </p:nvSpPr>
        <p:spPr>
          <a:xfrm>
            <a:off x="3392676" y="4260921"/>
            <a:ext cx="1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F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breakdown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EB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606040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i="1" dirty="0">
                <a:solidFill>
                  <a:srgbClr val="B58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1965960" y="3977640"/>
            <a:ext cx="1097280" cy="0"/>
          </a:xfrm>
          <a:prstGeom prst="line">
            <a:avLst/>
          </a:prstGeom>
          <a:noFill/>
          <a:ln w="10160">
            <a:solidFill>
              <a:srgbClr val="2A221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" name="Text 2"/>
          <p:cNvSpPr/>
          <p:nvPr/>
        </p:nvSpPr>
        <p:spPr>
          <a:xfrm>
            <a:off x="320040" y="40690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2A22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Tiny Wins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6634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8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EB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A22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TINY WINS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58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· 01 / FRONT PAGE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i="1" dirty="0">
                <a:solidFill>
                  <a:srgbClr val="2A22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DAILY ME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20040" y="1371600"/>
            <a:ext cx="4389120" cy="0"/>
          </a:xfrm>
          <a:prstGeom prst="line">
            <a:avLst/>
          </a:prstGeom>
          <a:noFill/>
          <a:ln w="15240">
            <a:solidFill>
              <a:srgbClr val="2A221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320040" y="141732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4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VOL. I · NO. ___ · ____________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0040" y="1691640"/>
            <a:ext cx="4389120" cy="0"/>
          </a:xfrm>
          <a:prstGeom prst="line">
            <a:avLst/>
          </a:prstGeom>
          <a:noFill/>
          <a:ln w="6350">
            <a:solidFill>
              <a:srgbClr val="2A221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320040" y="18745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A22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HEADLINE — LOCAL HUMAN HAS A VERY GOOD MONTH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20040" y="2766060"/>
            <a:ext cx="4389120" cy="1828800"/>
          </a:xfrm>
          <a:prstGeom prst="rect">
            <a:avLst/>
          </a:prstGeom>
          <a:solidFill>
            <a:srgbClr val="EAD9A1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Shape 12"/>
          <p:cNvSpPr/>
          <p:nvPr/>
        </p:nvSpPr>
        <p:spPr>
          <a:xfrm>
            <a:off x="320039" y="2747773"/>
            <a:ext cx="4389120" cy="1828800"/>
          </a:xfrm>
          <a:prstGeom prst="line">
            <a:avLst/>
          </a:prstGeom>
          <a:noFill/>
          <a:ln w="508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Shape 13"/>
          <p:cNvSpPr/>
          <p:nvPr/>
        </p:nvSpPr>
        <p:spPr>
          <a:xfrm>
            <a:off x="320040" y="4526280"/>
            <a:ext cx="4389120" cy="0"/>
          </a:xfrm>
          <a:prstGeom prst="line">
            <a:avLst/>
          </a:prstGeom>
          <a:noFill/>
          <a:ln w="508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320040" y="3570732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PHOTO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20039" y="2500884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small triumph, undocumented before now.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320039" y="4773166"/>
            <a:ext cx="1936777" cy="1828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58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INSIDE THE ISSUE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5074920"/>
            <a:ext cx="2103120" cy="0"/>
          </a:xfrm>
          <a:prstGeom prst="line">
            <a:avLst/>
          </a:prstGeom>
          <a:noFill/>
          <a:ln w="4445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8"/>
          <p:cNvSpPr/>
          <p:nvPr/>
        </p:nvSpPr>
        <p:spPr>
          <a:xfrm>
            <a:off x="320040" y="5321808"/>
            <a:ext cx="2103120" cy="0"/>
          </a:xfrm>
          <a:prstGeom prst="line">
            <a:avLst/>
          </a:prstGeom>
          <a:noFill/>
          <a:ln w="4445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320040" y="5568696"/>
            <a:ext cx="2103120" cy="0"/>
          </a:xfrm>
          <a:prstGeom prst="line">
            <a:avLst/>
          </a:prstGeom>
          <a:noFill/>
          <a:ln w="4445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320040" y="5815584"/>
            <a:ext cx="2103120" cy="0"/>
          </a:xfrm>
          <a:prstGeom prst="line">
            <a:avLst/>
          </a:prstGeom>
          <a:noFill/>
          <a:ln w="4445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Shape 21"/>
          <p:cNvSpPr/>
          <p:nvPr/>
        </p:nvSpPr>
        <p:spPr>
          <a:xfrm>
            <a:off x="320040" y="6062472"/>
            <a:ext cx="2103120" cy="0"/>
          </a:xfrm>
          <a:prstGeom prst="line">
            <a:avLst/>
          </a:prstGeom>
          <a:noFill/>
          <a:ln w="4445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Shape 22"/>
          <p:cNvSpPr/>
          <p:nvPr/>
        </p:nvSpPr>
        <p:spPr>
          <a:xfrm>
            <a:off x="320040" y="6309360"/>
            <a:ext cx="2103120" cy="0"/>
          </a:xfrm>
          <a:prstGeom prst="line">
            <a:avLst/>
          </a:prstGeom>
          <a:noFill/>
          <a:ln w="4445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Shape 23"/>
          <p:cNvSpPr/>
          <p:nvPr/>
        </p:nvSpPr>
        <p:spPr>
          <a:xfrm>
            <a:off x="320040" y="6556248"/>
            <a:ext cx="2103120" cy="0"/>
          </a:xfrm>
          <a:prstGeom prst="line">
            <a:avLst/>
          </a:prstGeom>
          <a:noFill/>
          <a:ln w="4445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Shape 24"/>
          <p:cNvSpPr/>
          <p:nvPr/>
        </p:nvSpPr>
        <p:spPr>
          <a:xfrm>
            <a:off x="320040" y="6803136"/>
            <a:ext cx="2103120" cy="0"/>
          </a:xfrm>
          <a:prstGeom prst="line">
            <a:avLst/>
          </a:prstGeom>
          <a:noFill/>
          <a:ln w="4445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Shape 25"/>
          <p:cNvSpPr/>
          <p:nvPr/>
        </p:nvSpPr>
        <p:spPr>
          <a:xfrm>
            <a:off x="320040" y="7050024"/>
            <a:ext cx="2103120" cy="0"/>
          </a:xfrm>
          <a:prstGeom prst="line">
            <a:avLst/>
          </a:prstGeom>
          <a:noFill/>
          <a:ln w="4445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Shape 26"/>
          <p:cNvSpPr/>
          <p:nvPr/>
        </p:nvSpPr>
        <p:spPr>
          <a:xfrm>
            <a:off x="320040" y="7296912"/>
            <a:ext cx="2103120" cy="0"/>
          </a:xfrm>
          <a:prstGeom prst="line">
            <a:avLst/>
          </a:prstGeom>
          <a:noFill/>
          <a:ln w="4445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Text 27"/>
          <p:cNvSpPr/>
          <p:nvPr/>
        </p:nvSpPr>
        <p:spPr>
          <a:xfrm>
            <a:off x="2606040" y="47548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58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CORRESPONDENT NOTE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606040" y="5074920"/>
            <a:ext cx="2103120" cy="0"/>
          </a:xfrm>
          <a:prstGeom prst="line">
            <a:avLst/>
          </a:prstGeom>
          <a:noFill/>
          <a:ln w="4445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Shape 29"/>
          <p:cNvSpPr/>
          <p:nvPr/>
        </p:nvSpPr>
        <p:spPr>
          <a:xfrm>
            <a:off x="2606040" y="5321808"/>
            <a:ext cx="2103120" cy="0"/>
          </a:xfrm>
          <a:prstGeom prst="line">
            <a:avLst/>
          </a:prstGeom>
          <a:noFill/>
          <a:ln w="4445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Shape 30"/>
          <p:cNvSpPr/>
          <p:nvPr/>
        </p:nvSpPr>
        <p:spPr>
          <a:xfrm>
            <a:off x="2606040" y="5568696"/>
            <a:ext cx="2103120" cy="0"/>
          </a:xfrm>
          <a:prstGeom prst="line">
            <a:avLst/>
          </a:prstGeom>
          <a:noFill/>
          <a:ln w="4445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Shape 31"/>
          <p:cNvSpPr/>
          <p:nvPr/>
        </p:nvSpPr>
        <p:spPr>
          <a:xfrm>
            <a:off x="2606040" y="5815584"/>
            <a:ext cx="2103120" cy="0"/>
          </a:xfrm>
          <a:prstGeom prst="line">
            <a:avLst/>
          </a:prstGeom>
          <a:noFill/>
          <a:ln w="4445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Shape 32"/>
          <p:cNvSpPr/>
          <p:nvPr/>
        </p:nvSpPr>
        <p:spPr>
          <a:xfrm>
            <a:off x="2606040" y="6062472"/>
            <a:ext cx="2103120" cy="0"/>
          </a:xfrm>
          <a:prstGeom prst="line">
            <a:avLst/>
          </a:prstGeom>
          <a:noFill/>
          <a:ln w="4445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Shape 33"/>
          <p:cNvSpPr/>
          <p:nvPr/>
        </p:nvSpPr>
        <p:spPr>
          <a:xfrm>
            <a:off x="2606040" y="6309360"/>
            <a:ext cx="2103120" cy="0"/>
          </a:xfrm>
          <a:prstGeom prst="line">
            <a:avLst/>
          </a:prstGeom>
          <a:noFill/>
          <a:ln w="4445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" name="Shape 34"/>
          <p:cNvSpPr/>
          <p:nvPr/>
        </p:nvSpPr>
        <p:spPr>
          <a:xfrm>
            <a:off x="2606040" y="6556248"/>
            <a:ext cx="2103120" cy="0"/>
          </a:xfrm>
          <a:prstGeom prst="line">
            <a:avLst/>
          </a:prstGeom>
          <a:noFill/>
          <a:ln w="4445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Shape 35"/>
          <p:cNvSpPr/>
          <p:nvPr/>
        </p:nvSpPr>
        <p:spPr>
          <a:xfrm>
            <a:off x="2606040" y="6803136"/>
            <a:ext cx="2103120" cy="0"/>
          </a:xfrm>
          <a:prstGeom prst="line">
            <a:avLst/>
          </a:prstGeom>
          <a:noFill/>
          <a:ln w="4445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Shape 36"/>
          <p:cNvSpPr/>
          <p:nvPr/>
        </p:nvSpPr>
        <p:spPr>
          <a:xfrm>
            <a:off x="2606040" y="7050024"/>
            <a:ext cx="2103120" cy="0"/>
          </a:xfrm>
          <a:prstGeom prst="line">
            <a:avLst/>
          </a:prstGeom>
          <a:noFill/>
          <a:ln w="4445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Shape 37"/>
          <p:cNvSpPr/>
          <p:nvPr/>
        </p:nvSpPr>
        <p:spPr>
          <a:xfrm>
            <a:off x="2606040" y="7296912"/>
            <a:ext cx="2103120" cy="0"/>
          </a:xfrm>
          <a:prstGeom prst="line">
            <a:avLst/>
          </a:prstGeom>
          <a:noFill/>
          <a:ln w="4445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EB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A22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TINY WINS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58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· 02 / TROPHY CABINET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945982"/>
            <a:ext cx="43891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000" i="1" dirty="0">
                <a:solidFill>
                  <a:srgbClr val="2A22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Trophy Cabinet.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20040" y="2103120"/>
            <a:ext cx="2080260" cy="1097280"/>
          </a:xfrm>
          <a:prstGeom prst="rect">
            <a:avLst/>
          </a:prstGeom>
          <a:solidFill>
            <a:srgbClr val="EAD9A1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365760" cy="365760"/>
          </a:xfrm>
          <a:prstGeom prst="ellipse">
            <a:avLst/>
          </a:prstGeom>
          <a:solidFill>
            <a:srgbClr val="B58A2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EBC9"/>
                </a:solidFill>
              </a:rPr>
              <a:t>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286000"/>
            <a:ext cx="13944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AWARD N° 01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914400" y="2468880"/>
            <a:ext cx="13944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A22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For____________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2788920"/>
            <a:ext cx="13944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  ___________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628900" y="2103120"/>
            <a:ext cx="2080260" cy="1097280"/>
          </a:xfrm>
          <a:prstGeom prst="rect">
            <a:avLst/>
          </a:prstGeom>
          <a:solidFill>
            <a:srgbClr val="EAD9A1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Shape 14"/>
          <p:cNvSpPr/>
          <p:nvPr/>
        </p:nvSpPr>
        <p:spPr>
          <a:xfrm>
            <a:off x="2766060" y="2286000"/>
            <a:ext cx="365760" cy="365760"/>
          </a:xfrm>
          <a:prstGeom prst="ellipse">
            <a:avLst/>
          </a:prstGeom>
          <a:solidFill>
            <a:srgbClr val="B58A2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276606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EBC9"/>
                </a:solidFill>
              </a:rPr>
              <a:t>★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23260" y="2286000"/>
            <a:ext cx="13944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kern="0" spc="3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AWARD N° 05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223260" y="2788920"/>
            <a:ext cx="13944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  ___________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20040" y="3429000"/>
            <a:ext cx="2080260" cy="1097280"/>
          </a:xfrm>
          <a:prstGeom prst="rect">
            <a:avLst/>
          </a:prstGeom>
          <a:solidFill>
            <a:srgbClr val="EAD9A1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365760" cy="365760"/>
          </a:xfrm>
          <a:prstGeom prst="ellipse">
            <a:avLst/>
          </a:prstGeom>
          <a:solidFill>
            <a:srgbClr val="B58A2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457200" y="3611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EBC9"/>
                </a:solidFill>
              </a:rPr>
              <a:t>★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3611880"/>
            <a:ext cx="13944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kern="0" spc="3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AWARD N° 02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914400" y="4114800"/>
            <a:ext cx="13944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  ___________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628900" y="3429000"/>
            <a:ext cx="2080260" cy="1097280"/>
          </a:xfrm>
          <a:prstGeom prst="rect">
            <a:avLst/>
          </a:prstGeom>
          <a:solidFill>
            <a:srgbClr val="EAD9A1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Shape 26"/>
          <p:cNvSpPr/>
          <p:nvPr/>
        </p:nvSpPr>
        <p:spPr>
          <a:xfrm>
            <a:off x="2766060" y="3611880"/>
            <a:ext cx="365760" cy="365760"/>
          </a:xfrm>
          <a:prstGeom prst="ellipse">
            <a:avLst/>
          </a:prstGeom>
          <a:solidFill>
            <a:srgbClr val="B58A2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9" name="Text 27"/>
          <p:cNvSpPr/>
          <p:nvPr/>
        </p:nvSpPr>
        <p:spPr>
          <a:xfrm>
            <a:off x="2766060" y="3611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EBC9"/>
                </a:solidFill>
              </a:rPr>
              <a:t>★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23260" y="3611880"/>
            <a:ext cx="13944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kern="0" spc="3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AWARD N° 06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223260" y="4114800"/>
            <a:ext cx="13944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  ___________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20040" y="4754880"/>
            <a:ext cx="2080260" cy="1097280"/>
          </a:xfrm>
          <a:prstGeom prst="rect">
            <a:avLst/>
          </a:prstGeom>
          <a:solidFill>
            <a:srgbClr val="EAD9A1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Shape 32"/>
          <p:cNvSpPr/>
          <p:nvPr/>
        </p:nvSpPr>
        <p:spPr>
          <a:xfrm>
            <a:off x="457200" y="4937760"/>
            <a:ext cx="365760" cy="365760"/>
          </a:xfrm>
          <a:prstGeom prst="ellipse">
            <a:avLst/>
          </a:prstGeom>
          <a:solidFill>
            <a:srgbClr val="B58A2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5" name="Text 33"/>
          <p:cNvSpPr/>
          <p:nvPr/>
        </p:nvSpPr>
        <p:spPr>
          <a:xfrm>
            <a:off x="457200" y="4937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EBC9"/>
                </a:solidFill>
              </a:rPr>
              <a:t>★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14400" y="4937760"/>
            <a:ext cx="13944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kern="0" spc="3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AWARD N° 03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914400" y="5440680"/>
            <a:ext cx="13944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  ___________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2628900" y="4754880"/>
            <a:ext cx="2080260" cy="1097280"/>
          </a:xfrm>
          <a:prstGeom prst="rect">
            <a:avLst/>
          </a:prstGeom>
          <a:solidFill>
            <a:srgbClr val="EAD9A1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0" name="Shape 38"/>
          <p:cNvSpPr/>
          <p:nvPr/>
        </p:nvSpPr>
        <p:spPr>
          <a:xfrm>
            <a:off x="2766060" y="4937760"/>
            <a:ext cx="365760" cy="365760"/>
          </a:xfrm>
          <a:prstGeom prst="ellipse">
            <a:avLst/>
          </a:prstGeom>
          <a:solidFill>
            <a:srgbClr val="B58A2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1" name="Text 39"/>
          <p:cNvSpPr/>
          <p:nvPr/>
        </p:nvSpPr>
        <p:spPr>
          <a:xfrm>
            <a:off x="2766060" y="4937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EBC9"/>
                </a:solidFill>
              </a:rPr>
              <a:t>★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223260" y="4937760"/>
            <a:ext cx="13944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kern="0" spc="3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AWARD N° 07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223260" y="5440680"/>
            <a:ext cx="13944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  ___________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320040" y="6080760"/>
            <a:ext cx="2080260" cy="1097280"/>
          </a:xfrm>
          <a:prstGeom prst="rect">
            <a:avLst/>
          </a:prstGeom>
          <a:solidFill>
            <a:srgbClr val="EAD9A1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6" name="Shape 44"/>
          <p:cNvSpPr/>
          <p:nvPr/>
        </p:nvSpPr>
        <p:spPr>
          <a:xfrm>
            <a:off x="457200" y="6263640"/>
            <a:ext cx="365760" cy="365760"/>
          </a:xfrm>
          <a:prstGeom prst="ellipse">
            <a:avLst/>
          </a:prstGeom>
          <a:solidFill>
            <a:srgbClr val="B58A2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7" name="Text 45"/>
          <p:cNvSpPr/>
          <p:nvPr/>
        </p:nvSpPr>
        <p:spPr>
          <a:xfrm>
            <a:off x="457200" y="6263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EBC9"/>
                </a:solidFill>
              </a:rPr>
              <a:t>★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914400" y="6263640"/>
            <a:ext cx="13944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kern="0" spc="3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AWARD N° 04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914400" y="6766560"/>
            <a:ext cx="13944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  ___________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2628900" y="6080760"/>
            <a:ext cx="2080260" cy="1097280"/>
          </a:xfrm>
          <a:prstGeom prst="rect">
            <a:avLst/>
          </a:prstGeom>
          <a:solidFill>
            <a:srgbClr val="EAD9A1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 dirty="0"/>
          </a:p>
        </p:txBody>
      </p:sp>
      <p:sp>
        <p:nvSpPr>
          <p:cNvPr id="52" name="Shape 50"/>
          <p:cNvSpPr/>
          <p:nvPr/>
        </p:nvSpPr>
        <p:spPr>
          <a:xfrm>
            <a:off x="2766060" y="6263640"/>
            <a:ext cx="365760" cy="365760"/>
          </a:xfrm>
          <a:prstGeom prst="ellipse">
            <a:avLst/>
          </a:prstGeom>
          <a:solidFill>
            <a:srgbClr val="B58A2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3" name="Text 51"/>
          <p:cNvSpPr/>
          <p:nvPr/>
        </p:nvSpPr>
        <p:spPr>
          <a:xfrm>
            <a:off x="2766060" y="6263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EBC9"/>
                </a:solidFill>
              </a:rPr>
              <a:t>★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3223260" y="6263640"/>
            <a:ext cx="13944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kern="0" spc="3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AWARD N° 08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3223260" y="6766560"/>
            <a:ext cx="13944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  ___________</a:t>
            </a:r>
            <a:endParaRPr lang="en-US" sz="700" dirty="0"/>
          </a:p>
        </p:txBody>
      </p:sp>
      <p:sp>
        <p:nvSpPr>
          <p:cNvPr id="57" name="Text 11">
            <a:extLst>
              <a:ext uri="{FF2B5EF4-FFF2-40B4-BE49-F238E27FC236}">
                <a16:creationId xmlns:a16="http://schemas.microsoft.com/office/drawing/2014/main" id="{5255187E-56D6-4878-F024-1D224B2F71AC}"/>
              </a:ext>
            </a:extLst>
          </p:cNvPr>
          <p:cNvSpPr/>
          <p:nvPr/>
        </p:nvSpPr>
        <p:spPr>
          <a:xfrm>
            <a:off x="903700" y="3817620"/>
            <a:ext cx="13944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A22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For____________</a:t>
            </a:r>
            <a:endParaRPr lang="en-US" sz="1000" dirty="0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256CEA74-1AAD-7993-2FE7-1F0068C0CB86}"/>
              </a:ext>
            </a:extLst>
          </p:cNvPr>
          <p:cNvSpPr/>
          <p:nvPr/>
        </p:nvSpPr>
        <p:spPr>
          <a:xfrm>
            <a:off x="914400" y="5165387"/>
            <a:ext cx="13944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A22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For____________</a:t>
            </a:r>
            <a:endParaRPr lang="en-US" sz="1000" dirty="0"/>
          </a:p>
        </p:txBody>
      </p:sp>
      <p:sp>
        <p:nvSpPr>
          <p:cNvPr id="59" name="Text 11">
            <a:extLst>
              <a:ext uri="{FF2B5EF4-FFF2-40B4-BE49-F238E27FC236}">
                <a16:creationId xmlns:a16="http://schemas.microsoft.com/office/drawing/2014/main" id="{7221E834-FBA3-891F-6EA2-E3735DEB9807}"/>
              </a:ext>
            </a:extLst>
          </p:cNvPr>
          <p:cNvSpPr/>
          <p:nvPr/>
        </p:nvSpPr>
        <p:spPr>
          <a:xfrm>
            <a:off x="903700" y="6446520"/>
            <a:ext cx="13944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A22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For____________</a:t>
            </a:r>
            <a:endParaRPr lang="en-US" sz="1000" dirty="0"/>
          </a:p>
        </p:txBody>
      </p:sp>
      <p:sp>
        <p:nvSpPr>
          <p:cNvPr id="60" name="Text 11">
            <a:extLst>
              <a:ext uri="{FF2B5EF4-FFF2-40B4-BE49-F238E27FC236}">
                <a16:creationId xmlns:a16="http://schemas.microsoft.com/office/drawing/2014/main" id="{955806D9-085E-9D6F-EC46-045308BF2E31}"/>
              </a:ext>
            </a:extLst>
          </p:cNvPr>
          <p:cNvSpPr/>
          <p:nvPr/>
        </p:nvSpPr>
        <p:spPr>
          <a:xfrm>
            <a:off x="3228610" y="2467907"/>
            <a:ext cx="13944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A22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For____________</a:t>
            </a:r>
            <a:endParaRPr lang="en-US" sz="1000" dirty="0"/>
          </a:p>
        </p:txBody>
      </p:sp>
      <p:sp>
        <p:nvSpPr>
          <p:cNvPr id="61" name="Text 11">
            <a:extLst>
              <a:ext uri="{FF2B5EF4-FFF2-40B4-BE49-F238E27FC236}">
                <a16:creationId xmlns:a16="http://schemas.microsoft.com/office/drawing/2014/main" id="{70ED4B29-4368-D238-E945-74CA659D6BE0}"/>
              </a:ext>
            </a:extLst>
          </p:cNvPr>
          <p:cNvSpPr/>
          <p:nvPr/>
        </p:nvSpPr>
        <p:spPr>
          <a:xfrm>
            <a:off x="3217910" y="3816647"/>
            <a:ext cx="13944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A22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For____________</a:t>
            </a:r>
            <a:endParaRPr lang="en-US" sz="1000" dirty="0"/>
          </a:p>
        </p:txBody>
      </p:sp>
      <p:sp>
        <p:nvSpPr>
          <p:cNvPr id="62" name="Text 11">
            <a:extLst>
              <a:ext uri="{FF2B5EF4-FFF2-40B4-BE49-F238E27FC236}">
                <a16:creationId xmlns:a16="http://schemas.microsoft.com/office/drawing/2014/main" id="{F2039668-5C3F-EA28-4D60-97A62394FDA1}"/>
              </a:ext>
            </a:extLst>
          </p:cNvPr>
          <p:cNvSpPr/>
          <p:nvPr/>
        </p:nvSpPr>
        <p:spPr>
          <a:xfrm>
            <a:off x="3228610" y="5164414"/>
            <a:ext cx="13944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A22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For____________</a:t>
            </a:r>
            <a:endParaRPr lang="en-US" sz="1000" dirty="0"/>
          </a:p>
        </p:txBody>
      </p:sp>
      <p:sp>
        <p:nvSpPr>
          <p:cNvPr id="63" name="Text 11">
            <a:extLst>
              <a:ext uri="{FF2B5EF4-FFF2-40B4-BE49-F238E27FC236}">
                <a16:creationId xmlns:a16="http://schemas.microsoft.com/office/drawing/2014/main" id="{2DBA33CC-D897-E302-3653-85A8D308790A}"/>
              </a:ext>
            </a:extLst>
          </p:cNvPr>
          <p:cNvSpPr/>
          <p:nvPr/>
        </p:nvSpPr>
        <p:spPr>
          <a:xfrm>
            <a:off x="3217910" y="6445547"/>
            <a:ext cx="13944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A22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For____________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EB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A22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TINY WINS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58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· 03 / STREAK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4389120" cy="56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800" i="1" dirty="0">
                <a:solidFill>
                  <a:srgbClr val="2A22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month of</a:t>
            </a:r>
            <a:endParaRPr lang="en-US" sz="28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2800" i="1" dirty="0">
                <a:solidFill>
                  <a:srgbClr val="2A22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tiny victories.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2240280"/>
            <a:ext cx="5799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2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954895" y="2240280"/>
            <a:ext cx="5799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2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589750" y="2240280"/>
            <a:ext cx="5799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2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224605" y="2240280"/>
            <a:ext cx="5799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2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859459" y="2240280"/>
            <a:ext cx="5799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2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494314" y="2240280"/>
            <a:ext cx="5799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2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129169" y="2240280"/>
            <a:ext cx="5799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2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20040" y="2468880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 dirty="0"/>
          </a:p>
        </p:txBody>
      </p:sp>
      <p:sp>
        <p:nvSpPr>
          <p:cNvPr id="17" name="Text 15"/>
          <p:cNvSpPr/>
          <p:nvPr/>
        </p:nvSpPr>
        <p:spPr>
          <a:xfrm>
            <a:off x="356616" y="2505456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954895" y="2468880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991471" y="2505456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1589750" y="2468880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Text 19"/>
          <p:cNvSpPr/>
          <p:nvPr/>
        </p:nvSpPr>
        <p:spPr>
          <a:xfrm>
            <a:off x="1626326" y="2505456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2224605" y="2468880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2261181" y="2505456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2859459" y="2468880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Text 23"/>
          <p:cNvSpPr/>
          <p:nvPr/>
        </p:nvSpPr>
        <p:spPr>
          <a:xfrm>
            <a:off x="2896035" y="2505456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3494314" y="2468880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Text 25"/>
          <p:cNvSpPr/>
          <p:nvPr/>
        </p:nvSpPr>
        <p:spPr>
          <a:xfrm>
            <a:off x="3530890" y="2505456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4129169" y="2468880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Text 27"/>
          <p:cNvSpPr/>
          <p:nvPr/>
        </p:nvSpPr>
        <p:spPr>
          <a:xfrm>
            <a:off x="4165745" y="2505456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320040" y="3103735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Text 29"/>
          <p:cNvSpPr/>
          <p:nvPr/>
        </p:nvSpPr>
        <p:spPr>
          <a:xfrm>
            <a:off x="356616" y="3140311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954895" y="3103735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Text 31"/>
          <p:cNvSpPr/>
          <p:nvPr/>
        </p:nvSpPr>
        <p:spPr>
          <a:xfrm>
            <a:off x="991471" y="3140311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1589750" y="3103735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Text 33"/>
          <p:cNvSpPr/>
          <p:nvPr/>
        </p:nvSpPr>
        <p:spPr>
          <a:xfrm>
            <a:off x="1626326" y="3140311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2224605" y="3103735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Text 35"/>
          <p:cNvSpPr/>
          <p:nvPr/>
        </p:nvSpPr>
        <p:spPr>
          <a:xfrm>
            <a:off x="2261181" y="3140311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2859459" y="3103735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Text 37"/>
          <p:cNvSpPr/>
          <p:nvPr/>
        </p:nvSpPr>
        <p:spPr>
          <a:xfrm>
            <a:off x="2896035" y="3140311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3494314" y="3103735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1" name="Text 39"/>
          <p:cNvSpPr/>
          <p:nvPr/>
        </p:nvSpPr>
        <p:spPr>
          <a:xfrm>
            <a:off x="3530890" y="3140311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4129169" y="3103735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3" name="Text 41"/>
          <p:cNvSpPr/>
          <p:nvPr/>
        </p:nvSpPr>
        <p:spPr>
          <a:xfrm>
            <a:off x="4165745" y="3140311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320040" y="3738590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5" name="Text 43"/>
          <p:cNvSpPr/>
          <p:nvPr/>
        </p:nvSpPr>
        <p:spPr>
          <a:xfrm>
            <a:off x="356616" y="3775166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954895" y="3738590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7" name="Text 45"/>
          <p:cNvSpPr/>
          <p:nvPr/>
        </p:nvSpPr>
        <p:spPr>
          <a:xfrm>
            <a:off x="991471" y="3775166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16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1589750" y="3738590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9" name="Text 47"/>
          <p:cNvSpPr/>
          <p:nvPr/>
        </p:nvSpPr>
        <p:spPr>
          <a:xfrm>
            <a:off x="1626326" y="3775166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17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2224605" y="3738590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1" name="Text 49"/>
          <p:cNvSpPr/>
          <p:nvPr/>
        </p:nvSpPr>
        <p:spPr>
          <a:xfrm>
            <a:off x="2261181" y="3775166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18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2859459" y="3738590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3" name="Text 51"/>
          <p:cNvSpPr/>
          <p:nvPr/>
        </p:nvSpPr>
        <p:spPr>
          <a:xfrm>
            <a:off x="2896035" y="3775166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19</a:t>
            </a:r>
            <a:endParaRPr lang="en-US" sz="600" dirty="0"/>
          </a:p>
        </p:txBody>
      </p:sp>
      <p:sp>
        <p:nvSpPr>
          <p:cNvPr id="54" name="Shape 52"/>
          <p:cNvSpPr/>
          <p:nvPr/>
        </p:nvSpPr>
        <p:spPr>
          <a:xfrm>
            <a:off x="3494314" y="3738590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5" name="Text 53"/>
          <p:cNvSpPr/>
          <p:nvPr/>
        </p:nvSpPr>
        <p:spPr>
          <a:xfrm>
            <a:off x="3530890" y="3775166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</a:t>
            </a:r>
            <a:endParaRPr lang="en-US" sz="600" dirty="0"/>
          </a:p>
        </p:txBody>
      </p:sp>
      <p:sp>
        <p:nvSpPr>
          <p:cNvPr id="56" name="Shape 54"/>
          <p:cNvSpPr/>
          <p:nvPr/>
        </p:nvSpPr>
        <p:spPr>
          <a:xfrm>
            <a:off x="4129169" y="3738590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7" name="Text 55"/>
          <p:cNvSpPr/>
          <p:nvPr/>
        </p:nvSpPr>
        <p:spPr>
          <a:xfrm>
            <a:off x="4165745" y="3775166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21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320040" y="4373445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9" name="Text 57"/>
          <p:cNvSpPr/>
          <p:nvPr/>
        </p:nvSpPr>
        <p:spPr>
          <a:xfrm>
            <a:off x="356616" y="4410021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22</a:t>
            </a:r>
            <a:endParaRPr lang="en-US" sz="600" dirty="0"/>
          </a:p>
        </p:txBody>
      </p:sp>
      <p:sp>
        <p:nvSpPr>
          <p:cNvPr id="60" name="Shape 58"/>
          <p:cNvSpPr/>
          <p:nvPr/>
        </p:nvSpPr>
        <p:spPr>
          <a:xfrm>
            <a:off x="954895" y="4373445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1" name="Text 59"/>
          <p:cNvSpPr/>
          <p:nvPr/>
        </p:nvSpPr>
        <p:spPr>
          <a:xfrm>
            <a:off x="991471" y="4410021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23</a:t>
            </a:r>
            <a:endParaRPr lang="en-US" sz="600" dirty="0"/>
          </a:p>
        </p:txBody>
      </p:sp>
      <p:sp>
        <p:nvSpPr>
          <p:cNvPr id="62" name="Shape 60"/>
          <p:cNvSpPr/>
          <p:nvPr/>
        </p:nvSpPr>
        <p:spPr>
          <a:xfrm>
            <a:off x="1589750" y="4373445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3" name="Text 61"/>
          <p:cNvSpPr/>
          <p:nvPr/>
        </p:nvSpPr>
        <p:spPr>
          <a:xfrm>
            <a:off x="1626326" y="4410021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24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2224605" y="4373445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5" name="Text 63"/>
          <p:cNvSpPr/>
          <p:nvPr/>
        </p:nvSpPr>
        <p:spPr>
          <a:xfrm>
            <a:off x="2261181" y="4410021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</a:t>
            </a:r>
            <a:endParaRPr lang="en-US" sz="600" dirty="0"/>
          </a:p>
        </p:txBody>
      </p:sp>
      <p:sp>
        <p:nvSpPr>
          <p:cNvPr id="66" name="Shape 64"/>
          <p:cNvSpPr/>
          <p:nvPr/>
        </p:nvSpPr>
        <p:spPr>
          <a:xfrm>
            <a:off x="2859459" y="4373445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7" name="Text 65"/>
          <p:cNvSpPr/>
          <p:nvPr/>
        </p:nvSpPr>
        <p:spPr>
          <a:xfrm>
            <a:off x="2896035" y="4410021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26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3494314" y="4373445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9" name="Text 67"/>
          <p:cNvSpPr/>
          <p:nvPr/>
        </p:nvSpPr>
        <p:spPr>
          <a:xfrm>
            <a:off x="3530890" y="4410021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27</a:t>
            </a:r>
            <a:endParaRPr lang="en-US" sz="600" dirty="0"/>
          </a:p>
        </p:txBody>
      </p:sp>
      <p:sp>
        <p:nvSpPr>
          <p:cNvPr id="70" name="Shape 68"/>
          <p:cNvSpPr/>
          <p:nvPr/>
        </p:nvSpPr>
        <p:spPr>
          <a:xfrm>
            <a:off x="4129169" y="4373445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1" name="Text 69"/>
          <p:cNvSpPr/>
          <p:nvPr/>
        </p:nvSpPr>
        <p:spPr>
          <a:xfrm>
            <a:off x="4165745" y="4410021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28</a:t>
            </a:r>
            <a:endParaRPr lang="en-US" sz="600" dirty="0"/>
          </a:p>
        </p:txBody>
      </p:sp>
      <p:sp>
        <p:nvSpPr>
          <p:cNvPr id="72" name="Shape 70"/>
          <p:cNvSpPr/>
          <p:nvPr/>
        </p:nvSpPr>
        <p:spPr>
          <a:xfrm>
            <a:off x="320040" y="5008299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3" name="Text 71"/>
          <p:cNvSpPr/>
          <p:nvPr/>
        </p:nvSpPr>
        <p:spPr>
          <a:xfrm>
            <a:off x="356616" y="5044875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29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954895" y="5008299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5" name="Text 73"/>
          <p:cNvSpPr/>
          <p:nvPr/>
        </p:nvSpPr>
        <p:spPr>
          <a:xfrm>
            <a:off x="991471" y="5044875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30</a:t>
            </a:r>
            <a:endParaRPr lang="en-US" sz="600" dirty="0"/>
          </a:p>
        </p:txBody>
      </p:sp>
      <p:sp>
        <p:nvSpPr>
          <p:cNvPr id="76" name="Shape 74"/>
          <p:cNvSpPr/>
          <p:nvPr/>
        </p:nvSpPr>
        <p:spPr>
          <a:xfrm>
            <a:off x="1589750" y="5008299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7" name="Text 75"/>
          <p:cNvSpPr/>
          <p:nvPr/>
        </p:nvSpPr>
        <p:spPr>
          <a:xfrm>
            <a:off x="1626326" y="5044875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31</a:t>
            </a:r>
            <a:endParaRPr lang="en-US" sz="600" dirty="0"/>
          </a:p>
        </p:txBody>
      </p:sp>
      <p:sp>
        <p:nvSpPr>
          <p:cNvPr id="78" name="Shape 76"/>
          <p:cNvSpPr/>
          <p:nvPr/>
        </p:nvSpPr>
        <p:spPr>
          <a:xfrm>
            <a:off x="2224605" y="5008299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9" name="Text 77"/>
          <p:cNvSpPr/>
          <p:nvPr/>
        </p:nvSpPr>
        <p:spPr>
          <a:xfrm>
            <a:off x="2261181" y="5044875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32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2859459" y="5008299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1" name="Text 79"/>
          <p:cNvSpPr/>
          <p:nvPr/>
        </p:nvSpPr>
        <p:spPr>
          <a:xfrm>
            <a:off x="2896035" y="5044875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33</a:t>
            </a:r>
            <a:endParaRPr lang="en-US" sz="600" dirty="0"/>
          </a:p>
        </p:txBody>
      </p:sp>
      <p:sp>
        <p:nvSpPr>
          <p:cNvPr id="82" name="Shape 80"/>
          <p:cNvSpPr/>
          <p:nvPr/>
        </p:nvSpPr>
        <p:spPr>
          <a:xfrm>
            <a:off x="3494314" y="5008299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3" name="Text 81"/>
          <p:cNvSpPr/>
          <p:nvPr/>
        </p:nvSpPr>
        <p:spPr>
          <a:xfrm>
            <a:off x="3530890" y="5044875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34</a:t>
            </a:r>
            <a:endParaRPr lang="en-US" sz="600" dirty="0"/>
          </a:p>
        </p:txBody>
      </p:sp>
      <p:sp>
        <p:nvSpPr>
          <p:cNvPr id="84" name="Shape 82"/>
          <p:cNvSpPr/>
          <p:nvPr/>
        </p:nvSpPr>
        <p:spPr>
          <a:xfrm>
            <a:off x="4129169" y="5008299"/>
            <a:ext cx="579991" cy="579991"/>
          </a:xfrm>
          <a:prstGeom prst="roundRect">
            <a:avLst>
              <a:gd name="adj" fmla="val 6306"/>
            </a:avLst>
          </a:prstGeom>
          <a:solidFill>
            <a:srgbClr val="F6EBC9"/>
          </a:solidFill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5" name="Text 83"/>
          <p:cNvSpPr/>
          <p:nvPr/>
        </p:nvSpPr>
        <p:spPr>
          <a:xfrm>
            <a:off x="4165745" y="5044875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35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320040" y="5780314"/>
            <a:ext cx="4389120" cy="0"/>
          </a:xfrm>
          <a:prstGeom prst="line">
            <a:avLst/>
          </a:prstGeom>
          <a:noFill/>
          <a:ln w="635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7" name="Text 85"/>
          <p:cNvSpPr/>
          <p:nvPr/>
        </p:nvSpPr>
        <p:spPr>
          <a:xfrm>
            <a:off x="320040" y="587175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58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WIN OF THE MONTH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320040" y="6237514"/>
            <a:ext cx="4389120" cy="0"/>
          </a:xfrm>
          <a:prstGeom prst="line">
            <a:avLst/>
          </a:prstGeom>
          <a:noFill/>
          <a:ln w="508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9" name="Shape 87"/>
          <p:cNvSpPr/>
          <p:nvPr/>
        </p:nvSpPr>
        <p:spPr>
          <a:xfrm>
            <a:off x="320040" y="6511834"/>
            <a:ext cx="4389120" cy="0"/>
          </a:xfrm>
          <a:prstGeom prst="line">
            <a:avLst/>
          </a:prstGeom>
          <a:noFill/>
          <a:ln w="508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0" name="Shape 88"/>
          <p:cNvSpPr/>
          <p:nvPr/>
        </p:nvSpPr>
        <p:spPr>
          <a:xfrm>
            <a:off x="320040" y="6786154"/>
            <a:ext cx="4389120" cy="0"/>
          </a:xfrm>
          <a:prstGeom prst="line">
            <a:avLst/>
          </a:prstGeom>
          <a:noFill/>
          <a:ln w="508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1" name="Shape 89"/>
          <p:cNvSpPr/>
          <p:nvPr/>
        </p:nvSpPr>
        <p:spPr>
          <a:xfrm>
            <a:off x="320040" y="7060474"/>
            <a:ext cx="4389120" cy="0"/>
          </a:xfrm>
          <a:prstGeom prst="line">
            <a:avLst/>
          </a:prstGeom>
          <a:noFill/>
          <a:ln w="508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92C97-61E3-5475-FFC8-4F4B1077A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D6CCA62-DC1C-70E2-2538-305FF05E1639}"/>
              </a:ext>
            </a:extLst>
          </p:cNvPr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C27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6B69AE1-981B-60EF-F2F0-B363D5458432}"/>
              </a:ext>
            </a:extLst>
          </p:cNvPr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A22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494F3D3-31E6-E62F-A967-B58EE0F6B179}"/>
              </a:ext>
            </a:extLst>
          </p:cNvPr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TINY WINS</a:t>
            </a:r>
            <a:endParaRPr lang="en-US" sz="7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3C0EAE7-33BC-A762-6EB2-A48A260ACB69}"/>
              </a:ext>
            </a:extLst>
          </p:cNvPr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0E1E28F-AC44-5948-D658-A7D66905B0E5}"/>
              </a:ext>
            </a:extLst>
          </p:cNvPr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6E5C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284CD9C-AE65-7FB8-9C32-3469BCB454E9}"/>
              </a:ext>
            </a:extLst>
          </p:cNvPr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58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· 04 / STREAK</a:t>
            </a:r>
            <a:endParaRPr lang="en-US" sz="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CE07FD5-206B-9082-1F58-9E252B677C52}"/>
              </a:ext>
            </a:extLst>
          </p:cNvPr>
          <p:cNvSpPr/>
          <p:nvPr/>
        </p:nvSpPr>
        <p:spPr>
          <a:xfrm>
            <a:off x="320040" y="939523"/>
            <a:ext cx="4389120" cy="56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800" i="1" dirty="0">
                <a:solidFill>
                  <a:srgbClr val="2A2210"/>
                </a:solidFill>
                <a:latin typeface="Georgia" pitchFamily="34" charset="0"/>
              </a:rPr>
              <a:t>Highlight Reel.</a:t>
            </a:r>
            <a:endParaRPr lang="en-US" sz="2800" dirty="0"/>
          </a:p>
        </p:txBody>
      </p:sp>
      <p:sp>
        <p:nvSpPr>
          <p:cNvPr id="92" name="Shape 4">
            <a:extLst>
              <a:ext uri="{FF2B5EF4-FFF2-40B4-BE49-F238E27FC236}">
                <a16:creationId xmlns:a16="http://schemas.microsoft.com/office/drawing/2014/main" id="{1C29A02C-11F3-D453-A1E0-2A84127D4E49}"/>
              </a:ext>
            </a:extLst>
          </p:cNvPr>
          <p:cNvSpPr/>
          <p:nvPr/>
        </p:nvSpPr>
        <p:spPr>
          <a:xfrm>
            <a:off x="320041" y="1629229"/>
            <a:ext cx="4389120" cy="1755644"/>
          </a:xfrm>
          <a:prstGeom prst="rect">
            <a:avLst/>
          </a:prstGeom>
          <a:solidFill>
            <a:srgbClr val="1C1B18"/>
          </a:solidFill>
          <a:ln w="1270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3" name="Shape 5">
            <a:extLst>
              <a:ext uri="{FF2B5EF4-FFF2-40B4-BE49-F238E27FC236}">
                <a16:creationId xmlns:a16="http://schemas.microsoft.com/office/drawing/2014/main" id="{4AF78385-6AC3-6BAE-4FD4-A44F22CCD449}"/>
              </a:ext>
            </a:extLst>
          </p:cNvPr>
          <p:cNvSpPr/>
          <p:nvPr/>
        </p:nvSpPr>
        <p:spPr>
          <a:xfrm>
            <a:off x="320040" y="1674948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5" name="Shape 7">
            <a:extLst>
              <a:ext uri="{FF2B5EF4-FFF2-40B4-BE49-F238E27FC236}">
                <a16:creationId xmlns:a16="http://schemas.microsoft.com/office/drawing/2014/main" id="{073F6316-CC91-9BD4-2DEC-4B618AE35504}"/>
              </a:ext>
            </a:extLst>
          </p:cNvPr>
          <p:cNvSpPr/>
          <p:nvPr/>
        </p:nvSpPr>
        <p:spPr>
          <a:xfrm>
            <a:off x="774980" y="1674948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7" name="Shape 9">
            <a:extLst>
              <a:ext uri="{FF2B5EF4-FFF2-40B4-BE49-F238E27FC236}">
                <a16:creationId xmlns:a16="http://schemas.microsoft.com/office/drawing/2014/main" id="{DC82E77E-9D87-7546-518A-4211EFFC6721}"/>
              </a:ext>
            </a:extLst>
          </p:cNvPr>
          <p:cNvSpPr/>
          <p:nvPr/>
        </p:nvSpPr>
        <p:spPr>
          <a:xfrm>
            <a:off x="1250468" y="1674948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9" name="Shape 11">
            <a:extLst>
              <a:ext uri="{FF2B5EF4-FFF2-40B4-BE49-F238E27FC236}">
                <a16:creationId xmlns:a16="http://schemas.microsoft.com/office/drawing/2014/main" id="{A4092A6B-2BF6-D52B-6634-1E0BF0523FE9}"/>
              </a:ext>
            </a:extLst>
          </p:cNvPr>
          <p:cNvSpPr/>
          <p:nvPr/>
        </p:nvSpPr>
        <p:spPr>
          <a:xfrm>
            <a:off x="1725956" y="1674948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1" name="Shape 13">
            <a:extLst>
              <a:ext uri="{FF2B5EF4-FFF2-40B4-BE49-F238E27FC236}">
                <a16:creationId xmlns:a16="http://schemas.microsoft.com/office/drawing/2014/main" id="{99BBEE41-8FD8-0EA9-7E76-AA0750332F54}"/>
              </a:ext>
            </a:extLst>
          </p:cNvPr>
          <p:cNvSpPr/>
          <p:nvPr/>
        </p:nvSpPr>
        <p:spPr>
          <a:xfrm>
            <a:off x="2201444" y="1674948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3" name="Shape 15">
            <a:extLst>
              <a:ext uri="{FF2B5EF4-FFF2-40B4-BE49-F238E27FC236}">
                <a16:creationId xmlns:a16="http://schemas.microsoft.com/office/drawing/2014/main" id="{1EBBF326-ED45-77AB-2752-5083F9BFFE09}"/>
              </a:ext>
            </a:extLst>
          </p:cNvPr>
          <p:cNvSpPr/>
          <p:nvPr/>
        </p:nvSpPr>
        <p:spPr>
          <a:xfrm>
            <a:off x="2676932" y="1674948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5" name="Shape 17">
            <a:extLst>
              <a:ext uri="{FF2B5EF4-FFF2-40B4-BE49-F238E27FC236}">
                <a16:creationId xmlns:a16="http://schemas.microsoft.com/office/drawing/2014/main" id="{5AD20A2E-BA0B-DECB-56D0-911C1C70E714}"/>
              </a:ext>
            </a:extLst>
          </p:cNvPr>
          <p:cNvSpPr/>
          <p:nvPr/>
        </p:nvSpPr>
        <p:spPr>
          <a:xfrm>
            <a:off x="3152420" y="1674948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7" name="Shape 19">
            <a:extLst>
              <a:ext uri="{FF2B5EF4-FFF2-40B4-BE49-F238E27FC236}">
                <a16:creationId xmlns:a16="http://schemas.microsoft.com/office/drawing/2014/main" id="{5C97232B-DE7A-8D15-1588-96B834B7F744}"/>
              </a:ext>
            </a:extLst>
          </p:cNvPr>
          <p:cNvSpPr/>
          <p:nvPr/>
        </p:nvSpPr>
        <p:spPr>
          <a:xfrm>
            <a:off x="3627908" y="1674948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9" name="Shape 21">
            <a:extLst>
              <a:ext uri="{FF2B5EF4-FFF2-40B4-BE49-F238E27FC236}">
                <a16:creationId xmlns:a16="http://schemas.microsoft.com/office/drawing/2014/main" id="{8E868BBE-CA71-45E4-AFBA-76C7FD4536C7}"/>
              </a:ext>
            </a:extLst>
          </p:cNvPr>
          <p:cNvSpPr/>
          <p:nvPr/>
        </p:nvSpPr>
        <p:spPr>
          <a:xfrm>
            <a:off x="4103396" y="1674948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1" name="Shape 23">
            <a:extLst>
              <a:ext uri="{FF2B5EF4-FFF2-40B4-BE49-F238E27FC236}">
                <a16:creationId xmlns:a16="http://schemas.microsoft.com/office/drawing/2014/main" id="{CF15112F-93E8-1B8C-0B3F-966DB3D02AC4}"/>
              </a:ext>
            </a:extLst>
          </p:cNvPr>
          <p:cNvSpPr/>
          <p:nvPr/>
        </p:nvSpPr>
        <p:spPr>
          <a:xfrm>
            <a:off x="4578884" y="1674948"/>
            <a:ext cx="130277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1" name="Shape 53">
            <a:extLst>
              <a:ext uri="{FF2B5EF4-FFF2-40B4-BE49-F238E27FC236}">
                <a16:creationId xmlns:a16="http://schemas.microsoft.com/office/drawing/2014/main" id="{A0CDF6A0-803A-FB86-4671-65EFE3B9362F}"/>
              </a:ext>
            </a:extLst>
          </p:cNvPr>
          <p:cNvSpPr/>
          <p:nvPr/>
        </p:nvSpPr>
        <p:spPr>
          <a:xfrm>
            <a:off x="442631" y="1987149"/>
            <a:ext cx="1234441" cy="1005841"/>
          </a:xfrm>
          <a:prstGeom prst="rect">
            <a:avLst/>
          </a:prstGeom>
          <a:solidFill>
            <a:srgbClr val="F3EDE2"/>
          </a:solidFill>
          <a:ln w="9525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2" name="Text 54">
            <a:extLst>
              <a:ext uri="{FF2B5EF4-FFF2-40B4-BE49-F238E27FC236}">
                <a16:creationId xmlns:a16="http://schemas.microsoft.com/office/drawing/2014/main" id="{B81D139C-A6FB-D69A-9C83-7556827ABD85}"/>
              </a:ext>
            </a:extLst>
          </p:cNvPr>
          <p:cNvSpPr/>
          <p:nvPr/>
        </p:nvSpPr>
        <p:spPr>
          <a:xfrm>
            <a:off x="457200" y="271163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1C1B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📷  scene 1</a:t>
            </a:r>
            <a:endParaRPr lang="en-US" sz="800" dirty="0"/>
          </a:p>
        </p:txBody>
      </p:sp>
      <p:sp>
        <p:nvSpPr>
          <p:cNvPr id="149" name="Shape 5">
            <a:extLst>
              <a:ext uri="{FF2B5EF4-FFF2-40B4-BE49-F238E27FC236}">
                <a16:creationId xmlns:a16="http://schemas.microsoft.com/office/drawing/2014/main" id="{C097A277-A4A0-5CC3-A75C-A3A5DE0C0826}"/>
              </a:ext>
            </a:extLst>
          </p:cNvPr>
          <p:cNvSpPr/>
          <p:nvPr/>
        </p:nvSpPr>
        <p:spPr>
          <a:xfrm>
            <a:off x="320040" y="3189301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0" name="Shape 7">
            <a:extLst>
              <a:ext uri="{FF2B5EF4-FFF2-40B4-BE49-F238E27FC236}">
                <a16:creationId xmlns:a16="http://schemas.microsoft.com/office/drawing/2014/main" id="{60B14B0D-A604-2DFA-8A58-9788ED8C9CBC}"/>
              </a:ext>
            </a:extLst>
          </p:cNvPr>
          <p:cNvSpPr/>
          <p:nvPr/>
        </p:nvSpPr>
        <p:spPr>
          <a:xfrm>
            <a:off x="774980" y="3189301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1" name="Shape 9">
            <a:extLst>
              <a:ext uri="{FF2B5EF4-FFF2-40B4-BE49-F238E27FC236}">
                <a16:creationId xmlns:a16="http://schemas.microsoft.com/office/drawing/2014/main" id="{ECB3DA75-3D92-1D16-30B2-C41E989E7223}"/>
              </a:ext>
            </a:extLst>
          </p:cNvPr>
          <p:cNvSpPr/>
          <p:nvPr/>
        </p:nvSpPr>
        <p:spPr>
          <a:xfrm>
            <a:off x="1250468" y="3189301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2" name="Shape 11">
            <a:extLst>
              <a:ext uri="{FF2B5EF4-FFF2-40B4-BE49-F238E27FC236}">
                <a16:creationId xmlns:a16="http://schemas.microsoft.com/office/drawing/2014/main" id="{73EB2A1F-97A2-46F5-473F-52574B8BDEFD}"/>
              </a:ext>
            </a:extLst>
          </p:cNvPr>
          <p:cNvSpPr/>
          <p:nvPr/>
        </p:nvSpPr>
        <p:spPr>
          <a:xfrm>
            <a:off x="1725956" y="3189301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3" name="Shape 13">
            <a:extLst>
              <a:ext uri="{FF2B5EF4-FFF2-40B4-BE49-F238E27FC236}">
                <a16:creationId xmlns:a16="http://schemas.microsoft.com/office/drawing/2014/main" id="{66607965-4422-17E8-19D4-2D4DD72E47E4}"/>
              </a:ext>
            </a:extLst>
          </p:cNvPr>
          <p:cNvSpPr/>
          <p:nvPr/>
        </p:nvSpPr>
        <p:spPr>
          <a:xfrm>
            <a:off x="2201444" y="3189301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4" name="Shape 15">
            <a:extLst>
              <a:ext uri="{FF2B5EF4-FFF2-40B4-BE49-F238E27FC236}">
                <a16:creationId xmlns:a16="http://schemas.microsoft.com/office/drawing/2014/main" id="{B7D649DF-C898-45A6-CBF1-D0C61418114C}"/>
              </a:ext>
            </a:extLst>
          </p:cNvPr>
          <p:cNvSpPr/>
          <p:nvPr/>
        </p:nvSpPr>
        <p:spPr>
          <a:xfrm>
            <a:off x="2676932" y="3189301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5" name="Shape 17">
            <a:extLst>
              <a:ext uri="{FF2B5EF4-FFF2-40B4-BE49-F238E27FC236}">
                <a16:creationId xmlns:a16="http://schemas.microsoft.com/office/drawing/2014/main" id="{44536092-F6EC-E883-5D58-B3286C9CA181}"/>
              </a:ext>
            </a:extLst>
          </p:cNvPr>
          <p:cNvSpPr/>
          <p:nvPr/>
        </p:nvSpPr>
        <p:spPr>
          <a:xfrm>
            <a:off x="3152420" y="3189301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6" name="Shape 19">
            <a:extLst>
              <a:ext uri="{FF2B5EF4-FFF2-40B4-BE49-F238E27FC236}">
                <a16:creationId xmlns:a16="http://schemas.microsoft.com/office/drawing/2014/main" id="{2546EAC4-9BBC-3591-84BB-A7B04E1E6D6C}"/>
              </a:ext>
            </a:extLst>
          </p:cNvPr>
          <p:cNvSpPr/>
          <p:nvPr/>
        </p:nvSpPr>
        <p:spPr>
          <a:xfrm>
            <a:off x="3627908" y="3189301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7" name="Shape 21">
            <a:extLst>
              <a:ext uri="{FF2B5EF4-FFF2-40B4-BE49-F238E27FC236}">
                <a16:creationId xmlns:a16="http://schemas.microsoft.com/office/drawing/2014/main" id="{3E399A05-C06F-4738-BC28-1F3FC41CA53C}"/>
              </a:ext>
            </a:extLst>
          </p:cNvPr>
          <p:cNvSpPr/>
          <p:nvPr/>
        </p:nvSpPr>
        <p:spPr>
          <a:xfrm>
            <a:off x="4103396" y="3189301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8" name="Shape 23">
            <a:extLst>
              <a:ext uri="{FF2B5EF4-FFF2-40B4-BE49-F238E27FC236}">
                <a16:creationId xmlns:a16="http://schemas.microsoft.com/office/drawing/2014/main" id="{B5AE9DF4-68F4-6577-545D-164BD2B215D1}"/>
              </a:ext>
            </a:extLst>
          </p:cNvPr>
          <p:cNvSpPr/>
          <p:nvPr/>
        </p:nvSpPr>
        <p:spPr>
          <a:xfrm>
            <a:off x="4578884" y="3189301"/>
            <a:ext cx="130277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9" name="Shape 53">
            <a:extLst>
              <a:ext uri="{FF2B5EF4-FFF2-40B4-BE49-F238E27FC236}">
                <a16:creationId xmlns:a16="http://schemas.microsoft.com/office/drawing/2014/main" id="{98E6643D-375D-CB43-4829-89891E91045C}"/>
              </a:ext>
            </a:extLst>
          </p:cNvPr>
          <p:cNvSpPr/>
          <p:nvPr/>
        </p:nvSpPr>
        <p:spPr>
          <a:xfrm>
            <a:off x="1917979" y="2010676"/>
            <a:ext cx="1234441" cy="1005841"/>
          </a:xfrm>
          <a:prstGeom prst="rect">
            <a:avLst/>
          </a:prstGeom>
          <a:solidFill>
            <a:srgbClr val="F3EDE2"/>
          </a:solidFill>
          <a:ln w="9525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0" name="Shape 53">
            <a:extLst>
              <a:ext uri="{FF2B5EF4-FFF2-40B4-BE49-F238E27FC236}">
                <a16:creationId xmlns:a16="http://schemas.microsoft.com/office/drawing/2014/main" id="{1808A815-20FD-D72B-EEA1-D87FE5595416}"/>
              </a:ext>
            </a:extLst>
          </p:cNvPr>
          <p:cNvSpPr/>
          <p:nvPr/>
        </p:nvSpPr>
        <p:spPr>
          <a:xfrm>
            <a:off x="3344443" y="2010676"/>
            <a:ext cx="1234441" cy="1005841"/>
          </a:xfrm>
          <a:prstGeom prst="rect">
            <a:avLst/>
          </a:prstGeom>
          <a:solidFill>
            <a:srgbClr val="F3EDE2"/>
          </a:solidFill>
          <a:ln w="9525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dirty="0"/>
          </a:p>
        </p:txBody>
      </p:sp>
      <p:sp>
        <p:nvSpPr>
          <p:cNvPr id="161" name="Text 56">
            <a:extLst>
              <a:ext uri="{FF2B5EF4-FFF2-40B4-BE49-F238E27FC236}">
                <a16:creationId xmlns:a16="http://schemas.microsoft.com/office/drawing/2014/main" id="{05136D6B-B8D6-B4D6-6A4E-E3EF4CC6E341}"/>
              </a:ext>
            </a:extLst>
          </p:cNvPr>
          <p:cNvSpPr/>
          <p:nvPr/>
        </p:nvSpPr>
        <p:spPr>
          <a:xfrm>
            <a:off x="1938230" y="2750389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1C1B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📷  scene 2</a:t>
            </a:r>
            <a:endParaRPr lang="en-US" sz="800" dirty="0"/>
          </a:p>
        </p:txBody>
      </p:sp>
      <p:sp>
        <p:nvSpPr>
          <p:cNvPr id="162" name="Text 58">
            <a:extLst>
              <a:ext uri="{FF2B5EF4-FFF2-40B4-BE49-F238E27FC236}">
                <a16:creationId xmlns:a16="http://schemas.microsoft.com/office/drawing/2014/main" id="{95288FAB-6BFC-3153-42F2-BC4303BDF5C6}"/>
              </a:ext>
            </a:extLst>
          </p:cNvPr>
          <p:cNvSpPr/>
          <p:nvPr/>
        </p:nvSpPr>
        <p:spPr>
          <a:xfrm>
            <a:off x="3393327" y="2773045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1C1B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📷  scene 3</a:t>
            </a:r>
            <a:endParaRPr lang="en-US" sz="800" dirty="0"/>
          </a:p>
        </p:txBody>
      </p:sp>
      <p:sp>
        <p:nvSpPr>
          <p:cNvPr id="163" name="Text 61">
            <a:extLst>
              <a:ext uri="{FF2B5EF4-FFF2-40B4-BE49-F238E27FC236}">
                <a16:creationId xmlns:a16="http://schemas.microsoft.com/office/drawing/2014/main" id="{CA54F899-D3AA-0564-E17C-9CBFBBC06B99}"/>
              </a:ext>
            </a:extLst>
          </p:cNvPr>
          <p:cNvSpPr/>
          <p:nvPr/>
        </p:nvSpPr>
        <p:spPr>
          <a:xfrm>
            <a:off x="320040" y="3535413"/>
            <a:ext cx="1405916" cy="3199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86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scene 01</a:t>
            </a:r>
            <a:endParaRPr lang="en-US" sz="900" dirty="0"/>
          </a:p>
        </p:txBody>
      </p:sp>
      <p:sp>
        <p:nvSpPr>
          <p:cNvPr id="164" name="Shape 62">
            <a:extLst>
              <a:ext uri="{FF2B5EF4-FFF2-40B4-BE49-F238E27FC236}">
                <a16:creationId xmlns:a16="http://schemas.microsoft.com/office/drawing/2014/main" id="{B36D196D-C51F-CE45-894D-6F8F7A2E75DE}"/>
              </a:ext>
            </a:extLst>
          </p:cNvPr>
          <p:cNvSpPr/>
          <p:nvPr/>
        </p:nvSpPr>
        <p:spPr>
          <a:xfrm flipV="1">
            <a:off x="320040" y="3855380"/>
            <a:ext cx="1405916" cy="74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5" name="Shape 63">
            <a:extLst>
              <a:ext uri="{FF2B5EF4-FFF2-40B4-BE49-F238E27FC236}">
                <a16:creationId xmlns:a16="http://schemas.microsoft.com/office/drawing/2014/main" id="{CB76BF8F-2914-E6E6-40C0-531A238C6A09}"/>
              </a:ext>
            </a:extLst>
          </p:cNvPr>
          <p:cNvSpPr/>
          <p:nvPr/>
        </p:nvSpPr>
        <p:spPr>
          <a:xfrm>
            <a:off x="320040" y="4129774"/>
            <a:ext cx="1405916" cy="0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6" name="Shape 64">
            <a:extLst>
              <a:ext uri="{FF2B5EF4-FFF2-40B4-BE49-F238E27FC236}">
                <a16:creationId xmlns:a16="http://schemas.microsoft.com/office/drawing/2014/main" id="{503F628F-4174-270B-4EAB-6EC699EA7B77}"/>
              </a:ext>
            </a:extLst>
          </p:cNvPr>
          <p:cNvSpPr/>
          <p:nvPr/>
        </p:nvSpPr>
        <p:spPr>
          <a:xfrm>
            <a:off x="320040" y="4404094"/>
            <a:ext cx="1405916" cy="0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86333B61-48D6-FD12-BE2B-123EF817498E}"/>
              </a:ext>
            </a:extLst>
          </p:cNvPr>
          <p:cNvSpPr txBox="1"/>
          <p:nvPr/>
        </p:nvSpPr>
        <p:spPr>
          <a:xfrm>
            <a:off x="2863633" y="42446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T" dirty="0"/>
          </a:p>
        </p:txBody>
      </p:sp>
      <p:sp>
        <p:nvSpPr>
          <p:cNvPr id="180" name="Text 61">
            <a:extLst>
              <a:ext uri="{FF2B5EF4-FFF2-40B4-BE49-F238E27FC236}">
                <a16:creationId xmlns:a16="http://schemas.microsoft.com/office/drawing/2014/main" id="{D1D296E6-62BC-F575-AF47-1065968052A0}"/>
              </a:ext>
            </a:extLst>
          </p:cNvPr>
          <p:cNvSpPr/>
          <p:nvPr/>
        </p:nvSpPr>
        <p:spPr>
          <a:xfrm>
            <a:off x="1897330" y="3521444"/>
            <a:ext cx="1405916" cy="3199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86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scene 02</a:t>
            </a:r>
            <a:endParaRPr lang="en-US" sz="900" dirty="0"/>
          </a:p>
        </p:txBody>
      </p:sp>
      <p:sp>
        <p:nvSpPr>
          <p:cNvPr id="181" name="Shape 62">
            <a:extLst>
              <a:ext uri="{FF2B5EF4-FFF2-40B4-BE49-F238E27FC236}">
                <a16:creationId xmlns:a16="http://schemas.microsoft.com/office/drawing/2014/main" id="{8E0972CD-9EC1-8275-81A9-491C64B416E0}"/>
              </a:ext>
            </a:extLst>
          </p:cNvPr>
          <p:cNvSpPr/>
          <p:nvPr/>
        </p:nvSpPr>
        <p:spPr>
          <a:xfrm flipV="1">
            <a:off x="1897330" y="3841411"/>
            <a:ext cx="1405916" cy="74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2" name="Shape 63">
            <a:extLst>
              <a:ext uri="{FF2B5EF4-FFF2-40B4-BE49-F238E27FC236}">
                <a16:creationId xmlns:a16="http://schemas.microsoft.com/office/drawing/2014/main" id="{C41B3ED1-6FA4-6FC8-409F-872CE5A85662}"/>
              </a:ext>
            </a:extLst>
          </p:cNvPr>
          <p:cNvSpPr/>
          <p:nvPr/>
        </p:nvSpPr>
        <p:spPr>
          <a:xfrm>
            <a:off x="1897330" y="4115805"/>
            <a:ext cx="1405916" cy="0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3" name="Shape 64">
            <a:extLst>
              <a:ext uri="{FF2B5EF4-FFF2-40B4-BE49-F238E27FC236}">
                <a16:creationId xmlns:a16="http://schemas.microsoft.com/office/drawing/2014/main" id="{4032670B-B8FA-BD66-EC4E-4B3F7CC75556}"/>
              </a:ext>
            </a:extLst>
          </p:cNvPr>
          <p:cNvSpPr/>
          <p:nvPr/>
        </p:nvSpPr>
        <p:spPr>
          <a:xfrm>
            <a:off x="1897330" y="4390125"/>
            <a:ext cx="1405916" cy="0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4" name="Text 61">
            <a:extLst>
              <a:ext uri="{FF2B5EF4-FFF2-40B4-BE49-F238E27FC236}">
                <a16:creationId xmlns:a16="http://schemas.microsoft.com/office/drawing/2014/main" id="{334DDBAA-F8BB-F9B9-0DA9-09856BFBF29A}"/>
              </a:ext>
            </a:extLst>
          </p:cNvPr>
          <p:cNvSpPr/>
          <p:nvPr/>
        </p:nvSpPr>
        <p:spPr>
          <a:xfrm>
            <a:off x="3378760" y="3519003"/>
            <a:ext cx="1405916" cy="3199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86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scene 03</a:t>
            </a:r>
            <a:endParaRPr lang="en-US" sz="900" dirty="0"/>
          </a:p>
        </p:txBody>
      </p:sp>
      <p:sp>
        <p:nvSpPr>
          <p:cNvPr id="185" name="Shape 62">
            <a:extLst>
              <a:ext uri="{FF2B5EF4-FFF2-40B4-BE49-F238E27FC236}">
                <a16:creationId xmlns:a16="http://schemas.microsoft.com/office/drawing/2014/main" id="{CF665A95-B1D2-A7AB-5DF3-05999D64E89E}"/>
              </a:ext>
            </a:extLst>
          </p:cNvPr>
          <p:cNvSpPr/>
          <p:nvPr/>
        </p:nvSpPr>
        <p:spPr>
          <a:xfrm flipV="1">
            <a:off x="3378760" y="3838970"/>
            <a:ext cx="1405916" cy="74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6" name="Shape 63">
            <a:extLst>
              <a:ext uri="{FF2B5EF4-FFF2-40B4-BE49-F238E27FC236}">
                <a16:creationId xmlns:a16="http://schemas.microsoft.com/office/drawing/2014/main" id="{C07CE159-18A0-5797-FFFD-C8E459EDF997}"/>
              </a:ext>
            </a:extLst>
          </p:cNvPr>
          <p:cNvSpPr/>
          <p:nvPr/>
        </p:nvSpPr>
        <p:spPr>
          <a:xfrm>
            <a:off x="3378760" y="4113364"/>
            <a:ext cx="1405916" cy="0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7" name="Shape 64">
            <a:extLst>
              <a:ext uri="{FF2B5EF4-FFF2-40B4-BE49-F238E27FC236}">
                <a16:creationId xmlns:a16="http://schemas.microsoft.com/office/drawing/2014/main" id="{7C453331-6210-DCDA-FAA5-84C012D0BE1D}"/>
              </a:ext>
            </a:extLst>
          </p:cNvPr>
          <p:cNvSpPr/>
          <p:nvPr/>
        </p:nvSpPr>
        <p:spPr>
          <a:xfrm>
            <a:off x="3378760" y="4387684"/>
            <a:ext cx="1405916" cy="0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8" name="Shape 4">
            <a:extLst>
              <a:ext uri="{FF2B5EF4-FFF2-40B4-BE49-F238E27FC236}">
                <a16:creationId xmlns:a16="http://schemas.microsoft.com/office/drawing/2014/main" id="{FEEE6347-B309-9B6B-70FC-7762D291BD8D}"/>
              </a:ext>
            </a:extLst>
          </p:cNvPr>
          <p:cNvSpPr/>
          <p:nvPr/>
        </p:nvSpPr>
        <p:spPr>
          <a:xfrm>
            <a:off x="320041" y="4566867"/>
            <a:ext cx="4389120" cy="1755644"/>
          </a:xfrm>
          <a:prstGeom prst="rect">
            <a:avLst/>
          </a:prstGeom>
          <a:solidFill>
            <a:srgbClr val="1C1B18"/>
          </a:solidFill>
          <a:ln w="1270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9" name="Shape 5">
            <a:extLst>
              <a:ext uri="{FF2B5EF4-FFF2-40B4-BE49-F238E27FC236}">
                <a16:creationId xmlns:a16="http://schemas.microsoft.com/office/drawing/2014/main" id="{9FC4202C-2D7F-555E-1E57-926AAFB3C0EA}"/>
              </a:ext>
            </a:extLst>
          </p:cNvPr>
          <p:cNvSpPr/>
          <p:nvPr/>
        </p:nvSpPr>
        <p:spPr>
          <a:xfrm>
            <a:off x="320040" y="4612586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0" name="Shape 7">
            <a:extLst>
              <a:ext uri="{FF2B5EF4-FFF2-40B4-BE49-F238E27FC236}">
                <a16:creationId xmlns:a16="http://schemas.microsoft.com/office/drawing/2014/main" id="{0F842276-2C01-3921-BD76-FBBB39344346}"/>
              </a:ext>
            </a:extLst>
          </p:cNvPr>
          <p:cNvSpPr/>
          <p:nvPr/>
        </p:nvSpPr>
        <p:spPr>
          <a:xfrm>
            <a:off x="774980" y="4612586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1" name="Shape 9">
            <a:extLst>
              <a:ext uri="{FF2B5EF4-FFF2-40B4-BE49-F238E27FC236}">
                <a16:creationId xmlns:a16="http://schemas.microsoft.com/office/drawing/2014/main" id="{66D2F42F-A7EF-D9BB-8FC3-4D5EAC2FB0EF}"/>
              </a:ext>
            </a:extLst>
          </p:cNvPr>
          <p:cNvSpPr/>
          <p:nvPr/>
        </p:nvSpPr>
        <p:spPr>
          <a:xfrm>
            <a:off x="1250468" y="4612586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2" name="Shape 11">
            <a:extLst>
              <a:ext uri="{FF2B5EF4-FFF2-40B4-BE49-F238E27FC236}">
                <a16:creationId xmlns:a16="http://schemas.microsoft.com/office/drawing/2014/main" id="{5B12B788-ED6F-1BCE-55FF-B006F35AD219}"/>
              </a:ext>
            </a:extLst>
          </p:cNvPr>
          <p:cNvSpPr/>
          <p:nvPr/>
        </p:nvSpPr>
        <p:spPr>
          <a:xfrm>
            <a:off x="1725956" y="4612586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3" name="Shape 13">
            <a:extLst>
              <a:ext uri="{FF2B5EF4-FFF2-40B4-BE49-F238E27FC236}">
                <a16:creationId xmlns:a16="http://schemas.microsoft.com/office/drawing/2014/main" id="{A628A198-5323-B8A5-D245-46237D6E25A4}"/>
              </a:ext>
            </a:extLst>
          </p:cNvPr>
          <p:cNvSpPr/>
          <p:nvPr/>
        </p:nvSpPr>
        <p:spPr>
          <a:xfrm>
            <a:off x="2201444" y="4612586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4" name="Shape 15">
            <a:extLst>
              <a:ext uri="{FF2B5EF4-FFF2-40B4-BE49-F238E27FC236}">
                <a16:creationId xmlns:a16="http://schemas.microsoft.com/office/drawing/2014/main" id="{E96D69FE-C48F-AB0A-A095-8B7FD48C57CB}"/>
              </a:ext>
            </a:extLst>
          </p:cNvPr>
          <p:cNvSpPr/>
          <p:nvPr/>
        </p:nvSpPr>
        <p:spPr>
          <a:xfrm>
            <a:off x="2676932" y="4612586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5" name="Shape 17">
            <a:extLst>
              <a:ext uri="{FF2B5EF4-FFF2-40B4-BE49-F238E27FC236}">
                <a16:creationId xmlns:a16="http://schemas.microsoft.com/office/drawing/2014/main" id="{3162C1E8-6A6B-95F1-0EDB-3009D6120A8F}"/>
              </a:ext>
            </a:extLst>
          </p:cNvPr>
          <p:cNvSpPr/>
          <p:nvPr/>
        </p:nvSpPr>
        <p:spPr>
          <a:xfrm>
            <a:off x="3152420" y="4612586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6" name="Shape 19">
            <a:extLst>
              <a:ext uri="{FF2B5EF4-FFF2-40B4-BE49-F238E27FC236}">
                <a16:creationId xmlns:a16="http://schemas.microsoft.com/office/drawing/2014/main" id="{BD62CB19-EA42-3D7D-8B66-27CCC6F026EF}"/>
              </a:ext>
            </a:extLst>
          </p:cNvPr>
          <p:cNvSpPr/>
          <p:nvPr/>
        </p:nvSpPr>
        <p:spPr>
          <a:xfrm>
            <a:off x="3627908" y="4612586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7" name="Shape 21">
            <a:extLst>
              <a:ext uri="{FF2B5EF4-FFF2-40B4-BE49-F238E27FC236}">
                <a16:creationId xmlns:a16="http://schemas.microsoft.com/office/drawing/2014/main" id="{225C0246-89C1-D42A-03B0-BDB24E0A8461}"/>
              </a:ext>
            </a:extLst>
          </p:cNvPr>
          <p:cNvSpPr/>
          <p:nvPr/>
        </p:nvSpPr>
        <p:spPr>
          <a:xfrm>
            <a:off x="4103396" y="4612586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8" name="Shape 23">
            <a:extLst>
              <a:ext uri="{FF2B5EF4-FFF2-40B4-BE49-F238E27FC236}">
                <a16:creationId xmlns:a16="http://schemas.microsoft.com/office/drawing/2014/main" id="{3575161C-C842-BB3D-0C74-FAAB99469778}"/>
              </a:ext>
            </a:extLst>
          </p:cNvPr>
          <p:cNvSpPr/>
          <p:nvPr/>
        </p:nvSpPr>
        <p:spPr>
          <a:xfrm>
            <a:off x="4578884" y="4612586"/>
            <a:ext cx="130277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9" name="Shape 53">
            <a:extLst>
              <a:ext uri="{FF2B5EF4-FFF2-40B4-BE49-F238E27FC236}">
                <a16:creationId xmlns:a16="http://schemas.microsoft.com/office/drawing/2014/main" id="{25C88739-13BA-9EA9-4B4D-CCDC481A3CA5}"/>
              </a:ext>
            </a:extLst>
          </p:cNvPr>
          <p:cNvSpPr/>
          <p:nvPr/>
        </p:nvSpPr>
        <p:spPr>
          <a:xfrm>
            <a:off x="442631" y="4924787"/>
            <a:ext cx="1234441" cy="1005841"/>
          </a:xfrm>
          <a:prstGeom prst="rect">
            <a:avLst/>
          </a:prstGeom>
          <a:solidFill>
            <a:srgbClr val="F3EDE2"/>
          </a:solidFill>
          <a:ln w="9525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0" name="Text 54">
            <a:extLst>
              <a:ext uri="{FF2B5EF4-FFF2-40B4-BE49-F238E27FC236}">
                <a16:creationId xmlns:a16="http://schemas.microsoft.com/office/drawing/2014/main" id="{D0A1BDD9-234C-AA20-5E6F-B2C40BBB39A2}"/>
              </a:ext>
            </a:extLst>
          </p:cNvPr>
          <p:cNvSpPr/>
          <p:nvPr/>
        </p:nvSpPr>
        <p:spPr>
          <a:xfrm>
            <a:off x="457200" y="564927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1C1B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📷  scene 4</a:t>
            </a:r>
            <a:endParaRPr lang="en-US" sz="800" dirty="0"/>
          </a:p>
        </p:txBody>
      </p:sp>
      <p:sp>
        <p:nvSpPr>
          <p:cNvPr id="201" name="Shape 5">
            <a:extLst>
              <a:ext uri="{FF2B5EF4-FFF2-40B4-BE49-F238E27FC236}">
                <a16:creationId xmlns:a16="http://schemas.microsoft.com/office/drawing/2014/main" id="{D161EF57-C26A-E846-AF78-B0AD542D8C28}"/>
              </a:ext>
            </a:extLst>
          </p:cNvPr>
          <p:cNvSpPr/>
          <p:nvPr/>
        </p:nvSpPr>
        <p:spPr>
          <a:xfrm>
            <a:off x="320040" y="6126939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2" name="Shape 7">
            <a:extLst>
              <a:ext uri="{FF2B5EF4-FFF2-40B4-BE49-F238E27FC236}">
                <a16:creationId xmlns:a16="http://schemas.microsoft.com/office/drawing/2014/main" id="{A7AFBF53-BB81-88F6-0953-2E5EFA323092}"/>
              </a:ext>
            </a:extLst>
          </p:cNvPr>
          <p:cNvSpPr/>
          <p:nvPr/>
        </p:nvSpPr>
        <p:spPr>
          <a:xfrm>
            <a:off x="774980" y="6126939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3" name="Shape 9">
            <a:extLst>
              <a:ext uri="{FF2B5EF4-FFF2-40B4-BE49-F238E27FC236}">
                <a16:creationId xmlns:a16="http://schemas.microsoft.com/office/drawing/2014/main" id="{C2D1554C-FE62-5837-14D4-2C9C61CED47B}"/>
              </a:ext>
            </a:extLst>
          </p:cNvPr>
          <p:cNvSpPr/>
          <p:nvPr/>
        </p:nvSpPr>
        <p:spPr>
          <a:xfrm>
            <a:off x="1250468" y="6126939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4" name="Shape 11">
            <a:extLst>
              <a:ext uri="{FF2B5EF4-FFF2-40B4-BE49-F238E27FC236}">
                <a16:creationId xmlns:a16="http://schemas.microsoft.com/office/drawing/2014/main" id="{7A950D54-1195-8B87-46A5-CB498BD40962}"/>
              </a:ext>
            </a:extLst>
          </p:cNvPr>
          <p:cNvSpPr/>
          <p:nvPr/>
        </p:nvSpPr>
        <p:spPr>
          <a:xfrm>
            <a:off x="1725956" y="6126939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5" name="Shape 13">
            <a:extLst>
              <a:ext uri="{FF2B5EF4-FFF2-40B4-BE49-F238E27FC236}">
                <a16:creationId xmlns:a16="http://schemas.microsoft.com/office/drawing/2014/main" id="{E7BDB8F5-3BD0-52D3-EE1E-430E15544C40}"/>
              </a:ext>
            </a:extLst>
          </p:cNvPr>
          <p:cNvSpPr/>
          <p:nvPr/>
        </p:nvSpPr>
        <p:spPr>
          <a:xfrm>
            <a:off x="2201444" y="6126939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6" name="Shape 15">
            <a:extLst>
              <a:ext uri="{FF2B5EF4-FFF2-40B4-BE49-F238E27FC236}">
                <a16:creationId xmlns:a16="http://schemas.microsoft.com/office/drawing/2014/main" id="{D2E8A989-33A0-8FC5-E3AA-04861BF9C40E}"/>
              </a:ext>
            </a:extLst>
          </p:cNvPr>
          <p:cNvSpPr/>
          <p:nvPr/>
        </p:nvSpPr>
        <p:spPr>
          <a:xfrm>
            <a:off x="2676932" y="6126939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7" name="Shape 17">
            <a:extLst>
              <a:ext uri="{FF2B5EF4-FFF2-40B4-BE49-F238E27FC236}">
                <a16:creationId xmlns:a16="http://schemas.microsoft.com/office/drawing/2014/main" id="{836C621E-4535-8217-68D6-7068733E7B5E}"/>
              </a:ext>
            </a:extLst>
          </p:cNvPr>
          <p:cNvSpPr/>
          <p:nvPr/>
        </p:nvSpPr>
        <p:spPr>
          <a:xfrm>
            <a:off x="3152420" y="6126939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8" name="Shape 19">
            <a:extLst>
              <a:ext uri="{FF2B5EF4-FFF2-40B4-BE49-F238E27FC236}">
                <a16:creationId xmlns:a16="http://schemas.microsoft.com/office/drawing/2014/main" id="{40694C95-C29A-03B4-4547-A9DDA028405C}"/>
              </a:ext>
            </a:extLst>
          </p:cNvPr>
          <p:cNvSpPr/>
          <p:nvPr/>
        </p:nvSpPr>
        <p:spPr>
          <a:xfrm>
            <a:off x="3627908" y="6126939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9" name="Shape 21">
            <a:extLst>
              <a:ext uri="{FF2B5EF4-FFF2-40B4-BE49-F238E27FC236}">
                <a16:creationId xmlns:a16="http://schemas.microsoft.com/office/drawing/2014/main" id="{5622BBFB-7ACA-993B-721A-D4944F49C9D1}"/>
              </a:ext>
            </a:extLst>
          </p:cNvPr>
          <p:cNvSpPr/>
          <p:nvPr/>
        </p:nvSpPr>
        <p:spPr>
          <a:xfrm>
            <a:off x="4103396" y="6126939"/>
            <a:ext cx="274320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0" name="Shape 23">
            <a:extLst>
              <a:ext uri="{FF2B5EF4-FFF2-40B4-BE49-F238E27FC236}">
                <a16:creationId xmlns:a16="http://schemas.microsoft.com/office/drawing/2014/main" id="{24DEC5A1-70E2-7EE3-FD6F-F1B2F3960E10}"/>
              </a:ext>
            </a:extLst>
          </p:cNvPr>
          <p:cNvSpPr/>
          <p:nvPr/>
        </p:nvSpPr>
        <p:spPr>
          <a:xfrm>
            <a:off x="4578884" y="6126939"/>
            <a:ext cx="130277" cy="154112"/>
          </a:xfrm>
          <a:prstGeom prst="rect">
            <a:avLst/>
          </a:prstGeom>
          <a:solidFill>
            <a:srgbClr val="F3EDE2"/>
          </a:solidFill>
          <a:ln w="12700">
            <a:solidFill>
              <a:srgbClr val="F3EDE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1" name="Shape 53">
            <a:extLst>
              <a:ext uri="{FF2B5EF4-FFF2-40B4-BE49-F238E27FC236}">
                <a16:creationId xmlns:a16="http://schemas.microsoft.com/office/drawing/2014/main" id="{6F6D7ED2-8E47-83FD-ADDF-663D354D0204}"/>
              </a:ext>
            </a:extLst>
          </p:cNvPr>
          <p:cNvSpPr/>
          <p:nvPr/>
        </p:nvSpPr>
        <p:spPr>
          <a:xfrm>
            <a:off x="1917979" y="4948314"/>
            <a:ext cx="1234441" cy="1005841"/>
          </a:xfrm>
          <a:prstGeom prst="rect">
            <a:avLst/>
          </a:prstGeom>
          <a:solidFill>
            <a:srgbClr val="F3EDE2"/>
          </a:solidFill>
          <a:ln w="9525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2" name="Shape 53">
            <a:extLst>
              <a:ext uri="{FF2B5EF4-FFF2-40B4-BE49-F238E27FC236}">
                <a16:creationId xmlns:a16="http://schemas.microsoft.com/office/drawing/2014/main" id="{62C01E37-A4F8-E94F-DD9E-D54DDD44B514}"/>
              </a:ext>
            </a:extLst>
          </p:cNvPr>
          <p:cNvSpPr/>
          <p:nvPr/>
        </p:nvSpPr>
        <p:spPr>
          <a:xfrm>
            <a:off x="3344443" y="4948314"/>
            <a:ext cx="1234441" cy="1005841"/>
          </a:xfrm>
          <a:prstGeom prst="rect">
            <a:avLst/>
          </a:prstGeom>
          <a:solidFill>
            <a:srgbClr val="F3EDE2"/>
          </a:solidFill>
          <a:ln w="9525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 dirty="0"/>
          </a:p>
        </p:txBody>
      </p:sp>
      <p:sp>
        <p:nvSpPr>
          <p:cNvPr id="213" name="Text 56">
            <a:extLst>
              <a:ext uri="{FF2B5EF4-FFF2-40B4-BE49-F238E27FC236}">
                <a16:creationId xmlns:a16="http://schemas.microsoft.com/office/drawing/2014/main" id="{01F6A480-E8A8-B189-7479-392E5BC3051A}"/>
              </a:ext>
            </a:extLst>
          </p:cNvPr>
          <p:cNvSpPr/>
          <p:nvPr/>
        </p:nvSpPr>
        <p:spPr>
          <a:xfrm>
            <a:off x="1938230" y="5688027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1C1B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📷  scene 5</a:t>
            </a:r>
            <a:endParaRPr lang="en-US" sz="800" dirty="0"/>
          </a:p>
        </p:txBody>
      </p:sp>
      <p:sp>
        <p:nvSpPr>
          <p:cNvPr id="214" name="Text 58">
            <a:extLst>
              <a:ext uri="{FF2B5EF4-FFF2-40B4-BE49-F238E27FC236}">
                <a16:creationId xmlns:a16="http://schemas.microsoft.com/office/drawing/2014/main" id="{DDBA66D7-86CA-58C2-92A2-710430C2209E}"/>
              </a:ext>
            </a:extLst>
          </p:cNvPr>
          <p:cNvSpPr/>
          <p:nvPr/>
        </p:nvSpPr>
        <p:spPr>
          <a:xfrm>
            <a:off x="3393327" y="5646567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1C1B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📷  scene 6</a:t>
            </a:r>
            <a:endParaRPr lang="en-US" sz="800" dirty="0"/>
          </a:p>
        </p:txBody>
      </p:sp>
      <p:sp>
        <p:nvSpPr>
          <p:cNvPr id="215" name="Text 61">
            <a:extLst>
              <a:ext uri="{FF2B5EF4-FFF2-40B4-BE49-F238E27FC236}">
                <a16:creationId xmlns:a16="http://schemas.microsoft.com/office/drawing/2014/main" id="{7F2D4B61-BA59-6F30-F9B3-1A22518F7FBB}"/>
              </a:ext>
            </a:extLst>
          </p:cNvPr>
          <p:cNvSpPr/>
          <p:nvPr/>
        </p:nvSpPr>
        <p:spPr>
          <a:xfrm>
            <a:off x="320040" y="6473051"/>
            <a:ext cx="1405916" cy="3199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86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scene 04</a:t>
            </a:r>
            <a:endParaRPr lang="en-US" sz="900" dirty="0"/>
          </a:p>
        </p:txBody>
      </p:sp>
      <p:sp>
        <p:nvSpPr>
          <p:cNvPr id="216" name="Shape 62">
            <a:extLst>
              <a:ext uri="{FF2B5EF4-FFF2-40B4-BE49-F238E27FC236}">
                <a16:creationId xmlns:a16="http://schemas.microsoft.com/office/drawing/2014/main" id="{335FB14B-A9D2-66A5-CF31-6A9B0215B13D}"/>
              </a:ext>
            </a:extLst>
          </p:cNvPr>
          <p:cNvSpPr/>
          <p:nvPr/>
        </p:nvSpPr>
        <p:spPr>
          <a:xfrm flipV="1">
            <a:off x="320040" y="6793018"/>
            <a:ext cx="1405916" cy="74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7" name="Shape 63">
            <a:extLst>
              <a:ext uri="{FF2B5EF4-FFF2-40B4-BE49-F238E27FC236}">
                <a16:creationId xmlns:a16="http://schemas.microsoft.com/office/drawing/2014/main" id="{AA7951FE-4C3E-6C97-114A-7942B5AF2BD2}"/>
              </a:ext>
            </a:extLst>
          </p:cNvPr>
          <p:cNvSpPr/>
          <p:nvPr/>
        </p:nvSpPr>
        <p:spPr>
          <a:xfrm>
            <a:off x="320040" y="7067412"/>
            <a:ext cx="1405916" cy="0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8" name="Shape 64">
            <a:extLst>
              <a:ext uri="{FF2B5EF4-FFF2-40B4-BE49-F238E27FC236}">
                <a16:creationId xmlns:a16="http://schemas.microsoft.com/office/drawing/2014/main" id="{E9ED2A5C-67B2-2C14-55D5-F27D6AEBE915}"/>
              </a:ext>
            </a:extLst>
          </p:cNvPr>
          <p:cNvSpPr/>
          <p:nvPr/>
        </p:nvSpPr>
        <p:spPr>
          <a:xfrm>
            <a:off x="320040" y="7341732"/>
            <a:ext cx="1405916" cy="0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9" name="Text 61">
            <a:extLst>
              <a:ext uri="{FF2B5EF4-FFF2-40B4-BE49-F238E27FC236}">
                <a16:creationId xmlns:a16="http://schemas.microsoft.com/office/drawing/2014/main" id="{CA489F11-CC34-CDDA-46DB-38EE9F16F1C4}"/>
              </a:ext>
            </a:extLst>
          </p:cNvPr>
          <p:cNvSpPr/>
          <p:nvPr/>
        </p:nvSpPr>
        <p:spPr>
          <a:xfrm>
            <a:off x="1897330" y="6459082"/>
            <a:ext cx="1405916" cy="3199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86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scene 05</a:t>
            </a:r>
            <a:endParaRPr lang="en-US" sz="900" dirty="0"/>
          </a:p>
        </p:txBody>
      </p:sp>
      <p:sp>
        <p:nvSpPr>
          <p:cNvPr id="220" name="Shape 62">
            <a:extLst>
              <a:ext uri="{FF2B5EF4-FFF2-40B4-BE49-F238E27FC236}">
                <a16:creationId xmlns:a16="http://schemas.microsoft.com/office/drawing/2014/main" id="{6961D183-F765-F81A-9E3A-99B0CED11B85}"/>
              </a:ext>
            </a:extLst>
          </p:cNvPr>
          <p:cNvSpPr/>
          <p:nvPr/>
        </p:nvSpPr>
        <p:spPr>
          <a:xfrm flipV="1">
            <a:off x="1897330" y="6779049"/>
            <a:ext cx="1405916" cy="74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1" name="Shape 63">
            <a:extLst>
              <a:ext uri="{FF2B5EF4-FFF2-40B4-BE49-F238E27FC236}">
                <a16:creationId xmlns:a16="http://schemas.microsoft.com/office/drawing/2014/main" id="{CB00AF99-5C98-110D-6F18-A6ACE1D36FD9}"/>
              </a:ext>
            </a:extLst>
          </p:cNvPr>
          <p:cNvSpPr/>
          <p:nvPr/>
        </p:nvSpPr>
        <p:spPr>
          <a:xfrm>
            <a:off x="1897330" y="7053443"/>
            <a:ext cx="1405916" cy="0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2" name="Shape 64">
            <a:extLst>
              <a:ext uri="{FF2B5EF4-FFF2-40B4-BE49-F238E27FC236}">
                <a16:creationId xmlns:a16="http://schemas.microsoft.com/office/drawing/2014/main" id="{B13F75DE-47A1-4EF5-04EA-33D268FA3215}"/>
              </a:ext>
            </a:extLst>
          </p:cNvPr>
          <p:cNvSpPr/>
          <p:nvPr/>
        </p:nvSpPr>
        <p:spPr>
          <a:xfrm>
            <a:off x="1897330" y="7327763"/>
            <a:ext cx="1405916" cy="0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3" name="Text 61">
            <a:extLst>
              <a:ext uri="{FF2B5EF4-FFF2-40B4-BE49-F238E27FC236}">
                <a16:creationId xmlns:a16="http://schemas.microsoft.com/office/drawing/2014/main" id="{F05A8BFD-F85C-C421-0E7E-740D5FCE6F76}"/>
              </a:ext>
            </a:extLst>
          </p:cNvPr>
          <p:cNvSpPr/>
          <p:nvPr/>
        </p:nvSpPr>
        <p:spPr>
          <a:xfrm>
            <a:off x="3378760" y="6456641"/>
            <a:ext cx="1405916" cy="3199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86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scene 06</a:t>
            </a:r>
            <a:endParaRPr lang="en-US" sz="900" dirty="0"/>
          </a:p>
        </p:txBody>
      </p:sp>
      <p:sp>
        <p:nvSpPr>
          <p:cNvPr id="224" name="Shape 62">
            <a:extLst>
              <a:ext uri="{FF2B5EF4-FFF2-40B4-BE49-F238E27FC236}">
                <a16:creationId xmlns:a16="http://schemas.microsoft.com/office/drawing/2014/main" id="{DA974D03-7BB3-2153-BA2E-0520BD7D7A09}"/>
              </a:ext>
            </a:extLst>
          </p:cNvPr>
          <p:cNvSpPr/>
          <p:nvPr/>
        </p:nvSpPr>
        <p:spPr>
          <a:xfrm flipV="1">
            <a:off x="3378760" y="6776608"/>
            <a:ext cx="1405916" cy="74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5" name="Shape 63">
            <a:extLst>
              <a:ext uri="{FF2B5EF4-FFF2-40B4-BE49-F238E27FC236}">
                <a16:creationId xmlns:a16="http://schemas.microsoft.com/office/drawing/2014/main" id="{CFF6687F-D7BC-F54C-0486-CD5F2634DB04}"/>
              </a:ext>
            </a:extLst>
          </p:cNvPr>
          <p:cNvSpPr/>
          <p:nvPr/>
        </p:nvSpPr>
        <p:spPr>
          <a:xfrm>
            <a:off x="3378760" y="7051002"/>
            <a:ext cx="1405916" cy="0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6" name="Shape 64">
            <a:extLst>
              <a:ext uri="{FF2B5EF4-FFF2-40B4-BE49-F238E27FC236}">
                <a16:creationId xmlns:a16="http://schemas.microsoft.com/office/drawing/2014/main" id="{25A5EDBE-2CD0-DA98-8B74-F904050430F8}"/>
              </a:ext>
            </a:extLst>
          </p:cNvPr>
          <p:cNvSpPr/>
          <p:nvPr/>
        </p:nvSpPr>
        <p:spPr>
          <a:xfrm>
            <a:off x="3378760" y="7325322"/>
            <a:ext cx="1405916" cy="0"/>
          </a:xfrm>
          <a:prstGeom prst="line">
            <a:avLst/>
          </a:prstGeom>
          <a:noFill/>
          <a:ln w="5080">
            <a:solidFill>
              <a:srgbClr val="1C1B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331422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8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606040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i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1965960" y="3977640"/>
            <a:ext cx="1097280" cy="0"/>
          </a:xfrm>
          <a:prstGeom prst="line">
            <a:avLst/>
          </a:prstGeom>
          <a:noFill/>
          <a:ln w="10160">
            <a:solidFill>
              <a:srgbClr val="2A0E1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" name="Text 2"/>
          <p:cNvSpPr/>
          <p:nvPr/>
        </p:nvSpPr>
        <p:spPr>
          <a:xfrm>
            <a:off x="320040" y="40690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2A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Movies &amp; Shows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6634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8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E8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A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MOVIES &amp; SHOWS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7A1F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· 01 / TICKET STUB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43891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000" i="1" dirty="0">
                <a:solidFill>
                  <a:srgbClr val="2A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Tonight's</a:t>
            </a:r>
            <a:endParaRPr lang="en-US" sz="30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3000" i="1" dirty="0">
                <a:solidFill>
                  <a:srgbClr val="2A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20040" y="2194560"/>
            <a:ext cx="4389120" cy="2926080"/>
          </a:xfrm>
          <a:prstGeom prst="rect">
            <a:avLst/>
          </a:prstGeom>
          <a:solidFill>
            <a:srgbClr val="2A0E12"/>
          </a:solidFill>
          <a:ln w="12700">
            <a:solidFill>
              <a:srgbClr val="2A0E1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Shape 8"/>
          <p:cNvSpPr/>
          <p:nvPr/>
        </p:nvSpPr>
        <p:spPr>
          <a:xfrm>
            <a:off x="3520440" y="2286000"/>
            <a:ext cx="54864" cy="54864"/>
          </a:xfrm>
          <a:prstGeom prst="ellipse">
            <a:avLst/>
          </a:prstGeom>
          <a:solidFill>
            <a:srgbClr val="F3E8E6"/>
          </a:solidFill>
          <a:ln w="12700">
            <a:solidFill>
              <a:srgbClr val="F3E8E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520440" y="2487168"/>
            <a:ext cx="54864" cy="54864"/>
          </a:xfrm>
          <a:prstGeom prst="ellipse">
            <a:avLst/>
          </a:prstGeom>
          <a:solidFill>
            <a:srgbClr val="F3E8E6"/>
          </a:solidFill>
          <a:ln w="12700">
            <a:solidFill>
              <a:srgbClr val="F3E8E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Shape 10"/>
          <p:cNvSpPr/>
          <p:nvPr/>
        </p:nvSpPr>
        <p:spPr>
          <a:xfrm>
            <a:off x="3520440" y="2688336"/>
            <a:ext cx="54864" cy="54864"/>
          </a:xfrm>
          <a:prstGeom prst="ellipse">
            <a:avLst/>
          </a:prstGeom>
          <a:solidFill>
            <a:srgbClr val="F3E8E6"/>
          </a:solidFill>
          <a:ln w="12700">
            <a:solidFill>
              <a:srgbClr val="F3E8E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3520440" y="2889504"/>
            <a:ext cx="54864" cy="54864"/>
          </a:xfrm>
          <a:prstGeom prst="ellipse">
            <a:avLst/>
          </a:prstGeom>
          <a:solidFill>
            <a:srgbClr val="F3E8E6"/>
          </a:solidFill>
          <a:ln w="12700">
            <a:solidFill>
              <a:srgbClr val="F3E8E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Shape 12"/>
          <p:cNvSpPr/>
          <p:nvPr/>
        </p:nvSpPr>
        <p:spPr>
          <a:xfrm>
            <a:off x="3520440" y="3090672"/>
            <a:ext cx="54864" cy="54864"/>
          </a:xfrm>
          <a:prstGeom prst="ellipse">
            <a:avLst/>
          </a:prstGeom>
          <a:solidFill>
            <a:srgbClr val="F3E8E6"/>
          </a:solidFill>
          <a:ln w="12700">
            <a:solidFill>
              <a:srgbClr val="F3E8E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Shape 13"/>
          <p:cNvSpPr/>
          <p:nvPr/>
        </p:nvSpPr>
        <p:spPr>
          <a:xfrm>
            <a:off x="3520440" y="3291840"/>
            <a:ext cx="54864" cy="54864"/>
          </a:xfrm>
          <a:prstGeom prst="ellipse">
            <a:avLst/>
          </a:prstGeom>
          <a:solidFill>
            <a:srgbClr val="F3E8E6"/>
          </a:solidFill>
          <a:ln w="12700">
            <a:solidFill>
              <a:srgbClr val="F3E8E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Shape 14"/>
          <p:cNvSpPr/>
          <p:nvPr/>
        </p:nvSpPr>
        <p:spPr>
          <a:xfrm>
            <a:off x="3520440" y="3493008"/>
            <a:ext cx="54864" cy="54864"/>
          </a:xfrm>
          <a:prstGeom prst="ellipse">
            <a:avLst/>
          </a:prstGeom>
          <a:solidFill>
            <a:srgbClr val="F3E8E6"/>
          </a:solidFill>
          <a:ln w="12700">
            <a:solidFill>
              <a:srgbClr val="F3E8E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Shape 15"/>
          <p:cNvSpPr/>
          <p:nvPr/>
        </p:nvSpPr>
        <p:spPr>
          <a:xfrm>
            <a:off x="3520440" y="3694176"/>
            <a:ext cx="54864" cy="54864"/>
          </a:xfrm>
          <a:prstGeom prst="ellipse">
            <a:avLst/>
          </a:prstGeom>
          <a:solidFill>
            <a:srgbClr val="F3E8E6"/>
          </a:solidFill>
          <a:ln w="12700">
            <a:solidFill>
              <a:srgbClr val="F3E8E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Shape 16"/>
          <p:cNvSpPr/>
          <p:nvPr/>
        </p:nvSpPr>
        <p:spPr>
          <a:xfrm>
            <a:off x="3520440" y="3895344"/>
            <a:ext cx="54864" cy="54864"/>
          </a:xfrm>
          <a:prstGeom prst="ellipse">
            <a:avLst/>
          </a:prstGeom>
          <a:solidFill>
            <a:srgbClr val="F3E8E6"/>
          </a:solidFill>
          <a:ln w="12700">
            <a:solidFill>
              <a:srgbClr val="F3E8E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Shape 17"/>
          <p:cNvSpPr/>
          <p:nvPr/>
        </p:nvSpPr>
        <p:spPr>
          <a:xfrm>
            <a:off x="3520440" y="4096512"/>
            <a:ext cx="54864" cy="54864"/>
          </a:xfrm>
          <a:prstGeom prst="ellipse">
            <a:avLst/>
          </a:prstGeom>
          <a:solidFill>
            <a:srgbClr val="F3E8E6"/>
          </a:solidFill>
          <a:ln w="12700">
            <a:solidFill>
              <a:srgbClr val="F3E8E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8"/>
          <p:cNvSpPr/>
          <p:nvPr/>
        </p:nvSpPr>
        <p:spPr>
          <a:xfrm>
            <a:off x="3520440" y="4297680"/>
            <a:ext cx="54864" cy="54864"/>
          </a:xfrm>
          <a:prstGeom prst="ellipse">
            <a:avLst/>
          </a:prstGeom>
          <a:solidFill>
            <a:srgbClr val="F3E8E6"/>
          </a:solidFill>
          <a:ln w="12700">
            <a:solidFill>
              <a:srgbClr val="F3E8E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3520440" y="4498848"/>
            <a:ext cx="54864" cy="54864"/>
          </a:xfrm>
          <a:prstGeom prst="ellipse">
            <a:avLst/>
          </a:prstGeom>
          <a:solidFill>
            <a:srgbClr val="F3E8E6"/>
          </a:solidFill>
          <a:ln w="12700">
            <a:solidFill>
              <a:srgbClr val="F3E8E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3520440" y="4700016"/>
            <a:ext cx="54864" cy="54864"/>
          </a:xfrm>
          <a:prstGeom prst="ellipse">
            <a:avLst/>
          </a:prstGeom>
          <a:solidFill>
            <a:srgbClr val="F3E8E6"/>
          </a:solidFill>
          <a:ln w="12700">
            <a:solidFill>
              <a:srgbClr val="F3E8E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Shape 21"/>
          <p:cNvSpPr/>
          <p:nvPr/>
        </p:nvSpPr>
        <p:spPr>
          <a:xfrm>
            <a:off x="3520440" y="4901184"/>
            <a:ext cx="54864" cy="54864"/>
          </a:xfrm>
          <a:prstGeom prst="ellipse">
            <a:avLst/>
          </a:prstGeom>
          <a:solidFill>
            <a:srgbClr val="F3E8E6"/>
          </a:solidFill>
          <a:ln w="12700">
            <a:solidFill>
              <a:srgbClr val="F3E8E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Text 22"/>
          <p:cNvSpPr/>
          <p:nvPr/>
        </p:nvSpPr>
        <p:spPr>
          <a:xfrm>
            <a:off x="59436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7A1F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ADMIT ONE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3E8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___________________________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94360" y="33832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DIRECTED BY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94360" y="35478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3E8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_____________________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3977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3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  ___________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" y="4251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3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  __  SEAT  __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45262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RATING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9436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★★★★★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794760" y="24688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7A1F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STUB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794760" y="27432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3E8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№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794760" y="3063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3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0001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0040" y="5394960"/>
            <a:ext cx="4389120" cy="0"/>
          </a:xfrm>
          <a:prstGeom prst="line">
            <a:avLst/>
          </a:prstGeom>
          <a:noFill/>
          <a:ln w="635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" name="Text 34"/>
          <p:cNvSpPr/>
          <p:nvPr/>
        </p:nvSpPr>
        <p:spPr>
          <a:xfrm>
            <a:off x="320040" y="54864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7A1F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ONE-LINE REVIEW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20040" y="5852160"/>
            <a:ext cx="4389120" cy="0"/>
          </a:xfrm>
          <a:prstGeom prst="line">
            <a:avLst/>
          </a:prstGeom>
          <a:noFill/>
          <a:ln w="508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Shape 36"/>
          <p:cNvSpPr/>
          <p:nvPr/>
        </p:nvSpPr>
        <p:spPr>
          <a:xfrm>
            <a:off x="320040" y="6126480"/>
            <a:ext cx="4389120" cy="0"/>
          </a:xfrm>
          <a:prstGeom prst="line">
            <a:avLst/>
          </a:prstGeom>
          <a:noFill/>
          <a:ln w="508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Shape 37"/>
          <p:cNvSpPr/>
          <p:nvPr/>
        </p:nvSpPr>
        <p:spPr>
          <a:xfrm>
            <a:off x="320040" y="6400800"/>
            <a:ext cx="4389120" cy="0"/>
          </a:xfrm>
          <a:prstGeom prst="line">
            <a:avLst/>
          </a:prstGeom>
          <a:noFill/>
          <a:ln w="508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0" name="Shape 38"/>
          <p:cNvSpPr/>
          <p:nvPr/>
        </p:nvSpPr>
        <p:spPr>
          <a:xfrm>
            <a:off x="320040" y="6675120"/>
            <a:ext cx="4389120" cy="0"/>
          </a:xfrm>
          <a:prstGeom prst="line">
            <a:avLst/>
          </a:prstGeom>
          <a:noFill/>
          <a:ln w="508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E8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A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MOVIES &amp; SHOWS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7A1F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· 02 / WATCH LOG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4389120" cy="528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600" i="1" dirty="0">
                <a:solidFill>
                  <a:srgbClr val="2A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watched.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20040" y="1691640"/>
            <a:ext cx="4389120" cy="0"/>
          </a:xfrm>
          <a:prstGeom prst="line">
            <a:avLst/>
          </a:prstGeom>
          <a:noFill/>
          <a:ln w="635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320040" y="1737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097280" y="173736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TITLE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429000" y="173736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RATING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20040" y="1965960"/>
            <a:ext cx="4389120" cy="0"/>
          </a:xfrm>
          <a:prstGeom prst="line">
            <a:avLst/>
          </a:prstGeom>
          <a:noFill/>
          <a:ln w="635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320040" y="21031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3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__/__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7280" y="2331720"/>
            <a:ext cx="228600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3429000" y="21031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2468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3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__/__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97280" y="2697480"/>
            <a:ext cx="228600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3429000" y="2468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" y="2834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3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__/__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97280" y="3063240"/>
            <a:ext cx="228600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/>
          <p:nvPr/>
        </p:nvSpPr>
        <p:spPr>
          <a:xfrm>
            <a:off x="3429000" y="28346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" y="3200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3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__/__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97280" y="3429000"/>
            <a:ext cx="228600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Text 23"/>
          <p:cNvSpPr/>
          <p:nvPr/>
        </p:nvSpPr>
        <p:spPr>
          <a:xfrm>
            <a:off x="3429000" y="32004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" y="3566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3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__/__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97280" y="3794760"/>
            <a:ext cx="228600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Text 26"/>
          <p:cNvSpPr/>
          <p:nvPr/>
        </p:nvSpPr>
        <p:spPr>
          <a:xfrm>
            <a:off x="3429000" y="3566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3931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3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__/__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160520"/>
            <a:ext cx="228600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Text 29"/>
          <p:cNvSpPr/>
          <p:nvPr/>
        </p:nvSpPr>
        <p:spPr>
          <a:xfrm>
            <a:off x="3429000" y="3931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0040" y="42976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3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__/__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097280" y="4526280"/>
            <a:ext cx="228600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Text 32"/>
          <p:cNvSpPr/>
          <p:nvPr/>
        </p:nvSpPr>
        <p:spPr>
          <a:xfrm>
            <a:off x="3429000" y="42976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004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3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__/__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097280" y="4892040"/>
            <a:ext cx="228600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Text 35"/>
          <p:cNvSpPr/>
          <p:nvPr/>
        </p:nvSpPr>
        <p:spPr>
          <a:xfrm>
            <a:off x="3429000" y="46634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20040" y="50292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3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__/__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097280" y="5257800"/>
            <a:ext cx="228600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0" name="Text 38"/>
          <p:cNvSpPr/>
          <p:nvPr/>
        </p:nvSpPr>
        <p:spPr>
          <a:xfrm>
            <a:off x="3429000" y="5029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20040" y="5394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3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__/__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097280" y="5623560"/>
            <a:ext cx="228600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3" name="Text 41"/>
          <p:cNvSpPr/>
          <p:nvPr/>
        </p:nvSpPr>
        <p:spPr>
          <a:xfrm>
            <a:off x="3429000" y="53949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20040" y="57607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3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__/__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097280" y="5989320"/>
            <a:ext cx="228600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6" name="Text 44"/>
          <p:cNvSpPr/>
          <p:nvPr/>
        </p:nvSpPr>
        <p:spPr>
          <a:xfrm>
            <a:off x="3429000" y="5760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20040" y="61264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3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__/__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097280" y="6355080"/>
            <a:ext cx="228600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9" name="Text 47"/>
          <p:cNvSpPr/>
          <p:nvPr/>
        </p:nvSpPr>
        <p:spPr>
          <a:xfrm>
            <a:off x="3429000" y="61264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2004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3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__/__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097280" y="6720840"/>
            <a:ext cx="228600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2" name="Text 50"/>
          <p:cNvSpPr/>
          <p:nvPr/>
        </p:nvSpPr>
        <p:spPr>
          <a:xfrm>
            <a:off x="3429000" y="6492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20040" y="68580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3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__/__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097280" y="7086600"/>
            <a:ext cx="228600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5" name="Text 53"/>
          <p:cNvSpPr/>
          <p:nvPr/>
        </p:nvSpPr>
        <p:spPr>
          <a:xfrm>
            <a:off x="3429000" y="68580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E8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A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MOVIES &amp; SHOWS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7A1F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· 03 / DOUBLE BILL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4389120" cy="528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600" i="1" dirty="0">
                <a:solidFill>
                  <a:srgbClr val="2A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double bill,</a:t>
            </a:r>
            <a:endParaRPr lang="en-US" sz="2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2600" i="1" dirty="0">
                <a:solidFill>
                  <a:srgbClr val="2A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myself.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20040" y="2286000"/>
            <a:ext cx="1463040" cy="2194560"/>
          </a:xfrm>
          <a:prstGeom prst="rect">
            <a:avLst/>
          </a:prstGeom>
          <a:solidFill>
            <a:srgbClr val="E4C8C7"/>
          </a:solidFill>
          <a:ln w="635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Shape 8"/>
          <p:cNvSpPr/>
          <p:nvPr/>
        </p:nvSpPr>
        <p:spPr>
          <a:xfrm>
            <a:off x="320040" y="2286000"/>
            <a:ext cx="1463040" cy="2194560"/>
          </a:xfrm>
          <a:prstGeom prst="line">
            <a:avLst/>
          </a:prstGeom>
          <a:noFill/>
          <a:ln w="508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20040" y="4480560"/>
            <a:ext cx="1463040" cy="0"/>
          </a:xfrm>
          <a:prstGeom prst="line">
            <a:avLst/>
          </a:prstGeom>
          <a:noFill/>
          <a:ln w="508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320040" y="327355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PHOTO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965960" y="228600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1F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FEATURE 1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965960" y="24871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A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_____________________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965960" y="2926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dir.  _________________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965960" y="3154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year  ____   runtime ___ min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965960" y="347472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7A1F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LINE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965960" y="3749040"/>
            <a:ext cx="274320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Shape 17"/>
          <p:cNvSpPr/>
          <p:nvPr/>
        </p:nvSpPr>
        <p:spPr>
          <a:xfrm>
            <a:off x="1965960" y="3977640"/>
            <a:ext cx="274320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8"/>
          <p:cNvSpPr/>
          <p:nvPr/>
        </p:nvSpPr>
        <p:spPr>
          <a:xfrm>
            <a:off x="1965960" y="4206240"/>
            <a:ext cx="274320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320040" y="4892040"/>
            <a:ext cx="1463040" cy="2194560"/>
          </a:xfrm>
          <a:prstGeom prst="rect">
            <a:avLst/>
          </a:prstGeom>
          <a:solidFill>
            <a:srgbClr val="E4C8C7"/>
          </a:solidFill>
          <a:ln w="635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320040" y="4892040"/>
            <a:ext cx="1463040" cy="2194560"/>
          </a:xfrm>
          <a:prstGeom prst="line">
            <a:avLst/>
          </a:prstGeom>
          <a:noFill/>
          <a:ln w="508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Shape 21"/>
          <p:cNvSpPr/>
          <p:nvPr/>
        </p:nvSpPr>
        <p:spPr>
          <a:xfrm>
            <a:off x="320040" y="7086600"/>
            <a:ext cx="1463040" cy="0"/>
          </a:xfrm>
          <a:prstGeom prst="line">
            <a:avLst/>
          </a:prstGeom>
          <a:noFill/>
          <a:ln w="508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Text 22"/>
          <p:cNvSpPr/>
          <p:nvPr/>
        </p:nvSpPr>
        <p:spPr>
          <a:xfrm>
            <a:off x="320040" y="587959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PHOTO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965960" y="489204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1F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FEATURE 2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965960" y="50932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A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_____________________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965960" y="55321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dir.  _________________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965960" y="57607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year  ____   runtime ___ min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965960" y="60807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7A1F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LINE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965960" y="6355080"/>
            <a:ext cx="274320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Shape 29"/>
          <p:cNvSpPr/>
          <p:nvPr/>
        </p:nvSpPr>
        <p:spPr>
          <a:xfrm>
            <a:off x="1965960" y="6583680"/>
            <a:ext cx="274320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Shape 30"/>
          <p:cNvSpPr/>
          <p:nvPr/>
        </p:nvSpPr>
        <p:spPr>
          <a:xfrm>
            <a:off x="1965960" y="6812280"/>
            <a:ext cx="274320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606040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1965960" y="3977640"/>
            <a:ext cx="1097280" cy="0"/>
          </a:xfrm>
          <a:prstGeom prst="line">
            <a:avLst/>
          </a:prstGeom>
          <a:noFill/>
          <a:ln w="10160">
            <a:solidFill>
              <a:srgbClr val="1B1B1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" name="Text 2"/>
          <p:cNvSpPr/>
          <p:nvPr/>
        </p:nvSpPr>
        <p:spPr>
          <a:xfrm>
            <a:off x="320040" y="40690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List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6634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8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READING LIST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· 01 / BOOKPLATE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914400"/>
            <a:ext cx="4389120" cy="6446520"/>
          </a:xfrm>
          <a:prstGeom prst="rect">
            <a:avLst/>
          </a:prstGeom>
          <a:ln w="15240">
            <a:solidFill>
              <a:srgbClr val="1B1B1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4114800" cy="6172200"/>
          </a:xfrm>
          <a:prstGeom prst="rect">
            <a:avLst/>
          </a:prstGeom>
          <a:ln w="6350">
            <a:solidFill>
              <a:srgbClr val="1B1B1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320040" y="12801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kern="0" spc="60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 LIBRIS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20040" y="16916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from the library of —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77240" y="2057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_____________________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51560" y="2697480"/>
            <a:ext cx="2926080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777240" y="29260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4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TITLE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77240" y="3108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_____________________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356616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4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AUTHOR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777240" y="3749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_____________________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51560" y="4297680"/>
            <a:ext cx="2926080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777240" y="44348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LINE WORTH KEEPING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77240" y="4754880"/>
            <a:ext cx="34747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777240" y="5047488"/>
            <a:ext cx="34747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777240" y="5340096"/>
            <a:ext cx="34747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Shape 21"/>
          <p:cNvSpPr/>
          <p:nvPr/>
        </p:nvSpPr>
        <p:spPr>
          <a:xfrm>
            <a:off x="777240" y="5632704"/>
            <a:ext cx="34747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Shape 22"/>
          <p:cNvSpPr/>
          <p:nvPr/>
        </p:nvSpPr>
        <p:spPr>
          <a:xfrm>
            <a:off x="777240" y="5925312"/>
            <a:ext cx="34747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Shape 23"/>
          <p:cNvSpPr/>
          <p:nvPr/>
        </p:nvSpPr>
        <p:spPr>
          <a:xfrm>
            <a:off x="777240" y="6217920"/>
            <a:ext cx="34747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READING LIST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· 02 / TBR STACK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4389120" cy="65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200" i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be read.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320040" y="1920240"/>
            <a:ext cx="4389120" cy="475488"/>
          </a:xfrm>
          <a:prstGeom prst="rect">
            <a:avLst/>
          </a:prstGeom>
          <a:solidFill>
            <a:srgbClr val="B85042"/>
          </a:solidFill>
          <a:ln w="5080">
            <a:solidFill>
              <a:srgbClr val="1B1B1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AF6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________________________________________   /   ____________________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60520" y="192024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AF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" y="2487168"/>
            <a:ext cx="4389120" cy="475488"/>
          </a:xfrm>
          <a:prstGeom prst="rect">
            <a:avLst/>
          </a:prstGeom>
          <a:solidFill>
            <a:srgbClr val="6E8B5A"/>
          </a:solidFill>
          <a:ln w="5080">
            <a:solidFill>
              <a:srgbClr val="1B1B1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/>
          <p:nvPr/>
        </p:nvSpPr>
        <p:spPr>
          <a:xfrm>
            <a:off x="548640" y="248716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AF6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________________________________________   /   ____________________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60520" y="2487168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AF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#02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0040" y="3054096"/>
            <a:ext cx="4389120" cy="475488"/>
          </a:xfrm>
          <a:prstGeom prst="rect">
            <a:avLst/>
          </a:prstGeom>
          <a:solidFill>
            <a:srgbClr val="19345E"/>
          </a:solidFill>
          <a:ln w="5080">
            <a:solidFill>
              <a:srgbClr val="1B1B1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548640" y="305409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AF6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________________________________________   /   ____________________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60520" y="3054096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AF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#03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" y="3621024"/>
            <a:ext cx="4389120" cy="475488"/>
          </a:xfrm>
          <a:prstGeom prst="rect">
            <a:avLst/>
          </a:prstGeom>
          <a:solidFill>
            <a:srgbClr val="7A1F2B"/>
          </a:solidFill>
          <a:ln w="5080">
            <a:solidFill>
              <a:srgbClr val="1B1B1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548640" y="362102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AF6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________________________________________   /   ____________________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60520" y="3621024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AF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#04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" y="4187952"/>
            <a:ext cx="4389120" cy="475488"/>
          </a:xfrm>
          <a:prstGeom prst="rect">
            <a:avLst/>
          </a:prstGeom>
          <a:solidFill>
            <a:srgbClr val="B58A2E"/>
          </a:solidFill>
          <a:ln w="5080">
            <a:solidFill>
              <a:srgbClr val="1B1B1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/>
          <p:nvPr/>
        </p:nvSpPr>
        <p:spPr>
          <a:xfrm>
            <a:off x="548640" y="418795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AF6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________________________________________   /   ____________________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60520" y="4187952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AF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#05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0040" y="4754880"/>
            <a:ext cx="4389120" cy="475488"/>
          </a:xfrm>
          <a:prstGeom prst="rect">
            <a:avLst/>
          </a:prstGeom>
          <a:solidFill>
            <a:srgbClr val="6B6357"/>
          </a:solidFill>
          <a:ln w="5080">
            <a:solidFill>
              <a:srgbClr val="1B1B1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Text 23"/>
          <p:cNvSpPr/>
          <p:nvPr/>
        </p:nvSpPr>
        <p:spPr>
          <a:xfrm>
            <a:off x="548640" y="475488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AF6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________________________________________   /   ____________________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60520" y="475488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AF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#06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0040" y="5321808"/>
            <a:ext cx="4389120" cy="475488"/>
          </a:xfrm>
          <a:prstGeom prst="rect">
            <a:avLst/>
          </a:prstGeom>
          <a:solidFill>
            <a:srgbClr val="4B3A75"/>
          </a:solidFill>
          <a:ln w="5080">
            <a:solidFill>
              <a:srgbClr val="1B1B1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Text 26"/>
          <p:cNvSpPr/>
          <p:nvPr/>
        </p:nvSpPr>
        <p:spPr>
          <a:xfrm>
            <a:off x="548640" y="532180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AF6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________________________________________   /   ____________________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60520" y="5321808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AF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#07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0040" y="5888736"/>
            <a:ext cx="4389120" cy="475488"/>
          </a:xfrm>
          <a:prstGeom prst="rect">
            <a:avLst/>
          </a:prstGeom>
          <a:solidFill>
            <a:srgbClr val="1B1B1B"/>
          </a:solidFill>
          <a:ln w="5080">
            <a:solidFill>
              <a:srgbClr val="1B1B1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Text 29"/>
          <p:cNvSpPr/>
          <p:nvPr/>
        </p:nvSpPr>
        <p:spPr>
          <a:xfrm>
            <a:off x="548640" y="588873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AF6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________________________________________   /   ____________________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60520" y="5888736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AF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#08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READING LIST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· 03 / MARGIN NOTES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4389120" cy="56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800" i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Notes in</a:t>
            </a:r>
            <a:endParaRPr lang="en-US" sz="28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2800" i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margin.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21945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1B1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TITLE  _______________________________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25146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1B1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AUTHOR  ______________________________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28346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1B1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FINISHED  ____ / ____ / ____      RATING  ☆☆☆☆☆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3246120"/>
            <a:ext cx="4389120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/>
          <p:nvPr/>
        </p:nvSpPr>
        <p:spPr>
          <a:xfrm>
            <a:off x="320040" y="33832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LINES I UNDERLINED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" y="3703320"/>
            <a:ext cx="21031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Shape 13"/>
          <p:cNvSpPr/>
          <p:nvPr/>
        </p:nvSpPr>
        <p:spPr>
          <a:xfrm>
            <a:off x="320040" y="3977640"/>
            <a:ext cx="21031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Shape 14"/>
          <p:cNvSpPr/>
          <p:nvPr/>
        </p:nvSpPr>
        <p:spPr>
          <a:xfrm>
            <a:off x="320040" y="4251960"/>
            <a:ext cx="21031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Shape 15"/>
          <p:cNvSpPr/>
          <p:nvPr/>
        </p:nvSpPr>
        <p:spPr>
          <a:xfrm>
            <a:off x="320040" y="4526280"/>
            <a:ext cx="21031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Shape 16"/>
          <p:cNvSpPr/>
          <p:nvPr/>
        </p:nvSpPr>
        <p:spPr>
          <a:xfrm>
            <a:off x="320040" y="4800600"/>
            <a:ext cx="21031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Shape 17"/>
          <p:cNvSpPr/>
          <p:nvPr/>
        </p:nvSpPr>
        <p:spPr>
          <a:xfrm>
            <a:off x="320040" y="5074920"/>
            <a:ext cx="21031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8"/>
          <p:cNvSpPr/>
          <p:nvPr/>
        </p:nvSpPr>
        <p:spPr>
          <a:xfrm>
            <a:off x="320040" y="5349240"/>
            <a:ext cx="21031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320040" y="5623560"/>
            <a:ext cx="21031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320040" y="5897880"/>
            <a:ext cx="21031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Shape 21"/>
          <p:cNvSpPr/>
          <p:nvPr/>
        </p:nvSpPr>
        <p:spPr>
          <a:xfrm>
            <a:off x="320040" y="6172200"/>
            <a:ext cx="21031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Text 22"/>
          <p:cNvSpPr/>
          <p:nvPr/>
        </p:nvSpPr>
        <p:spPr>
          <a:xfrm>
            <a:off x="2606040" y="33832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IT LEFT ME WITH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606040" y="3703320"/>
            <a:ext cx="21031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Shape 24"/>
          <p:cNvSpPr/>
          <p:nvPr/>
        </p:nvSpPr>
        <p:spPr>
          <a:xfrm>
            <a:off x="2606040" y="3977640"/>
            <a:ext cx="21031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Shape 25"/>
          <p:cNvSpPr/>
          <p:nvPr/>
        </p:nvSpPr>
        <p:spPr>
          <a:xfrm>
            <a:off x="2606040" y="4251960"/>
            <a:ext cx="21031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Shape 26"/>
          <p:cNvSpPr/>
          <p:nvPr/>
        </p:nvSpPr>
        <p:spPr>
          <a:xfrm>
            <a:off x="2606040" y="4526280"/>
            <a:ext cx="21031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Shape 27"/>
          <p:cNvSpPr/>
          <p:nvPr/>
        </p:nvSpPr>
        <p:spPr>
          <a:xfrm>
            <a:off x="2606040" y="4800600"/>
            <a:ext cx="21031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Shape 28"/>
          <p:cNvSpPr/>
          <p:nvPr/>
        </p:nvSpPr>
        <p:spPr>
          <a:xfrm>
            <a:off x="2606040" y="5074920"/>
            <a:ext cx="21031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Shape 29"/>
          <p:cNvSpPr/>
          <p:nvPr/>
        </p:nvSpPr>
        <p:spPr>
          <a:xfrm>
            <a:off x="2606040" y="5349240"/>
            <a:ext cx="21031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Shape 30"/>
          <p:cNvSpPr/>
          <p:nvPr/>
        </p:nvSpPr>
        <p:spPr>
          <a:xfrm>
            <a:off x="2606040" y="5623560"/>
            <a:ext cx="21031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Shape 31"/>
          <p:cNvSpPr/>
          <p:nvPr/>
        </p:nvSpPr>
        <p:spPr>
          <a:xfrm>
            <a:off x="2606040" y="5897880"/>
            <a:ext cx="21031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Shape 32"/>
          <p:cNvSpPr/>
          <p:nvPr/>
        </p:nvSpPr>
        <p:spPr>
          <a:xfrm>
            <a:off x="2606040" y="6172200"/>
            <a:ext cx="21031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E3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606040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1965960" y="3977640"/>
            <a:ext cx="1097280" cy="0"/>
          </a:xfrm>
          <a:prstGeom prst="line">
            <a:avLst/>
          </a:prstGeom>
          <a:noFill/>
          <a:ln w="10160">
            <a:solidFill>
              <a:srgbClr val="3A1F1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" name="Text 2"/>
          <p:cNvSpPr/>
          <p:nvPr/>
        </p:nvSpPr>
        <p:spPr>
          <a:xfrm>
            <a:off x="320040" y="40690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3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 &amp; Recipes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6634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800" dirty="0">
                <a:solidFill>
                  <a:srgbClr val="7A52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1E3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3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7A52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FOOD &amp; RECIPES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52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7A52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· 01 / RECIPE CARD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43891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000" i="1" dirty="0">
                <a:solidFill>
                  <a:srgbClr val="3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the</a:t>
            </a:r>
            <a:endParaRPr lang="en-US" sz="30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3000" i="1" dirty="0">
                <a:solidFill>
                  <a:srgbClr val="3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kitchen.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20040" y="2103120"/>
            <a:ext cx="4389120" cy="1645920"/>
          </a:xfrm>
          <a:prstGeom prst="rect">
            <a:avLst/>
          </a:prstGeom>
          <a:solidFill>
            <a:srgbClr val="E9C9B4"/>
          </a:solidFill>
          <a:ln w="6350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Shape 8"/>
          <p:cNvSpPr/>
          <p:nvPr/>
        </p:nvSpPr>
        <p:spPr>
          <a:xfrm>
            <a:off x="320040" y="2103120"/>
            <a:ext cx="4389120" cy="1645920"/>
          </a:xfrm>
          <a:prstGeom prst="line">
            <a:avLst/>
          </a:prstGeom>
          <a:noFill/>
          <a:ln w="5080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20040" y="3749040"/>
            <a:ext cx="4389120" cy="0"/>
          </a:xfrm>
          <a:prstGeom prst="line">
            <a:avLst/>
          </a:prstGeom>
          <a:noFill/>
          <a:ln w="5080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320040" y="2816352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7A52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PHOTO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20040" y="379476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7A52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dish, as it actually looked.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20040" y="39776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1F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DISH  _________________________________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" y="42976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1F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SERVES  ____    TIME  _____    NOTES  _________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4617720"/>
            <a:ext cx="4389120" cy="0"/>
          </a:xfrm>
          <a:prstGeom prst="line">
            <a:avLst/>
          </a:prstGeom>
          <a:noFill/>
          <a:ln w="6350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320040" y="47548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INGREDIENTS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" y="5074920"/>
            <a:ext cx="109728" cy="109728"/>
          </a:xfrm>
          <a:prstGeom prst="rect">
            <a:avLst/>
          </a:prstGeom>
          <a:ln w="6350">
            <a:solidFill>
              <a:srgbClr val="3A1F1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Shape 17"/>
          <p:cNvSpPr/>
          <p:nvPr/>
        </p:nvSpPr>
        <p:spPr>
          <a:xfrm>
            <a:off x="521208" y="5166360"/>
            <a:ext cx="1920240" cy="0"/>
          </a:xfrm>
          <a:prstGeom prst="line">
            <a:avLst/>
          </a:prstGeom>
          <a:noFill/>
          <a:ln w="4445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8"/>
          <p:cNvSpPr/>
          <p:nvPr/>
        </p:nvSpPr>
        <p:spPr>
          <a:xfrm>
            <a:off x="320040" y="5303520"/>
            <a:ext cx="109728" cy="109728"/>
          </a:xfrm>
          <a:prstGeom prst="rect">
            <a:avLst/>
          </a:prstGeom>
          <a:ln w="6350">
            <a:solidFill>
              <a:srgbClr val="3A1F1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521208" y="5394960"/>
            <a:ext cx="1920240" cy="0"/>
          </a:xfrm>
          <a:prstGeom prst="line">
            <a:avLst/>
          </a:prstGeom>
          <a:noFill/>
          <a:ln w="4445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320040" y="5532120"/>
            <a:ext cx="109728" cy="109728"/>
          </a:xfrm>
          <a:prstGeom prst="rect">
            <a:avLst/>
          </a:prstGeom>
          <a:ln w="6350">
            <a:solidFill>
              <a:srgbClr val="3A1F1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Shape 21"/>
          <p:cNvSpPr/>
          <p:nvPr/>
        </p:nvSpPr>
        <p:spPr>
          <a:xfrm>
            <a:off x="521208" y="5623560"/>
            <a:ext cx="1920240" cy="0"/>
          </a:xfrm>
          <a:prstGeom prst="line">
            <a:avLst/>
          </a:prstGeom>
          <a:noFill/>
          <a:ln w="4445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Shape 22"/>
          <p:cNvSpPr/>
          <p:nvPr/>
        </p:nvSpPr>
        <p:spPr>
          <a:xfrm>
            <a:off x="320040" y="5760720"/>
            <a:ext cx="109728" cy="109728"/>
          </a:xfrm>
          <a:prstGeom prst="rect">
            <a:avLst/>
          </a:prstGeom>
          <a:ln w="6350">
            <a:solidFill>
              <a:srgbClr val="3A1F1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Shape 23"/>
          <p:cNvSpPr/>
          <p:nvPr/>
        </p:nvSpPr>
        <p:spPr>
          <a:xfrm>
            <a:off x="521208" y="5852160"/>
            <a:ext cx="1920240" cy="0"/>
          </a:xfrm>
          <a:prstGeom prst="line">
            <a:avLst/>
          </a:prstGeom>
          <a:noFill/>
          <a:ln w="4445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Shape 24"/>
          <p:cNvSpPr/>
          <p:nvPr/>
        </p:nvSpPr>
        <p:spPr>
          <a:xfrm>
            <a:off x="320040" y="5989320"/>
            <a:ext cx="109728" cy="109728"/>
          </a:xfrm>
          <a:prstGeom prst="rect">
            <a:avLst/>
          </a:prstGeom>
          <a:ln w="6350">
            <a:solidFill>
              <a:srgbClr val="3A1F1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Shape 25"/>
          <p:cNvSpPr/>
          <p:nvPr/>
        </p:nvSpPr>
        <p:spPr>
          <a:xfrm>
            <a:off x="521208" y="6080760"/>
            <a:ext cx="1920240" cy="0"/>
          </a:xfrm>
          <a:prstGeom prst="line">
            <a:avLst/>
          </a:prstGeom>
          <a:noFill/>
          <a:ln w="4445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Shape 26"/>
          <p:cNvSpPr/>
          <p:nvPr/>
        </p:nvSpPr>
        <p:spPr>
          <a:xfrm>
            <a:off x="320040" y="6217920"/>
            <a:ext cx="109728" cy="109728"/>
          </a:xfrm>
          <a:prstGeom prst="rect">
            <a:avLst/>
          </a:prstGeom>
          <a:ln w="6350">
            <a:solidFill>
              <a:srgbClr val="3A1F1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Shape 27"/>
          <p:cNvSpPr/>
          <p:nvPr/>
        </p:nvSpPr>
        <p:spPr>
          <a:xfrm>
            <a:off x="521208" y="6309360"/>
            <a:ext cx="1920240" cy="0"/>
          </a:xfrm>
          <a:prstGeom prst="line">
            <a:avLst/>
          </a:prstGeom>
          <a:noFill/>
          <a:ln w="4445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Text 28"/>
          <p:cNvSpPr/>
          <p:nvPr/>
        </p:nvSpPr>
        <p:spPr>
          <a:xfrm>
            <a:off x="2606040" y="47548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METHOD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606040" y="5074920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834640" y="5166360"/>
            <a:ext cx="1920240" cy="0"/>
          </a:xfrm>
          <a:prstGeom prst="line">
            <a:avLst/>
          </a:prstGeom>
          <a:noFill/>
          <a:ln w="4445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Text 31"/>
          <p:cNvSpPr/>
          <p:nvPr/>
        </p:nvSpPr>
        <p:spPr>
          <a:xfrm>
            <a:off x="2606040" y="5303520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834640" y="5394960"/>
            <a:ext cx="1920240" cy="0"/>
          </a:xfrm>
          <a:prstGeom prst="line">
            <a:avLst/>
          </a:prstGeom>
          <a:noFill/>
          <a:ln w="4445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Text 33"/>
          <p:cNvSpPr/>
          <p:nvPr/>
        </p:nvSpPr>
        <p:spPr>
          <a:xfrm>
            <a:off x="2606040" y="5532120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834640" y="5623560"/>
            <a:ext cx="1920240" cy="0"/>
          </a:xfrm>
          <a:prstGeom prst="line">
            <a:avLst/>
          </a:prstGeom>
          <a:noFill/>
          <a:ln w="4445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Text 35"/>
          <p:cNvSpPr/>
          <p:nvPr/>
        </p:nvSpPr>
        <p:spPr>
          <a:xfrm>
            <a:off x="2606040" y="5760720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834640" y="5852160"/>
            <a:ext cx="1920240" cy="0"/>
          </a:xfrm>
          <a:prstGeom prst="line">
            <a:avLst/>
          </a:prstGeom>
          <a:noFill/>
          <a:ln w="4445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Text 37"/>
          <p:cNvSpPr/>
          <p:nvPr/>
        </p:nvSpPr>
        <p:spPr>
          <a:xfrm>
            <a:off x="2606040" y="5989320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834640" y="6080760"/>
            <a:ext cx="1920240" cy="0"/>
          </a:xfrm>
          <a:prstGeom prst="line">
            <a:avLst/>
          </a:prstGeom>
          <a:noFill/>
          <a:ln w="4445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1" name="Text 39"/>
          <p:cNvSpPr/>
          <p:nvPr/>
        </p:nvSpPr>
        <p:spPr>
          <a:xfrm>
            <a:off x="2606040" y="6217920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834640" y="6309360"/>
            <a:ext cx="1920240" cy="0"/>
          </a:xfrm>
          <a:prstGeom prst="line">
            <a:avLst/>
          </a:prstGeom>
          <a:noFill/>
          <a:ln w="4445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1E3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3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7A52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FOOD &amp; RECIPES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52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7A52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· 02 / WEEK ON A PLATE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4389120" cy="56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800" i="1" dirty="0">
                <a:solidFill>
                  <a:srgbClr val="3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week,</a:t>
            </a:r>
            <a:endParaRPr lang="en-US" sz="28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2800" i="1" dirty="0">
                <a:solidFill>
                  <a:srgbClr val="3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a plate.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20040" y="2194560"/>
            <a:ext cx="548640" cy="548640"/>
          </a:xfrm>
          <a:prstGeom prst="ellipse">
            <a:avLst/>
          </a:prstGeom>
          <a:solidFill>
            <a:srgbClr val="F1E3D3"/>
          </a:solidFill>
          <a:ln w="7620">
            <a:solidFill>
              <a:srgbClr val="3A1F1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320040" y="23591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3A1F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5156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3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breakfast  ___________   lunch  ___________   dinner  ___________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51560" y="2743200"/>
            <a:ext cx="3657600" cy="0"/>
          </a:xfrm>
          <a:prstGeom prst="line">
            <a:avLst/>
          </a:prstGeom>
          <a:noFill/>
          <a:ln w="4445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320040" y="2880360"/>
            <a:ext cx="548640" cy="548640"/>
          </a:xfrm>
          <a:prstGeom prst="ellipse">
            <a:avLst/>
          </a:prstGeom>
          <a:solidFill>
            <a:srgbClr val="F1E3D3"/>
          </a:solidFill>
          <a:ln w="7620">
            <a:solidFill>
              <a:srgbClr val="3A1F1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320040" y="30449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3A1F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TUE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5156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3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breakfast  ___________   lunch  ___________   dinner  ___________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1560" y="3429000"/>
            <a:ext cx="3657600" cy="0"/>
          </a:xfrm>
          <a:prstGeom prst="line">
            <a:avLst/>
          </a:prstGeom>
          <a:noFill/>
          <a:ln w="4445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Shape 15"/>
          <p:cNvSpPr/>
          <p:nvPr/>
        </p:nvSpPr>
        <p:spPr>
          <a:xfrm>
            <a:off x="320040" y="3566160"/>
            <a:ext cx="548640" cy="548640"/>
          </a:xfrm>
          <a:prstGeom prst="ellipse">
            <a:avLst/>
          </a:prstGeom>
          <a:solidFill>
            <a:srgbClr val="F1E3D3"/>
          </a:solidFill>
          <a:ln w="7620">
            <a:solidFill>
              <a:srgbClr val="3A1F1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Text 16"/>
          <p:cNvSpPr/>
          <p:nvPr/>
        </p:nvSpPr>
        <p:spPr>
          <a:xfrm>
            <a:off x="320040" y="37307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3A1F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5156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3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breakfast  ___________   lunch  ___________   dinner  ___________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51560" y="4114800"/>
            <a:ext cx="3657600" cy="0"/>
          </a:xfrm>
          <a:prstGeom prst="line">
            <a:avLst/>
          </a:prstGeom>
          <a:noFill/>
          <a:ln w="4445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320040" y="4251960"/>
            <a:ext cx="548640" cy="548640"/>
          </a:xfrm>
          <a:prstGeom prst="ellipse">
            <a:avLst/>
          </a:prstGeom>
          <a:solidFill>
            <a:srgbClr val="F1E3D3"/>
          </a:solidFill>
          <a:ln w="7620">
            <a:solidFill>
              <a:srgbClr val="3A1F1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/>
          <p:nvPr/>
        </p:nvSpPr>
        <p:spPr>
          <a:xfrm>
            <a:off x="320040" y="44165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3A1F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THU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51560" y="4343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3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breakfast  ___________   lunch  ___________   dinner  ___________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51560" y="4800600"/>
            <a:ext cx="3657600" cy="0"/>
          </a:xfrm>
          <a:prstGeom prst="line">
            <a:avLst/>
          </a:prstGeom>
          <a:noFill/>
          <a:ln w="4445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Shape 23"/>
          <p:cNvSpPr/>
          <p:nvPr/>
        </p:nvSpPr>
        <p:spPr>
          <a:xfrm>
            <a:off x="320040" y="4937760"/>
            <a:ext cx="548640" cy="548640"/>
          </a:xfrm>
          <a:prstGeom prst="ellipse">
            <a:avLst/>
          </a:prstGeom>
          <a:solidFill>
            <a:srgbClr val="F1E3D3"/>
          </a:solidFill>
          <a:ln w="7620">
            <a:solidFill>
              <a:srgbClr val="3A1F1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Text 24"/>
          <p:cNvSpPr/>
          <p:nvPr/>
        </p:nvSpPr>
        <p:spPr>
          <a:xfrm>
            <a:off x="320040" y="51023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3A1F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FRI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51560" y="5029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3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breakfast  ___________   lunch  ___________   dinner  ___________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51560" y="5486400"/>
            <a:ext cx="3657600" cy="0"/>
          </a:xfrm>
          <a:prstGeom prst="line">
            <a:avLst/>
          </a:prstGeom>
          <a:noFill/>
          <a:ln w="4445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Shape 27"/>
          <p:cNvSpPr/>
          <p:nvPr/>
        </p:nvSpPr>
        <p:spPr>
          <a:xfrm>
            <a:off x="320040" y="5623560"/>
            <a:ext cx="548640" cy="548640"/>
          </a:xfrm>
          <a:prstGeom prst="ellipse">
            <a:avLst/>
          </a:prstGeom>
          <a:solidFill>
            <a:srgbClr val="F1E3D3"/>
          </a:solidFill>
          <a:ln w="7620">
            <a:solidFill>
              <a:srgbClr val="3A1F1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Text 28"/>
          <p:cNvSpPr/>
          <p:nvPr/>
        </p:nvSpPr>
        <p:spPr>
          <a:xfrm>
            <a:off x="320040" y="57881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3A1F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51560" y="5715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3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breakfast  ___________   lunch  ___________   dinner  ___________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051560" y="6172200"/>
            <a:ext cx="3657600" cy="0"/>
          </a:xfrm>
          <a:prstGeom prst="line">
            <a:avLst/>
          </a:prstGeom>
          <a:noFill/>
          <a:ln w="4445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Shape 31"/>
          <p:cNvSpPr/>
          <p:nvPr/>
        </p:nvSpPr>
        <p:spPr>
          <a:xfrm>
            <a:off x="320040" y="6309360"/>
            <a:ext cx="548640" cy="548640"/>
          </a:xfrm>
          <a:prstGeom prst="ellipse">
            <a:avLst/>
          </a:prstGeom>
          <a:solidFill>
            <a:srgbClr val="F1E3D3"/>
          </a:solidFill>
          <a:ln w="7620">
            <a:solidFill>
              <a:srgbClr val="3A1F1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Text 32"/>
          <p:cNvSpPr/>
          <p:nvPr/>
        </p:nvSpPr>
        <p:spPr>
          <a:xfrm>
            <a:off x="320040" y="64739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3A1F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51560" y="6400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3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breakfast  ___________   lunch  ___________   dinner  ___________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051560" y="6858000"/>
            <a:ext cx="3657600" cy="0"/>
          </a:xfrm>
          <a:prstGeom prst="line">
            <a:avLst/>
          </a:prstGeom>
          <a:noFill/>
          <a:ln w="4445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1E3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3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7A52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FOOD &amp; RECIPES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52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7A52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· 03 / TABLE FOR ONE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4389120" cy="56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800" i="1" dirty="0">
                <a:solidFill>
                  <a:srgbClr val="3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for ___.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21031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1F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PLACE  ________________________________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24231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1F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  ____ / ____    OCCASION  ____________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2788920"/>
            <a:ext cx="4389120" cy="1463040"/>
          </a:xfrm>
          <a:prstGeom prst="rect">
            <a:avLst/>
          </a:prstGeom>
          <a:solidFill>
            <a:srgbClr val="E9C9B4"/>
          </a:solidFill>
          <a:ln w="6350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Shape 10"/>
          <p:cNvSpPr/>
          <p:nvPr/>
        </p:nvSpPr>
        <p:spPr>
          <a:xfrm>
            <a:off x="320040" y="2788920"/>
            <a:ext cx="4389120" cy="1463040"/>
          </a:xfrm>
          <a:prstGeom prst="line">
            <a:avLst/>
          </a:prstGeom>
          <a:noFill/>
          <a:ln w="5080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320040" y="4251960"/>
            <a:ext cx="4389120" cy="0"/>
          </a:xfrm>
          <a:prstGeom prst="line">
            <a:avLst/>
          </a:prstGeom>
          <a:noFill/>
          <a:ln w="5080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320040" y="3410712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7A52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PHOTO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0040" y="4434840"/>
            <a:ext cx="4389120" cy="0"/>
          </a:xfrm>
          <a:prstGeom prst="line">
            <a:avLst/>
          </a:prstGeom>
          <a:noFill/>
          <a:ln w="6350">
            <a:solidFill>
              <a:srgbClr val="D9B89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320040" y="4572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7A52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ATMOSPHERE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331720" y="4572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★★★★★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" y="5074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7A52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FOOD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331720" y="5074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★★★★☆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" y="5577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7A52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SERVICE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331720" y="5577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★★★★☆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" y="6080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7A52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WORTH RETURNING?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331720" y="6080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yes  /  no  /  maybe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8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606040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i="1" dirty="0">
                <a:solidFill>
                  <a:srgbClr val="6E8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1965960" y="3977640"/>
            <a:ext cx="1097280" cy="0"/>
          </a:xfrm>
          <a:prstGeom prst="line">
            <a:avLst/>
          </a:prstGeom>
          <a:noFill/>
          <a:ln w="10160">
            <a:solidFill>
              <a:srgbClr val="1F2A2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" name="Text 2"/>
          <p:cNvSpPr/>
          <p:nvPr/>
        </p:nvSpPr>
        <p:spPr>
          <a:xfrm>
            <a:off x="320040" y="40690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Travel &amp; Places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6634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8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8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TRAVEL &amp; PLACES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6E8B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· 01 / POSTCARD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43891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000" i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Wish you</a:t>
            </a:r>
            <a:endParaRPr lang="en-US" sz="30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3000" i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were here.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20040" y="2286000"/>
            <a:ext cx="4389120" cy="2011680"/>
          </a:xfrm>
          <a:prstGeom prst="rect">
            <a:avLst/>
          </a:prstGeom>
          <a:solidFill>
            <a:srgbClr val="D6E0CE"/>
          </a:solidFill>
          <a:ln w="635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Shape 8"/>
          <p:cNvSpPr/>
          <p:nvPr/>
        </p:nvSpPr>
        <p:spPr>
          <a:xfrm>
            <a:off x="320040" y="2286000"/>
            <a:ext cx="4389120" cy="2011680"/>
          </a:xfrm>
          <a:prstGeom prst="line">
            <a:avLst/>
          </a:prstGeom>
          <a:noFill/>
          <a:ln w="508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20040" y="4297680"/>
            <a:ext cx="4389120" cy="0"/>
          </a:xfrm>
          <a:prstGeom prst="line">
            <a:avLst/>
          </a:prstGeom>
          <a:noFill/>
          <a:ln w="508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320040" y="3182112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PHOTO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20040" y="434340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Greetings from ____________.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320040" y="4572000"/>
            <a:ext cx="4389120" cy="2468880"/>
          </a:xfrm>
          <a:prstGeom prst="rect">
            <a:avLst/>
          </a:prstGeom>
          <a:solidFill>
            <a:srgbClr val="E8EDE3"/>
          </a:solidFill>
          <a:ln w="10160">
            <a:solidFill>
              <a:srgbClr val="1F2A2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Shape 13"/>
          <p:cNvSpPr/>
          <p:nvPr/>
        </p:nvSpPr>
        <p:spPr>
          <a:xfrm>
            <a:off x="2514600" y="4617720"/>
            <a:ext cx="0" cy="2377440"/>
          </a:xfrm>
          <a:prstGeom prst="line">
            <a:avLst/>
          </a:prstGeom>
          <a:noFill/>
          <a:ln w="635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Shape 14"/>
          <p:cNvSpPr/>
          <p:nvPr/>
        </p:nvSpPr>
        <p:spPr>
          <a:xfrm>
            <a:off x="457200" y="4800600"/>
            <a:ext cx="192024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Shape 15"/>
          <p:cNvSpPr/>
          <p:nvPr/>
        </p:nvSpPr>
        <p:spPr>
          <a:xfrm>
            <a:off x="457200" y="5093208"/>
            <a:ext cx="192024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Shape 16"/>
          <p:cNvSpPr/>
          <p:nvPr/>
        </p:nvSpPr>
        <p:spPr>
          <a:xfrm>
            <a:off x="457200" y="5385816"/>
            <a:ext cx="192024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Shape 17"/>
          <p:cNvSpPr/>
          <p:nvPr/>
        </p:nvSpPr>
        <p:spPr>
          <a:xfrm>
            <a:off x="457200" y="5678424"/>
            <a:ext cx="192024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8"/>
          <p:cNvSpPr/>
          <p:nvPr/>
        </p:nvSpPr>
        <p:spPr>
          <a:xfrm>
            <a:off x="457200" y="5971032"/>
            <a:ext cx="192024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457200" y="6263640"/>
            <a:ext cx="192024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457200" y="6556248"/>
            <a:ext cx="192024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Shape 21"/>
          <p:cNvSpPr/>
          <p:nvPr/>
        </p:nvSpPr>
        <p:spPr>
          <a:xfrm>
            <a:off x="3977640" y="4709160"/>
            <a:ext cx="594360" cy="777240"/>
          </a:xfrm>
          <a:prstGeom prst="rect">
            <a:avLst/>
          </a:prstGeom>
          <a:solidFill>
            <a:srgbClr val="D6E0CE"/>
          </a:solidFill>
          <a:ln w="6350">
            <a:solidFill>
              <a:srgbClr val="1F2A2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Text 22"/>
          <p:cNvSpPr/>
          <p:nvPr/>
        </p:nvSpPr>
        <p:spPr>
          <a:xfrm>
            <a:off x="3977640" y="489204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E8B5A"/>
                </a:solidFill>
              </a:rPr>
              <a:t>✶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651760" y="5760720"/>
            <a:ext cx="192024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Shape 24"/>
          <p:cNvSpPr/>
          <p:nvPr/>
        </p:nvSpPr>
        <p:spPr>
          <a:xfrm>
            <a:off x="2651760" y="6053328"/>
            <a:ext cx="192024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Shape 25"/>
          <p:cNvSpPr/>
          <p:nvPr/>
        </p:nvSpPr>
        <p:spPr>
          <a:xfrm>
            <a:off x="2651760" y="6345936"/>
            <a:ext cx="192024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Shape 26"/>
          <p:cNvSpPr/>
          <p:nvPr/>
        </p:nvSpPr>
        <p:spPr>
          <a:xfrm>
            <a:off x="2651760" y="6638544"/>
            <a:ext cx="192024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8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TRAVEL &amp; PLACES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6E8B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· 02 / ITINERARY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4389120" cy="528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600" i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itinerary,</a:t>
            </a:r>
            <a:endParaRPr lang="en-US" sz="2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2600" i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loosely held.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0040" y="21031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A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DESTINATION  ____________________________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24231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A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DATES  ____ / ____  →  ____ / ____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2788920"/>
            <a:ext cx="4389120" cy="0"/>
          </a:xfrm>
          <a:prstGeom prst="line">
            <a:avLst/>
          </a:prstGeom>
          <a:noFill/>
          <a:ln w="635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320040" y="29718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E8B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DAY 01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97280" y="2971800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____________________________________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97280" y="3337560"/>
            <a:ext cx="361188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Shape 13"/>
          <p:cNvSpPr/>
          <p:nvPr/>
        </p:nvSpPr>
        <p:spPr>
          <a:xfrm>
            <a:off x="1097280" y="3566160"/>
            <a:ext cx="361188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320040" y="38404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E8B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DAY 02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97280" y="3840480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____________________________________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97280" y="4206240"/>
            <a:ext cx="361188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Shape 17"/>
          <p:cNvSpPr/>
          <p:nvPr/>
        </p:nvSpPr>
        <p:spPr>
          <a:xfrm>
            <a:off x="1097280" y="4434840"/>
            <a:ext cx="361188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Text 18"/>
          <p:cNvSpPr/>
          <p:nvPr/>
        </p:nvSpPr>
        <p:spPr>
          <a:xfrm>
            <a:off x="320040" y="47091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E8B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DAY 03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97280" y="4709160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____________________________________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97280" y="5074920"/>
            <a:ext cx="361188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Shape 21"/>
          <p:cNvSpPr/>
          <p:nvPr/>
        </p:nvSpPr>
        <p:spPr>
          <a:xfrm>
            <a:off x="1097280" y="5303520"/>
            <a:ext cx="361188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Text 22"/>
          <p:cNvSpPr/>
          <p:nvPr/>
        </p:nvSpPr>
        <p:spPr>
          <a:xfrm>
            <a:off x="320040" y="55778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E8B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DAY 04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97280" y="5577840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____________________________________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97280" y="5943600"/>
            <a:ext cx="361188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Shape 25"/>
          <p:cNvSpPr/>
          <p:nvPr/>
        </p:nvSpPr>
        <p:spPr>
          <a:xfrm>
            <a:off x="1097280" y="6172200"/>
            <a:ext cx="361188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Text 26"/>
          <p:cNvSpPr/>
          <p:nvPr/>
        </p:nvSpPr>
        <p:spPr>
          <a:xfrm>
            <a:off x="320040" y="64465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E8B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DAY 05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97280" y="6446520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____________________________________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97280" y="6812280"/>
            <a:ext cx="361188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Shape 29"/>
          <p:cNvSpPr/>
          <p:nvPr/>
        </p:nvSpPr>
        <p:spPr>
          <a:xfrm>
            <a:off x="1097280" y="7040880"/>
            <a:ext cx="361188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8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TRAVEL &amp; PLACES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6E8B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· 03 / PLACES SEEN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43891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000" i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Places seen.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20040" y="1828800"/>
            <a:ext cx="4389120" cy="0"/>
          </a:xfrm>
          <a:prstGeom prst="line">
            <a:avLst/>
          </a:prstGeom>
          <a:noFill/>
          <a:ln w="635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320040" y="19202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PLACE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331720" y="19202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WHEN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337560" y="19202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MEMORY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20040" y="2148840"/>
            <a:ext cx="4389120" cy="0"/>
          </a:xfrm>
          <a:prstGeom prst="line">
            <a:avLst/>
          </a:prstGeom>
          <a:noFill/>
          <a:ln w="635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Shape 12"/>
          <p:cNvSpPr/>
          <p:nvPr/>
        </p:nvSpPr>
        <p:spPr>
          <a:xfrm>
            <a:off x="320040" y="2560320"/>
            <a:ext cx="438912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Shape 13"/>
          <p:cNvSpPr/>
          <p:nvPr/>
        </p:nvSpPr>
        <p:spPr>
          <a:xfrm>
            <a:off x="320040" y="2926080"/>
            <a:ext cx="438912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Shape 14"/>
          <p:cNvSpPr/>
          <p:nvPr/>
        </p:nvSpPr>
        <p:spPr>
          <a:xfrm>
            <a:off x="320040" y="3291840"/>
            <a:ext cx="438912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Shape 15"/>
          <p:cNvSpPr/>
          <p:nvPr/>
        </p:nvSpPr>
        <p:spPr>
          <a:xfrm>
            <a:off x="320040" y="3657600"/>
            <a:ext cx="438912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Shape 16"/>
          <p:cNvSpPr/>
          <p:nvPr/>
        </p:nvSpPr>
        <p:spPr>
          <a:xfrm>
            <a:off x="320040" y="4023360"/>
            <a:ext cx="438912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Shape 17"/>
          <p:cNvSpPr/>
          <p:nvPr/>
        </p:nvSpPr>
        <p:spPr>
          <a:xfrm>
            <a:off x="320040" y="4389120"/>
            <a:ext cx="438912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8"/>
          <p:cNvSpPr/>
          <p:nvPr/>
        </p:nvSpPr>
        <p:spPr>
          <a:xfrm>
            <a:off x="320040" y="4754880"/>
            <a:ext cx="438912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320040" y="5120640"/>
            <a:ext cx="438912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320040" y="5486400"/>
            <a:ext cx="438912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Shape 21"/>
          <p:cNvSpPr/>
          <p:nvPr/>
        </p:nvSpPr>
        <p:spPr>
          <a:xfrm>
            <a:off x="320040" y="5852160"/>
            <a:ext cx="438912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Shape 22"/>
          <p:cNvSpPr/>
          <p:nvPr/>
        </p:nvSpPr>
        <p:spPr>
          <a:xfrm>
            <a:off x="320040" y="6217920"/>
            <a:ext cx="438912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Shape 23"/>
          <p:cNvSpPr/>
          <p:nvPr/>
        </p:nvSpPr>
        <p:spPr>
          <a:xfrm>
            <a:off x="320040" y="6583680"/>
            <a:ext cx="438912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Shape 24"/>
          <p:cNvSpPr/>
          <p:nvPr/>
        </p:nvSpPr>
        <p:spPr>
          <a:xfrm>
            <a:off x="320040" y="6949440"/>
            <a:ext cx="438912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Shape 25"/>
          <p:cNvSpPr/>
          <p:nvPr/>
        </p:nvSpPr>
        <p:spPr>
          <a:xfrm>
            <a:off x="320040" y="7315200"/>
            <a:ext cx="438912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E8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606040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i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1965960" y="3977640"/>
            <a:ext cx="1097280" cy="0"/>
          </a:xfrm>
          <a:prstGeom prst="line">
            <a:avLst/>
          </a:prstGeom>
          <a:noFill/>
          <a:ln w="10160">
            <a:solidFill>
              <a:srgbClr val="2A0E1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" name="Text 2"/>
          <p:cNvSpPr/>
          <p:nvPr/>
        </p:nvSpPr>
        <p:spPr>
          <a:xfrm>
            <a:off x="320040" y="40690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2A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Relationships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6634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8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3E8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A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RELATIONSHIPS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7A1F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· 01 / DATE REVIEW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43891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000" i="1" dirty="0">
                <a:solidFill>
                  <a:srgbClr val="2A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went.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0040" y="21031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0E1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WITH  __________________________________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24231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0E1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WHERE  _________________________________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27432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0E1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WHEN  ____ / ____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3108960"/>
            <a:ext cx="4389120" cy="0"/>
          </a:xfrm>
          <a:prstGeom prst="line">
            <a:avLst/>
          </a:prstGeom>
          <a:noFill/>
          <a:ln w="635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/>
          <p:nvPr/>
        </p:nvSpPr>
        <p:spPr>
          <a:xfrm>
            <a:off x="320040" y="324612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7A1F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FIRST IMPRESSIONS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" y="3611880"/>
            <a:ext cx="438912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Shape 13"/>
          <p:cNvSpPr/>
          <p:nvPr/>
        </p:nvSpPr>
        <p:spPr>
          <a:xfrm>
            <a:off x="320040" y="3886200"/>
            <a:ext cx="438912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Shape 14"/>
          <p:cNvSpPr/>
          <p:nvPr/>
        </p:nvSpPr>
        <p:spPr>
          <a:xfrm>
            <a:off x="320040" y="4160520"/>
            <a:ext cx="438912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Shape 15"/>
          <p:cNvSpPr/>
          <p:nvPr/>
        </p:nvSpPr>
        <p:spPr>
          <a:xfrm>
            <a:off x="320040" y="4526280"/>
            <a:ext cx="4389120" cy="0"/>
          </a:xfrm>
          <a:prstGeom prst="line">
            <a:avLst/>
          </a:prstGeom>
          <a:noFill/>
          <a:ln w="635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Text 16"/>
          <p:cNvSpPr/>
          <p:nvPr/>
        </p:nvSpPr>
        <p:spPr>
          <a:xfrm>
            <a:off x="320040" y="46634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7A1F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BEST MOMENT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5029200"/>
            <a:ext cx="438912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8"/>
          <p:cNvSpPr/>
          <p:nvPr/>
        </p:nvSpPr>
        <p:spPr>
          <a:xfrm>
            <a:off x="320040" y="5303520"/>
            <a:ext cx="438912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320040" y="5577840"/>
            <a:ext cx="438912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320040" y="5943600"/>
            <a:ext cx="4389120" cy="0"/>
          </a:xfrm>
          <a:prstGeom prst="line">
            <a:avLst/>
          </a:prstGeom>
          <a:noFill/>
          <a:ln w="635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320040" y="60807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CHEMISTRY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514600" y="6035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☆☆☆☆☆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20040" y="6400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SEE AGAIN?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514600" y="6400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A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yes  /  no  /  ask me tomorrow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E8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A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RELATIONSHIPS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7A1F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· 02 / DIARY PAGE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10058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DEAR DIARY,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0040" y="141732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today  ____ / ____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1828800"/>
            <a:ext cx="438912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20040" y="2121408"/>
            <a:ext cx="438912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Shape 10"/>
          <p:cNvSpPr/>
          <p:nvPr/>
        </p:nvSpPr>
        <p:spPr>
          <a:xfrm>
            <a:off x="320040" y="2414016"/>
            <a:ext cx="438912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320040" y="2706624"/>
            <a:ext cx="438912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Shape 12"/>
          <p:cNvSpPr/>
          <p:nvPr/>
        </p:nvSpPr>
        <p:spPr>
          <a:xfrm>
            <a:off x="320040" y="2999232"/>
            <a:ext cx="438912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Shape 13"/>
          <p:cNvSpPr/>
          <p:nvPr/>
        </p:nvSpPr>
        <p:spPr>
          <a:xfrm>
            <a:off x="320040" y="3291840"/>
            <a:ext cx="438912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Shape 14"/>
          <p:cNvSpPr/>
          <p:nvPr/>
        </p:nvSpPr>
        <p:spPr>
          <a:xfrm>
            <a:off x="320040" y="3584448"/>
            <a:ext cx="438912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Shape 15"/>
          <p:cNvSpPr/>
          <p:nvPr/>
        </p:nvSpPr>
        <p:spPr>
          <a:xfrm>
            <a:off x="320040" y="3877056"/>
            <a:ext cx="438912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Shape 16"/>
          <p:cNvSpPr/>
          <p:nvPr/>
        </p:nvSpPr>
        <p:spPr>
          <a:xfrm>
            <a:off x="320040" y="4169664"/>
            <a:ext cx="438912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Shape 17"/>
          <p:cNvSpPr/>
          <p:nvPr/>
        </p:nvSpPr>
        <p:spPr>
          <a:xfrm>
            <a:off x="320040" y="4462272"/>
            <a:ext cx="438912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8"/>
          <p:cNvSpPr/>
          <p:nvPr/>
        </p:nvSpPr>
        <p:spPr>
          <a:xfrm>
            <a:off x="320040" y="4754880"/>
            <a:ext cx="438912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320040" y="5047488"/>
            <a:ext cx="438912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320040" y="5340096"/>
            <a:ext cx="438912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Shape 21"/>
          <p:cNvSpPr/>
          <p:nvPr/>
        </p:nvSpPr>
        <p:spPr>
          <a:xfrm>
            <a:off x="320040" y="5632704"/>
            <a:ext cx="438912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Shape 22"/>
          <p:cNvSpPr/>
          <p:nvPr/>
        </p:nvSpPr>
        <p:spPr>
          <a:xfrm>
            <a:off x="320040" y="5925312"/>
            <a:ext cx="438912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Shape 23"/>
          <p:cNvSpPr/>
          <p:nvPr/>
        </p:nvSpPr>
        <p:spPr>
          <a:xfrm>
            <a:off x="320040" y="6217920"/>
            <a:ext cx="438912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Shape 24"/>
          <p:cNvSpPr/>
          <p:nvPr/>
        </p:nvSpPr>
        <p:spPr>
          <a:xfrm>
            <a:off x="320040" y="6510528"/>
            <a:ext cx="438912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Shape 25"/>
          <p:cNvSpPr/>
          <p:nvPr/>
        </p:nvSpPr>
        <p:spPr>
          <a:xfrm>
            <a:off x="320040" y="6803136"/>
            <a:ext cx="438912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Text 26"/>
          <p:cNvSpPr/>
          <p:nvPr/>
        </p:nvSpPr>
        <p:spPr>
          <a:xfrm>
            <a:off x="2697480" y="7178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2A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yours,  _____________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3E8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A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RELATIONSHIPS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7A1F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· 03 / PEOPLE I LOVE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4389120" cy="528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600" i="1" dirty="0">
                <a:solidFill>
                  <a:srgbClr val="2A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people</a:t>
            </a:r>
            <a:endParaRPr lang="en-US" sz="2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2600" i="1" dirty="0">
                <a:solidFill>
                  <a:srgbClr val="2A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my corner.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20040" y="2103120"/>
            <a:ext cx="914400" cy="914400"/>
          </a:xfrm>
          <a:prstGeom prst="ellipse">
            <a:avLst/>
          </a:prstGeom>
          <a:solidFill>
            <a:srgbClr val="E4C8C7"/>
          </a:solidFill>
          <a:ln w="762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320040" y="24688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kern="0" spc="2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PHOTO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417320" y="2103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A0E1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  _____________________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417320" y="23957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we met  ________________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417320" y="26517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A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small thing they did  __________________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417320" y="3063240"/>
            <a:ext cx="329184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Shape 13"/>
          <p:cNvSpPr/>
          <p:nvPr/>
        </p:nvSpPr>
        <p:spPr>
          <a:xfrm>
            <a:off x="320040" y="3291840"/>
            <a:ext cx="914400" cy="914400"/>
          </a:xfrm>
          <a:prstGeom prst="ellipse">
            <a:avLst/>
          </a:prstGeom>
          <a:solidFill>
            <a:srgbClr val="E4C8C7"/>
          </a:solidFill>
          <a:ln w="762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320040" y="3657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kern="0" spc="2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PHOTO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417320" y="3291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A0E1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  _____________________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417320" y="35844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we met  ________________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417320" y="3840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A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small thing they did  __________________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417320" y="4251960"/>
            <a:ext cx="329184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320040" y="4480560"/>
            <a:ext cx="914400" cy="914400"/>
          </a:xfrm>
          <a:prstGeom prst="ellipse">
            <a:avLst/>
          </a:prstGeom>
          <a:solidFill>
            <a:srgbClr val="E4C8C7"/>
          </a:solidFill>
          <a:ln w="762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/>
          <p:nvPr/>
        </p:nvSpPr>
        <p:spPr>
          <a:xfrm>
            <a:off x="32004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kern="0" spc="2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PHOTO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417320" y="4480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A0E1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  _____________________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417320" y="47731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we met  ________________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417320" y="5029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A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small thing they did  __________________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417320" y="5440680"/>
            <a:ext cx="329184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Shape 25"/>
          <p:cNvSpPr/>
          <p:nvPr/>
        </p:nvSpPr>
        <p:spPr>
          <a:xfrm>
            <a:off x="320040" y="5669280"/>
            <a:ext cx="914400" cy="914400"/>
          </a:xfrm>
          <a:prstGeom prst="ellipse">
            <a:avLst/>
          </a:prstGeom>
          <a:solidFill>
            <a:srgbClr val="E4C8C7"/>
          </a:solidFill>
          <a:ln w="7620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Text 26"/>
          <p:cNvSpPr/>
          <p:nvPr/>
        </p:nvSpPr>
        <p:spPr>
          <a:xfrm>
            <a:off x="320040" y="6035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kern="0" spc="2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PHOTO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1417320" y="5669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A0E1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  _____________________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417320" y="596188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3B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we met  ________________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417320" y="6217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A0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small thing they did  __________________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417320" y="6629400"/>
            <a:ext cx="3291840" cy="0"/>
          </a:xfrm>
          <a:prstGeom prst="line">
            <a:avLst/>
          </a:prstGeom>
          <a:noFill/>
          <a:ln w="4445">
            <a:solidFill>
              <a:srgbClr val="D9B6B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8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606040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i="1" dirty="0">
                <a:solidFill>
                  <a:srgbClr val="6E8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1965960" y="3977640"/>
            <a:ext cx="1097280" cy="0"/>
          </a:xfrm>
          <a:prstGeom prst="line">
            <a:avLst/>
          </a:prstGeom>
          <a:noFill/>
          <a:ln w="10160">
            <a:solidFill>
              <a:srgbClr val="1F2A2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" name="Text 2"/>
          <p:cNvSpPr/>
          <p:nvPr/>
        </p:nvSpPr>
        <p:spPr>
          <a:xfrm>
            <a:off x="320040" y="40690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Reset &amp; Affirm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6634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8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8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RESET &amp; AFFIRM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6E8B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· 01 / VISION BOARD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4389120" cy="528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600" i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season</a:t>
            </a:r>
            <a:endParaRPr lang="en-US" sz="2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2600" i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I'd like to live.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20040" y="2194560"/>
            <a:ext cx="1920240" cy="1463040"/>
          </a:xfrm>
          <a:prstGeom prst="rect">
            <a:avLst/>
          </a:prstGeom>
          <a:solidFill>
            <a:srgbClr val="D6E0CE"/>
          </a:solidFill>
          <a:ln w="635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Shape 8"/>
          <p:cNvSpPr/>
          <p:nvPr/>
        </p:nvSpPr>
        <p:spPr>
          <a:xfrm>
            <a:off x="320040" y="2194560"/>
            <a:ext cx="1920240" cy="1463040"/>
          </a:xfrm>
          <a:prstGeom prst="line">
            <a:avLst/>
          </a:prstGeom>
          <a:noFill/>
          <a:ln w="508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20040" y="3657600"/>
            <a:ext cx="1920240" cy="0"/>
          </a:xfrm>
          <a:prstGeom prst="line">
            <a:avLst/>
          </a:prstGeom>
          <a:noFill/>
          <a:ln w="508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320040" y="281635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PHOTO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377440" y="2194560"/>
            <a:ext cx="2286000" cy="1097280"/>
          </a:xfrm>
          <a:prstGeom prst="rect">
            <a:avLst/>
          </a:prstGeom>
          <a:solidFill>
            <a:srgbClr val="D6E0CE"/>
          </a:solidFill>
          <a:ln w="635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Shape 12"/>
          <p:cNvSpPr/>
          <p:nvPr/>
        </p:nvSpPr>
        <p:spPr>
          <a:xfrm>
            <a:off x="2377440" y="2194560"/>
            <a:ext cx="2286000" cy="1097280"/>
          </a:xfrm>
          <a:prstGeom prst="line">
            <a:avLst/>
          </a:prstGeom>
          <a:noFill/>
          <a:ln w="508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Shape 13"/>
          <p:cNvSpPr/>
          <p:nvPr/>
        </p:nvSpPr>
        <p:spPr>
          <a:xfrm>
            <a:off x="2377440" y="3291840"/>
            <a:ext cx="2286000" cy="0"/>
          </a:xfrm>
          <a:prstGeom prst="line">
            <a:avLst/>
          </a:prstGeom>
          <a:noFill/>
          <a:ln w="508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2377440" y="263347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PHOTO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377440" y="3429000"/>
            <a:ext cx="1097280" cy="1371600"/>
          </a:xfrm>
          <a:prstGeom prst="rect">
            <a:avLst/>
          </a:prstGeom>
          <a:solidFill>
            <a:srgbClr val="D6E0CE"/>
          </a:solidFill>
          <a:ln w="635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Shape 16"/>
          <p:cNvSpPr/>
          <p:nvPr/>
        </p:nvSpPr>
        <p:spPr>
          <a:xfrm>
            <a:off x="2377440" y="3429000"/>
            <a:ext cx="1097280" cy="1371600"/>
          </a:xfrm>
          <a:prstGeom prst="line">
            <a:avLst/>
          </a:prstGeom>
          <a:noFill/>
          <a:ln w="508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Shape 17"/>
          <p:cNvSpPr/>
          <p:nvPr/>
        </p:nvSpPr>
        <p:spPr>
          <a:xfrm>
            <a:off x="2377440" y="4800600"/>
            <a:ext cx="1097280" cy="0"/>
          </a:xfrm>
          <a:prstGeom prst="line">
            <a:avLst/>
          </a:prstGeom>
          <a:noFill/>
          <a:ln w="508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Text 18"/>
          <p:cNvSpPr/>
          <p:nvPr/>
        </p:nvSpPr>
        <p:spPr>
          <a:xfrm>
            <a:off x="2377440" y="400507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PHOTO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566160" y="3429000"/>
            <a:ext cx="1097280" cy="1371600"/>
          </a:xfrm>
          <a:prstGeom prst="rect">
            <a:avLst/>
          </a:prstGeom>
          <a:solidFill>
            <a:srgbClr val="D6E0CE"/>
          </a:solidFill>
          <a:ln w="635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3566160" y="3429000"/>
            <a:ext cx="1097280" cy="1371600"/>
          </a:xfrm>
          <a:prstGeom prst="line">
            <a:avLst/>
          </a:prstGeom>
          <a:noFill/>
          <a:ln w="508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Shape 21"/>
          <p:cNvSpPr/>
          <p:nvPr/>
        </p:nvSpPr>
        <p:spPr>
          <a:xfrm>
            <a:off x="3566160" y="4800600"/>
            <a:ext cx="1097280" cy="0"/>
          </a:xfrm>
          <a:prstGeom prst="line">
            <a:avLst/>
          </a:prstGeom>
          <a:noFill/>
          <a:ln w="508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Text 22"/>
          <p:cNvSpPr/>
          <p:nvPr/>
        </p:nvSpPr>
        <p:spPr>
          <a:xfrm>
            <a:off x="3566160" y="400507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PHOTO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20040" y="3840480"/>
            <a:ext cx="1920240" cy="1828800"/>
          </a:xfrm>
          <a:prstGeom prst="rect">
            <a:avLst/>
          </a:prstGeom>
          <a:solidFill>
            <a:srgbClr val="D6E0CE"/>
          </a:solidFill>
          <a:ln w="635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Shape 24"/>
          <p:cNvSpPr/>
          <p:nvPr/>
        </p:nvSpPr>
        <p:spPr>
          <a:xfrm>
            <a:off x="320040" y="3840480"/>
            <a:ext cx="1920240" cy="1828800"/>
          </a:xfrm>
          <a:prstGeom prst="line">
            <a:avLst/>
          </a:prstGeom>
          <a:noFill/>
          <a:ln w="508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Shape 25"/>
          <p:cNvSpPr/>
          <p:nvPr/>
        </p:nvSpPr>
        <p:spPr>
          <a:xfrm>
            <a:off x="320040" y="5669280"/>
            <a:ext cx="1920240" cy="0"/>
          </a:xfrm>
          <a:prstGeom prst="line">
            <a:avLst/>
          </a:prstGeom>
          <a:noFill/>
          <a:ln w="508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Text 26"/>
          <p:cNvSpPr/>
          <p:nvPr/>
        </p:nvSpPr>
        <p:spPr>
          <a:xfrm>
            <a:off x="320040" y="464515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PHOTO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377440" y="4937760"/>
            <a:ext cx="2286000" cy="731520"/>
          </a:xfrm>
          <a:prstGeom prst="rect">
            <a:avLst/>
          </a:prstGeom>
          <a:solidFill>
            <a:srgbClr val="6E8B5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0" name="Text 28"/>
          <p:cNvSpPr/>
          <p:nvPr/>
        </p:nvSpPr>
        <p:spPr>
          <a:xfrm>
            <a:off x="2468880" y="49834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E8E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word for the season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468880" y="5212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8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20040" y="5897880"/>
            <a:ext cx="4389120" cy="0"/>
          </a:xfrm>
          <a:prstGeom prst="line">
            <a:avLst/>
          </a:prstGeom>
          <a:noFill/>
          <a:ln w="635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Text 31"/>
          <p:cNvSpPr/>
          <p:nvPr/>
        </p:nvSpPr>
        <p:spPr>
          <a:xfrm>
            <a:off x="320040" y="598932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6E8B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INTENTIONS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0040" y="6309360"/>
            <a:ext cx="4389120" cy="0"/>
          </a:xfrm>
          <a:prstGeom prst="line">
            <a:avLst/>
          </a:prstGeom>
          <a:noFill/>
          <a:ln w="508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Shape 33"/>
          <p:cNvSpPr/>
          <p:nvPr/>
        </p:nvSpPr>
        <p:spPr>
          <a:xfrm>
            <a:off x="320040" y="6583680"/>
            <a:ext cx="4389120" cy="0"/>
          </a:xfrm>
          <a:prstGeom prst="line">
            <a:avLst/>
          </a:prstGeom>
          <a:noFill/>
          <a:ln w="508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" name="Shape 34"/>
          <p:cNvSpPr/>
          <p:nvPr/>
        </p:nvSpPr>
        <p:spPr>
          <a:xfrm>
            <a:off x="320040" y="6858000"/>
            <a:ext cx="4389120" cy="0"/>
          </a:xfrm>
          <a:prstGeom prst="line">
            <a:avLst/>
          </a:prstGeom>
          <a:noFill/>
          <a:ln w="508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Shape 35"/>
          <p:cNvSpPr/>
          <p:nvPr/>
        </p:nvSpPr>
        <p:spPr>
          <a:xfrm>
            <a:off x="320040" y="7132320"/>
            <a:ext cx="4389120" cy="0"/>
          </a:xfrm>
          <a:prstGeom prst="line">
            <a:avLst/>
          </a:prstGeom>
          <a:noFill/>
          <a:ln w="508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8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RESET &amp; AFFIRM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6E8B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· 02 / LETTER TO SELF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4389120" cy="1463040"/>
          </a:xfrm>
          <a:prstGeom prst="rect">
            <a:avLst/>
          </a:prstGeom>
          <a:solidFill>
            <a:srgbClr val="D6E0CE"/>
          </a:solidFill>
          <a:ln w="10160">
            <a:solidFill>
              <a:srgbClr val="1F2A2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Shape 7"/>
          <p:cNvSpPr/>
          <p:nvPr/>
        </p:nvSpPr>
        <p:spPr>
          <a:xfrm>
            <a:off x="320040" y="1005840"/>
            <a:ext cx="2194560" cy="731520"/>
          </a:xfrm>
          <a:prstGeom prst="line">
            <a:avLst/>
          </a:prstGeom>
          <a:noFill/>
          <a:ln w="7620">
            <a:solidFill>
              <a:srgbClr val="1F2A2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0" cy="731520"/>
          </a:xfrm>
          <a:prstGeom prst="line">
            <a:avLst/>
          </a:prstGeom>
          <a:noFill/>
          <a:ln w="7620">
            <a:solidFill>
              <a:srgbClr val="1F2A2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4069080" y="1143000"/>
            <a:ext cx="502920" cy="502920"/>
          </a:xfrm>
          <a:prstGeom prst="rect">
            <a:avLst/>
          </a:prstGeom>
          <a:solidFill>
            <a:srgbClr val="6E8B5A"/>
          </a:solidFill>
          <a:ln w="6350">
            <a:solidFill>
              <a:srgbClr val="1F2A2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594360" y="17830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ME,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YEAR FROM NOW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27432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8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Dear future me,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" y="3200400"/>
            <a:ext cx="438912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Shape 13"/>
          <p:cNvSpPr/>
          <p:nvPr/>
        </p:nvSpPr>
        <p:spPr>
          <a:xfrm>
            <a:off x="320040" y="3493008"/>
            <a:ext cx="438912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Shape 14"/>
          <p:cNvSpPr/>
          <p:nvPr/>
        </p:nvSpPr>
        <p:spPr>
          <a:xfrm>
            <a:off x="320040" y="3785616"/>
            <a:ext cx="438912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Shape 15"/>
          <p:cNvSpPr/>
          <p:nvPr/>
        </p:nvSpPr>
        <p:spPr>
          <a:xfrm>
            <a:off x="320040" y="4078224"/>
            <a:ext cx="438912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Shape 16"/>
          <p:cNvSpPr/>
          <p:nvPr/>
        </p:nvSpPr>
        <p:spPr>
          <a:xfrm>
            <a:off x="320040" y="4370832"/>
            <a:ext cx="438912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Shape 17"/>
          <p:cNvSpPr/>
          <p:nvPr/>
        </p:nvSpPr>
        <p:spPr>
          <a:xfrm>
            <a:off x="320040" y="4663440"/>
            <a:ext cx="438912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8"/>
          <p:cNvSpPr/>
          <p:nvPr/>
        </p:nvSpPr>
        <p:spPr>
          <a:xfrm>
            <a:off x="320040" y="4956048"/>
            <a:ext cx="438912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320040" y="5248656"/>
            <a:ext cx="438912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320040" y="5541264"/>
            <a:ext cx="438912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Shape 21"/>
          <p:cNvSpPr/>
          <p:nvPr/>
        </p:nvSpPr>
        <p:spPr>
          <a:xfrm>
            <a:off x="320040" y="5833872"/>
            <a:ext cx="438912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Shape 22"/>
          <p:cNvSpPr/>
          <p:nvPr/>
        </p:nvSpPr>
        <p:spPr>
          <a:xfrm>
            <a:off x="320040" y="6126480"/>
            <a:ext cx="438912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Shape 23"/>
          <p:cNvSpPr/>
          <p:nvPr/>
        </p:nvSpPr>
        <p:spPr>
          <a:xfrm>
            <a:off x="320040" y="6419088"/>
            <a:ext cx="4389120" cy="0"/>
          </a:xfrm>
          <a:prstGeom prst="line">
            <a:avLst/>
          </a:prstGeom>
          <a:noFill/>
          <a:ln w="4445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Text 24"/>
          <p:cNvSpPr/>
          <p:nvPr/>
        </p:nvSpPr>
        <p:spPr>
          <a:xfrm>
            <a:off x="2514600" y="6858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love,  ______________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8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RESET &amp; AFFIRM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5E6E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6E8B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· 03 / RESET IN EIGHT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4389120" cy="528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600" i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breaths.</a:t>
            </a:r>
            <a:endParaRPr lang="en-US" sz="2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2600" i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reset.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234440" y="2286000"/>
            <a:ext cx="2560320" cy="2560320"/>
          </a:xfrm>
          <a:prstGeom prst="ellipse">
            <a:avLst/>
          </a:prstGeom>
          <a:ln w="762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Shape 8"/>
          <p:cNvSpPr/>
          <p:nvPr/>
        </p:nvSpPr>
        <p:spPr>
          <a:xfrm>
            <a:off x="1600200" y="2651760"/>
            <a:ext cx="1828800" cy="1828800"/>
          </a:xfrm>
          <a:prstGeom prst="ellipse">
            <a:avLst/>
          </a:prstGeom>
          <a:ln w="762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2057400" y="3108960"/>
            <a:ext cx="914400" cy="914400"/>
          </a:xfrm>
          <a:prstGeom prst="ellipse">
            <a:avLst/>
          </a:prstGeom>
          <a:solidFill>
            <a:srgbClr val="6E8B5A"/>
          </a:solidFill>
          <a:ln w="12700">
            <a:solidFill>
              <a:srgbClr val="6E8B5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2057400" y="33832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8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breathe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5120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E8B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17320" y="5120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counts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54864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E8B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HOLD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17320" y="5486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counts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5852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E8B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17320" y="5852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counts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6217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E8B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HOLD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417320" y="6217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counts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6766560"/>
            <a:ext cx="4389120" cy="0"/>
          </a:xfrm>
          <a:prstGeom prst="line">
            <a:avLst/>
          </a:prstGeom>
          <a:noFill/>
          <a:ln w="6350">
            <a:solidFill>
              <a:srgbClr val="C2D0B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/>
          <p:nvPr/>
        </p:nvSpPr>
        <p:spPr>
          <a:xfrm>
            <a:off x="320040" y="69037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F2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8 rounds, write one true word:  _______________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EE7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606040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i="1" dirty="0">
                <a:solidFill>
                  <a:srgbClr val="193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1965960" y="3977640"/>
            <a:ext cx="1097280" cy="0"/>
          </a:xfrm>
          <a:prstGeom prst="line">
            <a:avLst/>
          </a:prstGeom>
          <a:noFill/>
          <a:ln w="10160">
            <a:solidFill>
              <a:srgbClr val="0F1B33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" name="Text 2"/>
          <p:cNvSpPr/>
          <p:nvPr/>
        </p:nvSpPr>
        <p:spPr>
          <a:xfrm>
            <a:off x="320040" y="40690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0F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Goals &amp; Habits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6634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800" dirty="0">
                <a:solidFill>
                  <a:srgbClr val="4C5A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EE7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F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4C5A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GOALS &amp; HABITS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C5A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4C5A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1934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· 01 / OUTLOOK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B58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YEAR AHEAD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143000"/>
            <a:ext cx="4389120" cy="772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800" i="1" dirty="0">
                <a:solidFill>
                  <a:srgbClr val="0F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Twenty</a:t>
            </a:r>
            <a:endParaRPr lang="en-US" sz="38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3800" i="1" dirty="0">
                <a:solidFill>
                  <a:srgbClr val="0F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Twenty-Six.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320040" y="2606040"/>
            <a:ext cx="4389120" cy="731520"/>
          </a:xfrm>
          <a:prstGeom prst="rect">
            <a:avLst/>
          </a:prstGeom>
          <a:solidFill>
            <a:srgbClr val="19345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502920" y="269748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B58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WORD FOR THE YEAR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02920" y="28803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EE7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___________________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0040" y="365760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1934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WORK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" y="4160520"/>
            <a:ext cx="2103120" cy="0"/>
          </a:xfrm>
          <a:prstGeom prst="line">
            <a:avLst/>
          </a:prstGeom>
          <a:noFill/>
          <a:ln w="508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Shape 13"/>
          <p:cNvSpPr/>
          <p:nvPr/>
        </p:nvSpPr>
        <p:spPr>
          <a:xfrm>
            <a:off x="320040" y="4434840"/>
            <a:ext cx="2103120" cy="0"/>
          </a:xfrm>
          <a:prstGeom prst="line">
            <a:avLst/>
          </a:prstGeom>
          <a:noFill/>
          <a:ln w="508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2606040" y="365760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1934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HEALTH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606040" y="4160520"/>
            <a:ext cx="2103120" cy="0"/>
          </a:xfrm>
          <a:prstGeom prst="line">
            <a:avLst/>
          </a:prstGeom>
          <a:noFill/>
          <a:ln w="508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Shape 16"/>
          <p:cNvSpPr/>
          <p:nvPr/>
        </p:nvSpPr>
        <p:spPr>
          <a:xfrm>
            <a:off x="2606040" y="4434840"/>
            <a:ext cx="2103120" cy="0"/>
          </a:xfrm>
          <a:prstGeom prst="line">
            <a:avLst/>
          </a:prstGeom>
          <a:noFill/>
          <a:ln w="508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320040" y="47091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1934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CRAFT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5212080"/>
            <a:ext cx="2103120" cy="0"/>
          </a:xfrm>
          <a:prstGeom prst="line">
            <a:avLst/>
          </a:prstGeom>
          <a:noFill/>
          <a:ln w="508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320040" y="5486400"/>
            <a:ext cx="2103120" cy="0"/>
          </a:xfrm>
          <a:prstGeom prst="line">
            <a:avLst/>
          </a:prstGeom>
          <a:noFill/>
          <a:ln w="508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/>
          <p:nvPr/>
        </p:nvSpPr>
        <p:spPr>
          <a:xfrm>
            <a:off x="2606040" y="47091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1934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LOVE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606040" y="5212080"/>
            <a:ext cx="2103120" cy="0"/>
          </a:xfrm>
          <a:prstGeom prst="line">
            <a:avLst/>
          </a:prstGeom>
          <a:noFill/>
          <a:ln w="508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Shape 22"/>
          <p:cNvSpPr/>
          <p:nvPr/>
        </p:nvSpPr>
        <p:spPr>
          <a:xfrm>
            <a:off x="2606040" y="5486400"/>
            <a:ext cx="2103120" cy="0"/>
          </a:xfrm>
          <a:prstGeom prst="line">
            <a:avLst/>
          </a:prstGeom>
          <a:noFill/>
          <a:ln w="508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Text 23"/>
          <p:cNvSpPr/>
          <p:nvPr/>
        </p:nvSpPr>
        <p:spPr>
          <a:xfrm>
            <a:off x="320040" y="576072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1934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MONEY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0040" y="6263640"/>
            <a:ext cx="2103120" cy="0"/>
          </a:xfrm>
          <a:prstGeom prst="line">
            <a:avLst/>
          </a:prstGeom>
          <a:noFill/>
          <a:ln w="508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Shape 25"/>
          <p:cNvSpPr/>
          <p:nvPr/>
        </p:nvSpPr>
        <p:spPr>
          <a:xfrm>
            <a:off x="320040" y="6537960"/>
            <a:ext cx="2103120" cy="0"/>
          </a:xfrm>
          <a:prstGeom prst="line">
            <a:avLst/>
          </a:prstGeom>
          <a:noFill/>
          <a:ln w="508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Text 26"/>
          <p:cNvSpPr/>
          <p:nvPr/>
        </p:nvSpPr>
        <p:spPr>
          <a:xfrm>
            <a:off x="2606040" y="576072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1934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606040" y="6263640"/>
            <a:ext cx="2103120" cy="0"/>
          </a:xfrm>
          <a:prstGeom prst="line">
            <a:avLst/>
          </a:prstGeom>
          <a:noFill/>
          <a:ln w="508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Shape 28"/>
          <p:cNvSpPr/>
          <p:nvPr/>
        </p:nvSpPr>
        <p:spPr>
          <a:xfrm>
            <a:off x="2606040" y="6537960"/>
            <a:ext cx="2103120" cy="0"/>
          </a:xfrm>
          <a:prstGeom prst="line">
            <a:avLst/>
          </a:prstGeom>
          <a:noFill/>
          <a:ln w="508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EE7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F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4C5A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GOALS &amp; HABITS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C5A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4C5A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1934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· 02 / HABITS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4389120" cy="528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600" i="1" dirty="0">
                <a:solidFill>
                  <a:srgbClr val="0F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Quietly,</a:t>
            </a:r>
            <a:endParaRPr lang="en-US" sz="2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2600" i="1" dirty="0">
                <a:solidFill>
                  <a:srgbClr val="0F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day.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0040" y="20574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B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  __________________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00200" y="2468880"/>
            <a:ext cx="10028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4C5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500" dirty="0"/>
          </a:p>
        </p:txBody>
      </p:sp>
      <p:sp>
        <p:nvSpPr>
          <p:cNvPr id="11" name="Text 9"/>
          <p:cNvSpPr/>
          <p:nvPr/>
        </p:nvSpPr>
        <p:spPr>
          <a:xfrm>
            <a:off x="1700489" y="2468880"/>
            <a:ext cx="10028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4C5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500" dirty="0"/>
          </a:p>
        </p:txBody>
      </p:sp>
      <p:sp>
        <p:nvSpPr>
          <p:cNvPr id="12" name="Text 10"/>
          <p:cNvSpPr/>
          <p:nvPr/>
        </p:nvSpPr>
        <p:spPr>
          <a:xfrm>
            <a:off x="1800778" y="2468880"/>
            <a:ext cx="10028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4C5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500" dirty="0"/>
          </a:p>
        </p:txBody>
      </p:sp>
      <p:sp>
        <p:nvSpPr>
          <p:cNvPr id="13" name="Text 11"/>
          <p:cNvSpPr/>
          <p:nvPr/>
        </p:nvSpPr>
        <p:spPr>
          <a:xfrm>
            <a:off x="1901067" y="2468880"/>
            <a:ext cx="10028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4C5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500" dirty="0"/>
          </a:p>
        </p:txBody>
      </p:sp>
      <p:sp>
        <p:nvSpPr>
          <p:cNvPr id="14" name="Text 12"/>
          <p:cNvSpPr/>
          <p:nvPr/>
        </p:nvSpPr>
        <p:spPr>
          <a:xfrm>
            <a:off x="2001356" y="2468880"/>
            <a:ext cx="10028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4C5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500" dirty="0"/>
          </a:p>
        </p:txBody>
      </p:sp>
      <p:sp>
        <p:nvSpPr>
          <p:cNvPr id="15" name="Text 13"/>
          <p:cNvSpPr/>
          <p:nvPr/>
        </p:nvSpPr>
        <p:spPr>
          <a:xfrm>
            <a:off x="2101645" y="2468880"/>
            <a:ext cx="10028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4C5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500" dirty="0"/>
          </a:p>
        </p:txBody>
      </p:sp>
      <p:sp>
        <p:nvSpPr>
          <p:cNvPr id="16" name="Text 14"/>
          <p:cNvSpPr/>
          <p:nvPr/>
        </p:nvSpPr>
        <p:spPr>
          <a:xfrm>
            <a:off x="2201934" y="2468880"/>
            <a:ext cx="10028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4C5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500" dirty="0"/>
          </a:p>
        </p:txBody>
      </p:sp>
      <p:sp>
        <p:nvSpPr>
          <p:cNvPr id="17" name="Text 15"/>
          <p:cNvSpPr/>
          <p:nvPr/>
        </p:nvSpPr>
        <p:spPr>
          <a:xfrm>
            <a:off x="2302223" y="2468880"/>
            <a:ext cx="10028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4C5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500" dirty="0"/>
          </a:p>
        </p:txBody>
      </p:sp>
      <p:sp>
        <p:nvSpPr>
          <p:cNvPr id="18" name="Text 16"/>
          <p:cNvSpPr/>
          <p:nvPr/>
        </p:nvSpPr>
        <p:spPr>
          <a:xfrm>
            <a:off x="2402512" y="2468880"/>
            <a:ext cx="10028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4C5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500" dirty="0"/>
          </a:p>
        </p:txBody>
      </p:sp>
      <p:sp>
        <p:nvSpPr>
          <p:cNvPr id="19" name="Text 17"/>
          <p:cNvSpPr/>
          <p:nvPr/>
        </p:nvSpPr>
        <p:spPr>
          <a:xfrm>
            <a:off x="2502801" y="2468880"/>
            <a:ext cx="10028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4C5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500" dirty="0"/>
          </a:p>
        </p:txBody>
      </p:sp>
      <p:sp>
        <p:nvSpPr>
          <p:cNvPr id="20" name="Text 18"/>
          <p:cNvSpPr/>
          <p:nvPr/>
        </p:nvSpPr>
        <p:spPr>
          <a:xfrm>
            <a:off x="2603090" y="2468880"/>
            <a:ext cx="10028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4C5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500" dirty="0"/>
          </a:p>
        </p:txBody>
      </p:sp>
      <p:sp>
        <p:nvSpPr>
          <p:cNvPr id="21" name="Text 19"/>
          <p:cNvSpPr/>
          <p:nvPr/>
        </p:nvSpPr>
        <p:spPr>
          <a:xfrm>
            <a:off x="2703379" y="2468880"/>
            <a:ext cx="10028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4C5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500" dirty="0"/>
          </a:p>
        </p:txBody>
      </p:sp>
      <p:sp>
        <p:nvSpPr>
          <p:cNvPr id="22" name="Text 20"/>
          <p:cNvSpPr/>
          <p:nvPr/>
        </p:nvSpPr>
        <p:spPr>
          <a:xfrm>
            <a:off x="2803668" y="2468880"/>
            <a:ext cx="10028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4C5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500" dirty="0"/>
          </a:p>
        </p:txBody>
      </p:sp>
      <p:sp>
        <p:nvSpPr>
          <p:cNvPr id="23" name="Text 21"/>
          <p:cNvSpPr/>
          <p:nvPr/>
        </p:nvSpPr>
        <p:spPr>
          <a:xfrm>
            <a:off x="2903957" y="2468880"/>
            <a:ext cx="10028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4C5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500" dirty="0"/>
          </a:p>
        </p:txBody>
      </p:sp>
      <p:sp>
        <p:nvSpPr>
          <p:cNvPr id="24" name="Text 22"/>
          <p:cNvSpPr/>
          <p:nvPr/>
        </p:nvSpPr>
        <p:spPr>
          <a:xfrm>
            <a:off x="3004246" y="2468880"/>
            <a:ext cx="10028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4C5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500" dirty="0"/>
          </a:p>
        </p:txBody>
      </p:sp>
      <p:sp>
        <p:nvSpPr>
          <p:cNvPr id="25" name="Text 23"/>
          <p:cNvSpPr/>
          <p:nvPr/>
        </p:nvSpPr>
        <p:spPr>
          <a:xfrm>
            <a:off x="3104535" y="2468880"/>
            <a:ext cx="10028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4C5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500" dirty="0"/>
          </a:p>
        </p:txBody>
      </p:sp>
      <p:sp>
        <p:nvSpPr>
          <p:cNvPr id="26" name="Text 24"/>
          <p:cNvSpPr/>
          <p:nvPr/>
        </p:nvSpPr>
        <p:spPr>
          <a:xfrm>
            <a:off x="3204825" y="2468880"/>
            <a:ext cx="10028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4C5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500" dirty="0"/>
          </a:p>
        </p:txBody>
      </p:sp>
      <p:sp>
        <p:nvSpPr>
          <p:cNvPr id="27" name="Text 25"/>
          <p:cNvSpPr/>
          <p:nvPr/>
        </p:nvSpPr>
        <p:spPr>
          <a:xfrm>
            <a:off x="3305114" y="2468880"/>
            <a:ext cx="10028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4C5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500" dirty="0"/>
          </a:p>
        </p:txBody>
      </p:sp>
      <p:sp>
        <p:nvSpPr>
          <p:cNvPr id="28" name="Text 26"/>
          <p:cNvSpPr/>
          <p:nvPr/>
        </p:nvSpPr>
        <p:spPr>
          <a:xfrm>
            <a:off x="3405403" y="2468880"/>
            <a:ext cx="10028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4C5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500" dirty="0"/>
          </a:p>
        </p:txBody>
      </p:sp>
      <p:sp>
        <p:nvSpPr>
          <p:cNvPr id="29" name="Text 27"/>
          <p:cNvSpPr/>
          <p:nvPr/>
        </p:nvSpPr>
        <p:spPr>
          <a:xfrm>
            <a:off x="3505692" y="2468880"/>
            <a:ext cx="10028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4C5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3605981" y="2468880"/>
            <a:ext cx="10028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4C5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500" dirty="0"/>
          </a:p>
        </p:txBody>
      </p:sp>
      <p:sp>
        <p:nvSpPr>
          <p:cNvPr id="31" name="Text 29"/>
          <p:cNvSpPr/>
          <p:nvPr/>
        </p:nvSpPr>
        <p:spPr>
          <a:xfrm>
            <a:off x="3706270" y="2468880"/>
            <a:ext cx="10028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4C5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500" dirty="0"/>
          </a:p>
        </p:txBody>
      </p:sp>
      <p:sp>
        <p:nvSpPr>
          <p:cNvPr id="32" name="Text 30"/>
          <p:cNvSpPr/>
          <p:nvPr/>
        </p:nvSpPr>
        <p:spPr>
          <a:xfrm>
            <a:off x="3806559" y="2468880"/>
            <a:ext cx="10028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4C5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500" dirty="0"/>
          </a:p>
        </p:txBody>
      </p:sp>
      <p:sp>
        <p:nvSpPr>
          <p:cNvPr id="33" name="Text 31"/>
          <p:cNvSpPr/>
          <p:nvPr/>
        </p:nvSpPr>
        <p:spPr>
          <a:xfrm>
            <a:off x="3906848" y="2468880"/>
            <a:ext cx="10028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4C5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500" dirty="0"/>
          </a:p>
        </p:txBody>
      </p:sp>
      <p:sp>
        <p:nvSpPr>
          <p:cNvPr id="34" name="Text 32"/>
          <p:cNvSpPr/>
          <p:nvPr/>
        </p:nvSpPr>
        <p:spPr>
          <a:xfrm>
            <a:off x="4007137" y="2468880"/>
            <a:ext cx="10028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4C5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500" dirty="0"/>
          </a:p>
        </p:txBody>
      </p:sp>
      <p:sp>
        <p:nvSpPr>
          <p:cNvPr id="35" name="Text 33"/>
          <p:cNvSpPr/>
          <p:nvPr/>
        </p:nvSpPr>
        <p:spPr>
          <a:xfrm>
            <a:off x="4107426" y="2468880"/>
            <a:ext cx="10028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4C5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500" dirty="0"/>
          </a:p>
        </p:txBody>
      </p:sp>
      <p:sp>
        <p:nvSpPr>
          <p:cNvPr id="36" name="Text 34"/>
          <p:cNvSpPr/>
          <p:nvPr/>
        </p:nvSpPr>
        <p:spPr>
          <a:xfrm>
            <a:off x="4207715" y="2468880"/>
            <a:ext cx="10028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4C5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500" dirty="0"/>
          </a:p>
        </p:txBody>
      </p:sp>
      <p:sp>
        <p:nvSpPr>
          <p:cNvPr id="37" name="Text 35"/>
          <p:cNvSpPr/>
          <p:nvPr/>
        </p:nvSpPr>
        <p:spPr>
          <a:xfrm>
            <a:off x="4308004" y="2468880"/>
            <a:ext cx="10028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4C5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endParaRPr lang="en-US" sz="500" dirty="0"/>
          </a:p>
        </p:txBody>
      </p:sp>
      <p:sp>
        <p:nvSpPr>
          <p:cNvPr id="38" name="Text 36"/>
          <p:cNvSpPr/>
          <p:nvPr/>
        </p:nvSpPr>
        <p:spPr>
          <a:xfrm>
            <a:off x="4408293" y="2468880"/>
            <a:ext cx="10028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4C5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lang="en-US" sz="500" dirty="0"/>
          </a:p>
        </p:txBody>
      </p:sp>
      <p:sp>
        <p:nvSpPr>
          <p:cNvPr id="39" name="Text 37"/>
          <p:cNvSpPr/>
          <p:nvPr/>
        </p:nvSpPr>
        <p:spPr>
          <a:xfrm>
            <a:off x="4508582" y="2468880"/>
            <a:ext cx="10028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4C5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500" dirty="0"/>
          </a:p>
        </p:txBody>
      </p:sp>
      <p:sp>
        <p:nvSpPr>
          <p:cNvPr id="40" name="Text 38"/>
          <p:cNvSpPr/>
          <p:nvPr/>
        </p:nvSpPr>
        <p:spPr>
          <a:xfrm>
            <a:off x="4608871" y="2468880"/>
            <a:ext cx="10028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4C5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500" dirty="0"/>
          </a:p>
        </p:txBody>
      </p:sp>
      <p:sp>
        <p:nvSpPr>
          <p:cNvPr id="41" name="Text 39"/>
          <p:cNvSpPr/>
          <p:nvPr/>
        </p:nvSpPr>
        <p:spPr>
          <a:xfrm>
            <a:off x="320040" y="2697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F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water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604772" y="27432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3" name="Shape 41"/>
          <p:cNvSpPr/>
          <p:nvPr/>
        </p:nvSpPr>
        <p:spPr>
          <a:xfrm>
            <a:off x="1705061" y="27432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4" name="Shape 42"/>
          <p:cNvSpPr/>
          <p:nvPr/>
        </p:nvSpPr>
        <p:spPr>
          <a:xfrm>
            <a:off x="1805350" y="27432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5" name="Shape 43"/>
          <p:cNvSpPr/>
          <p:nvPr/>
        </p:nvSpPr>
        <p:spPr>
          <a:xfrm>
            <a:off x="1905639" y="27432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6" name="Shape 44"/>
          <p:cNvSpPr/>
          <p:nvPr/>
        </p:nvSpPr>
        <p:spPr>
          <a:xfrm>
            <a:off x="2005928" y="27432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7" name="Shape 45"/>
          <p:cNvSpPr/>
          <p:nvPr/>
        </p:nvSpPr>
        <p:spPr>
          <a:xfrm>
            <a:off x="2106217" y="27432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8" name="Shape 46"/>
          <p:cNvSpPr/>
          <p:nvPr/>
        </p:nvSpPr>
        <p:spPr>
          <a:xfrm>
            <a:off x="2206506" y="27432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9" name="Shape 47"/>
          <p:cNvSpPr/>
          <p:nvPr/>
        </p:nvSpPr>
        <p:spPr>
          <a:xfrm>
            <a:off x="2306795" y="27432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0" name="Shape 48"/>
          <p:cNvSpPr/>
          <p:nvPr/>
        </p:nvSpPr>
        <p:spPr>
          <a:xfrm>
            <a:off x="2407084" y="27432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1" name="Shape 49"/>
          <p:cNvSpPr/>
          <p:nvPr/>
        </p:nvSpPr>
        <p:spPr>
          <a:xfrm>
            <a:off x="2507373" y="27432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2" name="Shape 50"/>
          <p:cNvSpPr/>
          <p:nvPr/>
        </p:nvSpPr>
        <p:spPr>
          <a:xfrm>
            <a:off x="2607662" y="27432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3" name="Shape 51"/>
          <p:cNvSpPr/>
          <p:nvPr/>
        </p:nvSpPr>
        <p:spPr>
          <a:xfrm>
            <a:off x="2707951" y="27432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4" name="Shape 52"/>
          <p:cNvSpPr/>
          <p:nvPr/>
        </p:nvSpPr>
        <p:spPr>
          <a:xfrm>
            <a:off x="2808240" y="27432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5" name="Shape 53"/>
          <p:cNvSpPr/>
          <p:nvPr/>
        </p:nvSpPr>
        <p:spPr>
          <a:xfrm>
            <a:off x="2908529" y="27432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6" name="Shape 54"/>
          <p:cNvSpPr/>
          <p:nvPr/>
        </p:nvSpPr>
        <p:spPr>
          <a:xfrm>
            <a:off x="3008818" y="27432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7" name="Shape 55"/>
          <p:cNvSpPr/>
          <p:nvPr/>
        </p:nvSpPr>
        <p:spPr>
          <a:xfrm>
            <a:off x="3109107" y="27432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8" name="Shape 56"/>
          <p:cNvSpPr/>
          <p:nvPr/>
        </p:nvSpPr>
        <p:spPr>
          <a:xfrm>
            <a:off x="3209397" y="27432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9" name="Shape 57"/>
          <p:cNvSpPr/>
          <p:nvPr/>
        </p:nvSpPr>
        <p:spPr>
          <a:xfrm>
            <a:off x="3309686" y="27432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0" name="Shape 58"/>
          <p:cNvSpPr/>
          <p:nvPr/>
        </p:nvSpPr>
        <p:spPr>
          <a:xfrm>
            <a:off x="3409975" y="27432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1" name="Shape 59"/>
          <p:cNvSpPr/>
          <p:nvPr/>
        </p:nvSpPr>
        <p:spPr>
          <a:xfrm>
            <a:off x="3510264" y="27432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2" name="Shape 60"/>
          <p:cNvSpPr/>
          <p:nvPr/>
        </p:nvSpPr>
        <p:spPr>
          <a:xfrm>
            <a:off x="3610553" y="27432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3" name="Shape 61"/>
          <p:cNvSpPr/>
          <p:nvPr/>
        </p:nvSpPr>
        <p:spPr>
          <a:xfrm>
            <a:off x="3710842" y="27432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4" name="Shape 62"/>
          <p:cNvSpPr/>
          <p:nvPr/>
        </p:nvSpPr>
        <p:spPr>
          <a:xfrm>
            <a:off x="3811131" y="27432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5" name="Shape 63"/>
          <p:cNvSpPr/>
          <p:nvPr/>
        </p:nvSpPr>
        <p:spPr>
          <a:xfrm>
            <a:off x="3911420" y="27432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6" name="Shape 64"/>
          <p:cNvSpPr/>
          <p:nvPr/>
        </p:nvSpPr>
        <p:spPr>
          <a:xfrm>
            <a:off x="4011709" y="27432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7" name="Shape 65"/>
          <p:cNvSpPr/>
          <p:nvPr/>
        </p:nvSpPr>
        <p:spPr>
          <a:xfrm>
            <a:off x="4111998" y="27432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8" name="Shape 66"/>
          <p:cNvSpPr/>
          <p:nvPr/>
        </p:nvSpPr>
        <p:spPr>
          <a:xfrm>
            <a:off x="4212287" y="27432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9" name="Shape 67"/>
          <p:cNvSpPr/>
          <p:nvPr/>
        </p:nvSpPr>
        <p:spPr>
          <a:xfrm>
            <a:off x="4312576" y="27432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0" name="Shape 68"/>
          <p:cNvSpPr/>
          <p:nvPr/>
        </p:nvSpPr>
        <p:spPr>
          <a:xfrm>
            <a:off x="4412865" y="27432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1" name="Shape 69"/>
          <p:cNvSpPr/>
          <p:nvPr/>
        </p:nvSpPr>
        <p:spPr>
          <a:xfrm>
            <a:off x="4513154" y="27432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2" name="Shape 70"/>
          <p:cNvSpPr/>
          <p:nvPr/>
        </p:nvSpPr>
        <p:spPr>
          <a:xfrm>
            <a:off x="4613443" y="27432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3" name="Text 71"/>
          <p:cNvSpPr/>
          <p:nvPr/>
        </p:nvSpPr>
        <p:spPr>
          <a:xfrm>
            <a:off x="320040" y="3108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F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walk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1604772" y="31546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5" name="Shape 73"/>
          <p:cNvSpPr/>
          <p:nvPr/>
        </p:nvSpPr>
        <p:spPr>
          <a:xfrm>
            <a:off x="1705061" y="31546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6" name="Shape 74"/>
          <p:cNvSpPr/>
          <p:nvPr/>
        </p:nvSpPr>
        <p:spPr>
          <a:xfrm>
            <a:off x="1805350" y="31546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7" name="Shape 75"/>
          <p:cNvSpPr/>
          <p:nvPr/>
        </p:nvSpPr>
        <p:spPr>
          <a:xfrm>
            <a:off x="1905639" y="31546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8" name="Shape 76"/>
          <p:cNvSpPr/>
          <p:nvPr/>
        </p:nvSpPr>
        <p:spPr>
          <a:xfrm>
            <a:off x="2005928" y="31546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9" name="Shape 77"/>
          <p:cNvSpPr/>
          <p:nvPr/>
        </p:nvSpPr>
        <p:spPr>
          <a:xfrm>
            <a:off x="2106217" y="31546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0" name="Shape 78"/>
          <p:cNvSpPr/>
          <p:nvPr/>
        </p:nvSpPr>
        <p:spPr>
          <a:xfrm>
            <a:off x="2206506" y="31546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1" name="Shape 79"/>
          <p:cNvSpPr/>
          <p:nvPr/>
        </p:nvSpPr>
        <p:spPr>
          <a:xfrm>
            <a:off x="2306795" y="31546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2" name="Shape 80"/>
          <p:cNvSpPr/>
          <p:nvPr/>
        </p:nvSpPr>
        <p:spPr>
          <a:xfrm>
            <a:off x="2407084" y="31546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3" name="Shape 81"/>
          <p:cNvSpPr/>
          <p:nvPr/>
        </p:nvSpPr>
        <p:spPr>
          <a:xfrm>
            <a:off x="2507373" y="31546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4" name="Shape 82"/>
          <p:cNvSpPr/>
          <p:nvPr/>
        </p:nvSpPr>
        <p:spPr>
          <a:xfrm>
            <a:off x="2607662" y="31546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5" name="Shape 83"/>
          <p:cNvSpPr/>
          <p:nvPr/>
        </p:nvSpPr>
        <p:spPr>
          <a:xfrm>
            <a:off x="2707951" y="31546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6" name="Shape 84"/>
          <p:cNvSpPr/>
          <p:nvPr/>
        </p:nvSpPr>
        <p:spPr>
          <a:xfrm>
            <a:off x="2808240" y="31546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7" name="Shape 85"/>
          <p:cNvSpPr/>
          <p:nvPr/>
        </p:nvSpPr>
        <p:spPr>
          <a:xfrm>
            <a:off x="2908529" y="31546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8" name="Shape 86"/>
          <p:cNvSpPr/>
          <p:nvPr/>
        </p:nvSpPr>
        <p:spPr>
          <a:xfrm>
            <a:off x="3008818" y="31546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9" name="Shape 87"/>
          <p:cNvSpPr/>
          <p:nvPr/>
        </p:nvSpPr>
        <p:spPr>
          <a:xfrm>
            <a:off x="3109107" y="31546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0" name="Shape 88"/>
          <p:cNvSpPr/>
          <p:nvPr/>
        </p:nvSpPr>
        <p:spPr>
          <a:xfrm>
            <a:off x="3209397" y="31546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1" name="Shape 89"/>
          <p:cNvSpPr/>
          <p:nvPr/>
        </p:nvSpPr>
        <p:spPr>
          <a:xfrm>
            <a:off x="3309686" y="31546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2" name="Shape 90"/>
          <p:cNvSpPr/>
          <p:nvPr/>
        </p:nvSpPr>
        <p:spPr>
          <a:xfrm>
            <a:off x="3409975" y="31546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3" name="Shape 91"/>
          <p:cNvSpPr/>
          <p:nvPr/>
        </p:nvSpPr>
        <p:spPr>
          <a:xfrm>
            <a:off x="3510264" y="31546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4" name="Shape 92"/>
          <p:cNvSpPr/>
          <p:nvPr/>
        </p:nvSpPr>
        <p:spPr>
          <a:xfrm>
            <a:off x="3610553" y="31546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5" name="Shape 93"/>
          <p:cNvSpPr/>
          <p:nvPr/>
        </p:nvSpPr>
        <p:spPr>
          <a:xfrm>
            <a:off x="3710842" y="31546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6" name="Shape 94"/>
          <p:cNvSpPr/>
          <p:nvPr/>
        </p:nvSpPr>
        <p:spPr>
          <a:xfrm>
            <a:off x="3811131" y="31546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7" name="Shape 95"/>
          <p:cNvSpPr/>
          <p:nvPr/>
        </p:nvSpPr>
        <p:spPr>
          <a:xfrm>
            <a:off x="3911420" y="31546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8" name="Shape 96"/>
          <p:cNvSpPr/>
          <p:nvPr/>
        </p:nvSpPr>
        <p:spPr>
          <a:xfrm>
            <a:off x="4011709" y="31546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9" name="Shape 97"/>
          <p:cNvSpPr/>
          <p:nvPr/>
        </p:nvSpPr>
        <p:spPr>
          <a:xfrm>
            <a:off x="4111998" y="31546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0" name="Shape 98"/>
          <p:cNvSpPr/>
          <p:nvPr/>
        </p:nvSpPr>
        <p:spPr>
          <a:xfrm>
            <a:off x="4212287" y="31546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1" name="Shape 99"/>
          <p:cNvSpPr/>
          <p:nvPr/>
        </p:nvSpPr>
        <p:spPr>
          <a:xfrm>
            <a:off x="4312576" y="31546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2" name="Shape 100"/>
          <p:cNvSpPr/>
          <p:nvPr/>
        </p:nvSpPr>
        <p:spPr>
          <a:xfrm>
            <a:off x="4412865" y="31546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3" name="Shape 101"/>
          <p:cNvSpPr/>
          <p:nvPr/>
        </p:nvSpPr>
        <p:spPr>
          <a:xfrm>
            <a:off x="4513154" y="31546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4" name="Shape 102"/>
          <p:cNvSpPr/>
          <p:nvPr/>
        </p:nvSpPr>
        <p:spPr>
          <a:xfrm>
            <a:off x="4613443" y="31546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5" name="Text 103"/>
          <p:cNvSpPr/>
          <p:nvPr/>
        </p:nvSpPr>
        <p:spPr>
          <a:xfrm>
            <a:off x="320040" y="35204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F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1604772" y="35661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7" name="Shape 105"/>
          <p:cNvSpPr/>
          <p:nvPr/>
        </p:nvSpPr>
        <p:spPr>
          <a:xfrm>
            <a:off x="1705061" y="35661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8" name="Shape 106"/>
          <p:cNvSpPr/>
          <p:nvPr/>
        </p:nvSpPr>
        <p:spPr>
          <a:xfrm>
            <a:off x="1805350" y="35661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9" name="Shape 107"/>
          <p:cNvSpPr/>
          <p:nvPr/>
        </p:nvSpPr>
        <p:spPr>
          <a:xfrm>
            <a:off x="1905639" y="35661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0" name="Shape 108"/>
          <p:cNvSpPr/>
          <p:nvPr/>
        </p:nvSpPr>
        <p:spPr>
          <a:xfrm>
            <a:off x="2005928" y="35661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1" name="Shape 109"/>
          <p:cNvSpPr/>
          <p:nvPr/>
        </p:nvSpPr>
        <p:spPr>
          <a:xfrm>
            <a:off x="2106217" y="35661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2" name="Shape 110"/>
          <p:cNvSpPr/>
          <p:nvPr/>
        </p:nvSpPr>
        <p:spPr>
          <a:xfrm>
            <a:off x="2206506" y="35661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3" name="Shape 111"/>
          <p:cNvSpPr/>
          <p:nvPr/>
        </p:nvSpPr>
        <p:spPr>
          <a:xfrm>
            <a:off x="2306795" y="35661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4" name="Shape 112"/>
          <p:cNvSpPr/>
          <p:nvPr/>
        </p:nvSpPr>
        <p:spPr>
          <a:xfrm>
            <a:off x="2407084" y="35661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5" name="Shape 113"/>
          <p:cNvSpPr/>
          <p:nvPr/>
        </p:nvSpPr>
        <p:spPr>
          <a:xfrm>
            <a:off x="2507373" y="35661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6" name="Shape 114"/>
          <p:cNvSpPr/>
          <p:nvPr/>
        </p:nvSpPr>
        <p:spPr>
          <a:xfrm>
            <a:off x="2607662" y="35661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7" name="Shape 115"/>
          <p:cNvSpPr/>
          <p:nvPr/>
        </p:nvSpPr>
        <p:spPr>
          <a:xfrm>
            <a:off x="2707951" y="35661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8" name="Shape 116"/>
          <p:cNvSpPr/>
          <p:nvPr/>
        </p:nvSpPr>
        <p:spPr>
          <a:xfrm>
            <a:off x="2808240" y="35661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9" name="Shape 117"/>
          <p:cNvSpPr/>
          <p:nvPr/>
        </p:nvSpPr>
        <p:spPr>
          <a:xfrm>
            <a:off x="2908529" y="35661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0" name="Shape 118"/>
          <p:cNvSpPr/>
          <p:nvPr/>
        </p:nvSpPr>
        <p:spPr>
          <a:xfrm>
            <a:off x="3008818" y="35661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1" name="Shape 119"/>
          <p:cNvSpPr/>
          <p:nvPr/>
        </p:nvSpPr>
        <p:spPr>
          <a:xfrm>
            <a:off x="3109107" y="35661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2" name="Shape 120"/>
          <p:cNvSpPr/>
          <p:nvPr/>
        </p:nvSpPr>
        <p:spPr>
          <a:xfrm>
            <a:off x="3209397" y="35661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3" name="Shape 121"/>
          <p:cNvSpPr/>
          <p:nvPr/>
        </p:nvSpPr>
        <p:spPr>
          <a:xfrm>
            <a:off x="3309686" y="35661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4" name="Shape 122"/>
          <p:cNvSpPr/>
          <p:nvPr/>
        </p:nvSpPr>
        <p:spPr>
          <a:xfrm>
            <a:off x="3409975" y="35661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5" name="Shape 123"/>
          <p:cNvSpPr/>
          <p:nvPr/>
        </p:nvSpPr>
        <p:spPr>
          <a:xfrm>
            <a:off x="3510264" y="35661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6" name="Shape 124"/>
          <p:cNvSpPr/>
          <p:nvPr/>
        </p:nvSpPr>
        <p:spPr>
          <a:xfrm>
            <a:off x="3610553" y="35661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7" name="Shape 125"/>
          <p:cNvSpPr/>
          <p:nvPr/>
        </p:nvSpPr>
        <p:spPr>
          <a:xfrm>
            <a:off x="3710842" y="35661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8" name="Shape 126"/>
          <p:cNvSpPr/>
          <p:nvPr/>
        </p:nvSpPr>
        <p:spPr>
          <a:xfrm>
            <a:off x="3811131" y="35661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9" name="Shape 127"/>
          <p:cNvSpPr/>
          <p:nvPr/>
        </p:nvSpPr>
        <p:spPr>
          <a:xfrm>
            <a:off x="3911420" y="35661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0" name="Shape 128"/>
          <p:cNvSpPr/>
          <p:nvPr/>
        </p:nvSpPr>
        <p:spPr>
          <a:xfrm>
            <a:off x="4011709" y="35661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1" name="Shape 129"/>
          <p:cNvSpPr/>
          <p:nvPr/>
        </p:nvSpPr>
        <p:spPr>
          <a:xfrm>
            <a:off x="4111998" y="35661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2" name="Shape 130"/>
          <p:cNvSpPr/>
          <p:nvPr/>
        </p:nvSpPr>
        <p:spPr>
          <a:xfrm>
            <a:off x="4212287" y="35661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3" name="Shape 131"/>
          <p:cNvSpPr/>
          <p:nvPr/>
        </p:nvSpPr>
        <p:spPr>
          <a:xfrm>
            <a:off x="4312576" y="35661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4" name="Shape 132"/>
          <p:cNvSpPr/>
          <p:nvPr/>
        </p:nvSpPr>
        <p:spPr>
          <a:xfrm>
            <a:off x="4412865" y="35661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5" name="Shape 133"/>
          <p:cNvSpPr/>
          <p:nvPr/>
        </p:nvSpPr>
        <p:spPr>
          <a:xfrm>
            <a:off x="4513154" y="35661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6" name="Shape 134"/>
          <p:cNvSpPr/>
          <p:nvPr/>
        </p:nvSpPr>
        <p:spPr>
          <a:xfrm>
            <a:off x="4613443" y="35661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7" name="Text 135"/>
          <p:cNvSpPr/>
          <p:nvPr/>
        </p:nvSpPr>
        <p:spPr>
          <a:xfrm>
            <a:off x="320040" y="39319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F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</a:t>
            </a:r>
            <a:endParaRPr lang="en-US" sz="1000" dirty="0"/>
          </a:p>
        </p:txBody>
      </p:sp>
      <p:sp>
        <p:nvSpPr>
          <p:cNvPr id="138" name="Shape 136"/>
          <p:cNvSpPr/>
          <p:nvPr/>
        </p:nvSpPr>
        <p:spPr>
          <a:xfrm>
            <a:off x="1604772" y="397764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9" name="Shape 137"/>
          <p:cNvSpPr/>
          <p:nvPr/>
        </p:nvSpPr>
        <p:spPr>
          <a:xfrm>
            <a:off x="1705061" y="397764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0" name="Shape 138"/>
          <p:cNvSpPr/>
          <p:nvPr/>
        </p:nvSpPr>
        <p:spPr>
          <a:xfrm>
            <a:off x="1805350" y="397764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1" name="Shape 139"/>
          <p:cNvSpPr/>
          <p:nvPr/>
        </p:nvSpPr>
        <p:spPr>
          <a:xfrm>
            <a:off x="1905639" y="397764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2" name="Shape 140"/>
          <p:cNvSpPr/>
          <p:nvPr/>
        </p:nvSpPr>
        <p:spPr>
          <a:xfrm>
            <a:off x="2005928" y="397764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3" name="Shape 141"/>
          <p:cNvSpPr/>
          <p:nvPr/>
        </p:nvSpPr>
        <p:spPr>
          <a:xfrm>
            <a:off x="2106217" y="397764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4" name="Shape 142"/>
          <p:cNvSpPr/>
          <p:nvPr/>
        </p:nvSpPr>
        <p:spPr>
          <a:xfrm>
            <a:off x="2206506" y="397764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5" name="Shape 143"/>
          <p:cNvSpPr/>
          <p:nvPr/>
        </p:nvSpPr>
        <p:spPr>
          <a:xfrm>
            <a:off x="2306795" y="397764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6" name="Shape 144"/>
          <p:cNvSpPr/>
          <p:nvPr/>
        </p:nvSpPr>
        <p:spPr>
          <a:xfrm>
            <a:off x="2407084" y="397764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7" name="Shape 145"/>
          <p:cNvSpPr/>
          <p:nvPr/>
        </p:nvSpPr>
        <p:spPr>
          <a:xfrm>
            <a:off x="2507373" y="397764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8" name="Shape 146"/>
          <p:cNvSpPr/>
          <p:nvPr/>
        </p:nvSpPr>
        <p:spPr>
          <a:xfrm>
            <a:off x="2607662" y="397764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9" name="Shape 147"/>
          <p:cNvSpPr/>
          <p:nvPr/>
        </p:nvSpPr>
        <p:spPr>
          <a:xfrm>
            <a:off x="2707951" y="397764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0" name="Shape 148"/>
          <p:cNvSpPr/>
          <p:nvPr/>
        </p:nvSpPr>
        <p:spPr>
          <a:xfrm>
            <a:off x="2808240" y="397764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1" name="Shape 149"/>
          <p:cNvSpPr/>
          <p:nvPr/>
        </p:nvSpPr>
        <p:spPr>
          <a:xfrm>
            <a:off x="2908529" y="397764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2" name="Shape 150"/>
          <p:cNvSpPr/>
          <p:nvPr/>
        </p:nvSpPr>
        <p:spPr>
          <a:xfrm>
            <a:off x="3008818" y="397764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3" name="Shape 151"/>
          <p:cNvSpPr/>
          <p:nvPr/>
        </p:nvSpPr>
        <p:spPr>
          <a:xfrm>
            <a:off x="3109107" y="397764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4" name="Shape 152"/>
          <p:cNvSpPr/>
          <p:nvPr/>
        </p:nvSpPr>
        <p:spPr>
          <a:xfrm>
            <a:off x="3209397" y="397764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5" name="Shape 153"/>
          <p:cNvSpPr/>
          <p:nvPr/>
        </p:nvSpPr>
        <p:spPr>
          <a:xfrm>
            <a:off x="3309686" y="397764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6" name="Shape 154"/>
          <p:cNvSpPr/>
          <p:nvPr/>
        </p:nvSpPr>
        <p:spPr>
          <a:xfrm>
            <a:off x="3409975" y="397764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7" name="Shape 155"/>
          <p:cNvSpPr/>
          <p:nvPr/>
        </p:nvSpPr>
        <p:spPr>
          <a:xfrm>
            <a:off x="3510264" y="397764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8" name="Shape 156"/>
          <p:cNvSpPr/>
          <p:nvPr/>
        </p:nvSpPr>
        <p:spPr>
          <a:xfrm>
            <a:off x="3610553" y="397764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9" name="Shape 157"/>
          <p:cNvSpPr/>
          <p:nvPr/>
        </p:nvSpPr>
        <p:spPr>
          <a:xfrm>
            <a:off x="3710842" y="397764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0" name="Shape 158"/>
          <p:cNvSpPr/>
          <p:nvPr/>
        </p:nvSpPr>
        <p:spPr>
          <a:xfrm>
            <a:off x="3811131" y="397764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1" name="Shape 159"/>
          <p:cNvSpPr/>
          <p:nvPr/>
        </p:nvSpPr>
        <p:spPr>
          <a:xfrm>
            <a:off x="3911420" y="397764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2" name="Shape 160"/>
          <p:cNvSpPr/>
          <p:nvPr/>
        </p:nvSpPr>
        <p:spPr>
          <a:xfrm>
            <a:off x="4011709" y="397764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3" name="Shape 161"/>
          <p:cNvSpPr/>
          <p:nvPr/>
        </p:nvSpPr>
        <p:spPr>
          <a:xfrm>
            <a:off x="4111998" y="397764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4" name="Shape 162"/>
          <p:cNvSpPr/>
          <p:nvPr/>
        </p:nvSpPr>
        <p:spPr>
          <a:xfrm>
            <a:off x="4212287" y="397764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5" name="Shape 163"/>
          <p:cNvSpPr/>
          <p:nvPr/>
        </p:nvSpPr>
        <p:spPr>
          <a:xfrm>
            <a:off x="4312576" y="397764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6" name="Shape 164"/>
          <p:cNvSpPr/>
          <p:nvPr/>
        </p:nvSpPr>
        <p:spPr>
          <a:xfrm>
            <a:off x="4412865" y="397764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7" name="Shape 165"/>
          <p:cNvSpPr/>
          <p:nvPr/>
        </p:nvSpPr>
        <p:spPr>
          <a:xfrm>
            <a:off x="4513154" y="397764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8" name="Shape 166"/>
          <p:cNvSpPr/>
          <p:nvPr/>
        </p:nvSpPr>
        <p:spPr>
          <a:xfrm>
            <a:off x="4613443" y="397764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9" name="Text 167"/>
          <p:cNvSpPr/>
          <p:nvPr/>
        </p:nvSpPr>
        <p:spPr>
          <a:xfrm>
            <a:off x="320040" y="43434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F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sleep</a:t>
            </a:r>
            <a:endParaRPr lang="en-US" sz="1000" dirty="0"/>
          </a:p>
        </p:txBody>
      </p:sp>
      <p:sp>
        <p:nvSpPr>
          <p:cNvPr id="170" name="Shape 168"/>
          <p:cNvSpPr/>
          <p:nvPr/>
        </p:nvSpPr>
        <p:spPr>
          <a:xfrm>
            <a:off x="1604772" y="438912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1" name="Shape 169"/>
          <p:cNvSpPr/>
          <p:nvPr/>
        </p:nvSpPr>
        <p:spPr>
          <a:xfrm>
            <a:off x="1705061" y="438912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2" name="Shape 170"/>
          <p:cNvSpPr/>
          <p:nvPr/>
        </p:nvSpPr>
        <p:spPr>
          <a:xfrm>
            <a:off x="1805350" y="438912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3" name="Shape 171"/>
          <p:cNvSpPr/>
          <p:nvPr/>
        </p:nvSpPr>
        <p:spPr>
          <a:xfrm>
            <a:off x="1905639" y="438912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4" name="Shape 172"/>
          <p:cNvSpPr/>
          <p:nvPr/>
        </p:nvSpPr>
        <p:spPr>
          <a:xfrm>
            <a:off x="2005928" y="438912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5" name="Shape 173"/>
          <p:cNvSpPr/>
          <p:nvPr/>
        </p:nvSpPr>
        <p:spPr>
          <a:xfrm>
            <a:off x="2106217" y="438912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6" name="Shape 174"/>
          <p:cNvSpPr/>
          <p:nvPr/>
        </p:nvSpPr>
        <p:spPr>
          <a:xfrm>
            <a:off x="2206506" y="438912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7" name="Shape 175"/>
          <p:cNvSpPr/>
          <p:nvPr/>
        </p:nvSpPr>
        <p:spPr>
          <a:xfrm>
            <a:off x="2306795" y="438912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8" name="Shape 176"/>
          <p:cNvSpPr/>
          <p:nvPr/>
        </p:nvSpPr>
        <p:spPr>
          <a:xfrm>
            <a:off x="2407084" y="438912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9" name="Shape 177"/>
          <p:cNvSpPr/>
          <p:nvPr/>
        </p:nvSpPr>
        <p:spPr>
          <a:xfrm>
            <a:off x="2507373" y="438912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0" name="Shape 178"/>
          <p:cNvSpPr/>
          <p:nvPr/>
        </p:nvSpPr>
        <p:spPr>
          <a:xfrm>
            <a:off x="2607662" y="438912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1" name="Shape 179"/>
          <p:cNvSpPr/>
          <p:nvPr/>
        </p:nvSpPr>
        <p:spPr>
          <a:xfrm>
            <a:off x="2707951" y="438912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2" name="Shape 180"/>
          <p:cNvSpPr/>
          <p:nvPr/>
        </p:nvSpPr>
        <p:spPr>
          <a:xfrm>
            <a:off x="2808240" y="438912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3" name="Shape 181"/>
          <p:cNvSpPr/>
          <p:nvPr/>
        </p:nvSpPr>
        <p:spPr>
          <a:xfrm>
            <a:off x="2908529" y="438912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4" name="Shape 182"/>
          <p:cNvSpPr/>
          <p:nvPr/>
        </p:nvSpPr>
        <p:spPr>
          <a:xfrm>
            <a:off x="3008818" y="438912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5" name="Shape 183"/>
          <p:cNvSpPr/>
          <p:nvPr/>
        </p:nvSpPr>
        <p:spPr>
          <a:xfrm>
            <a:off x="3109107" y="438912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6" name="Shape 184"/>
          <p:cNvSpPr/>
          <p:nvPr/>
        </p:nvSpPr>
        <p:spPr>
          <a:xfrm>
            <a:off x="3209397" y="438912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7" name="Shape 185"/>
          <p:cNvSpPr/>
          <p:nvPr/>
        </p:nvSpPr>
        <p:spPr>
          <a:xfrm>
            <a:off x="3309686" y="438912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8" name="Shape 186"/>
          <p:cNvSpPr/>
          <p:nvPr/>
        </p:nvSpPr>
        <p:spPr>
          <a:xfrm>
            <a:off x="3409975" y="438912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9" name="Shape 187"/>
          <p:cNvSpPr/>
          <p:nvPr/>
        </p:nvSpPr>
        <p:spPr>
          <a:xfrm>
            <a:off x="3510264" y="438912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0" name="Shape 188"/>
          <p:cNvSpPr/>
          <p:nvPr/>
        </p:nvSpPr>
        <p:spPr>
          <a:xfrm>
            <a:off x="3610553" y="438912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1" name="Shape 189"/>
          <p:cNvSpPr/>
          <p:nvPr/>
        </p:nvSpPr>
        <p:spPr>
          <a:xfrm>
            <a:off x="3710842" y="438912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2" name="Shape 190"/>
          <p:cNvSpPr/>
          <p:nvPr/>
        </p:nvSpPr>
        <p:spPr>
          <a:xfrm>
            <a:off x="3811131" y="438912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3" name="Shape 191"/>
          <p:cNvSpPr/>
          <p:nvPr/>
        </p:nvSpPr>
        <p:spPr>
          <a:xfrm>
            <a:off x="3911420" y="438912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4" name="Shape 192"/>
          <p:cNvSpPr/>
          <p:nvPr/>
        </p:nvSpPr>
        <p:spPr>
          <a:xfrm>
            <a:off x="4011709" y="438912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5" name="Shape 193"/>
          <p:cNvSpPr/>
          <p:nvPr/>
        </p:nvSpPr>
        <p:spPr>
          <a:xfrm>
            <a:off x="4111998" y="438912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6" name="Shape 194"/>
          <p:cNvSpPr/>
          <p:nvPr/>
        </p:nvSpPr>
        <p:spPr>
          <a:xfrm>
            <a:off x="4212287" y="438912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7" name="Shape 195"/>
          <p:cNvSpPr/>
          <p:nvPr/>
        </p:nvSpPr>
        <p:spPr>
          <a:xfrm>
            <a:off x="4312576" y="438912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8" name="Shape 196"/>
          <p:cNvSpPr/>
          <p:nvPr/>
        </p:nvSpPr>
        <p:spPr>
          <a:xfrm>
            <a:off x="4412865" y="438912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9" name="Shape 197"/>
          <p:cNvSpPr/>
          <p:nvPr/>
        </p:nvSpPr>
        <p:spPr>
          <a:xfrm>
            <a:off x="4513154" y="438912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0" name="Shape 198"/>
          <p:cNvSpPr/>
          <p:nvPr/>
        </p:nvSpPr>
        <p:spPr>
          <a:xfrm>
            <a:off x="4613443" y="438912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1" name="Text 199"/>
          <p:cNvSpPr/>
          <p:nvPr/>
        </p:nvSpPr>
        <p:spPr>
          <a:xfrm>
            <a:off x="320040" y="4754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F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stretch</a:t>
            </a:r>
            <a:endParaRPr lang="en-US" sz="1000" dirty="0"/>
          </a:p>
        </p:txBody>
      </p:sp>
      <p:sp>
        <p:nvSpPr>
          <p:cNvPr id="202" name="Shape 200"/>
          <p:cNvSpPr/>
          <p:nvPr/>
        </p:nvSpPr>
        <p:spPr>
          <a:xfrm>
            <a:off x="1604772" y="48006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3" name="Shape 201"/>
          <p:cNvSpPr/>
          <p:nvPr/>
        </p:nvSpPr>
        <p:spPr>
          <a:xfrm>
            <a:off x="1705061" y="48006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4" name="Shape 202"/>
          <p:cNvSpPr/>
          <p:nvPr/>
        </p:nvSpPr>
        <p:spPr>
          <a:xfrm>
            <a:off x="1805350" y="48006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5" name="Shape 203"/>
          <p:cNvSpPr/>
          <p:nvPr/>
        </p:nvSpPr>
        <p:spPr>
          <a:xfrm>
            <a:off x="1905639" y="48006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6" name="Shape 204"/>
          <p:cNvSpPr/>
          <p:nvPr/>
        </p:nvSpPr>
        <p:spPr>
          <a:xfrm>
            <a:off x="2005928" y="48006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7" name="Shape 205"/>
          <p:cNvSpPr/>
          <p:nvPr/>
        </p:nvSpPr>
        <p:spPr>
          <a:xfrm>
            <a:off x="2106217" y="48006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8" name="Shape 206"/>
          <p:cNvSpPr/>
          <p:nvPr/>
        </p:nvSpPr>
        <p:spPr>
          <a:xfrm>
            <a:off x="2206506" y="48006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9" name="Shape 207"/>
          <p:cNvSpPr/>
          <p:nvPr/>
        </p:nvSpPr>
        <p:spPr>
          <a:xfrm>
            <a:off x="2306795" y="48006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0" name="Shape 208"/>
          <p:cNvSpPr/>
          <p:nvPr/>
        </p:nvSpPr>
        <p:spPr>
          <a:xfrm>
            <a:off x="2407084" y="48006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1" name="Shape 209"/>
          <p:cNvSpPr/>
          <p:nvPr/>
        </p:nvSpPr>
        <p:spPr>
          <a:xfrm>
            <a:off x="2507373" y="48006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2" name="Shape 210"/>
          <p:cNvSpPr/>
          <p:nvPr/>
        </p:nvSpPr>
        <p:spPr>
          <a:xfrm>
            <a:off x="2607662" y="48006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3" name="Shape 211"/>
          <p:cNvSpPr/>
          <p:nvPr/>
        </p:nvSpPr>
        <p:spPr>
          <a:xfrm>
            <a:off x="2707951" y="48006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4" name="Shape 212"/>
          <p:cNvSpPr/>
          <p:nvPr/>
        </p:nvSpPr>
        <p:spPr>
          <a:xfrm>
            <a:off x="2808240" y="48006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5" name="Shape 213"/>
          <p:cNvSpPr/>
          <p:nvPr/>
        </p:nvSpPr>
        <p:spPr>
          <a:xfrm>
            <a:off x="2908529" y="48006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6" name="Shape 214"/>
          <p:cNvSpPr/>
          <p:nvPr/>
        </p:nvSpPr>
        <p:spPr>
          <a:xfrm>
            <a:off x="3008818" y="48006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7" name="Shape 215"/>
          <p:cNvSpPr/>
          <p:nvPr/>
        </p:nvSpPr>
        <p:spPr>
          <a:xfrm>
            <a:off x="3109107" y="48006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8" name="Shape 216"/>
          <p:cNvSpPr/>
          <p:nvPr/>
        </p:nvSpPr>
        <p:spPr>
          <a:xfrm>
            <a:off x="3209397" y="48006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9" name="Shape 217"/>
          <p:cNvSpPr/>
          <p:nvPr/>
        </p:nvSpPr>
        <p:spPr>
          <a:xfrm>
            <a:off x="3309686" y="48006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0" name="Shape 218"/>
          <p:cNvSpPr/>
          <p:nvPr/>
        </p:nvSpPr>
        <p:spPr>
          <a:xfrm>
            <a:off x="3409975" y="48006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1" name="Shape 219"/>
          <p:cNvSpPr/>
          <p:nvPr/>
        </p:nvSpPr>
        <p:spPr>
          <a:xfrm>
            <a:off x="3510264" y="48006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2" name="Shape 220"/>
          <p:cNvSpPr/>
          <p:nvPr/>
        </p:nvSpPr>
        <p:spPr>
          <a:xfrm>
            <a:off x="3610553" y="48006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3" name="Shape 221"/>
          <p:cNvSpPr/>
          <p:nvPr/>
        </p:nvSpPr>
        <p:spPr>
          <a:xfrm>
            <a:off x="3710842" y="48006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4" name="Shape 222"/>
          <p:cNvSpPr/>
          <p:nvPr/>
        </p:nvSpPr>
        <p:spPr>
          <a:xfrm>
            <a:off x="3811131" y="48006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5" name="Shape 223"/>
          <p:cNvSpPr/>
          <p:nvPr/>
        </p:nvSpPr>
        <p:spPr>
          <a:xfrm>
            <a:off x="3911420" y="48006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6" name="Shape 224"/>
          <p:cNvSpPr/>
          <p:nvPr/>
        </p:nvSpPr>
        <p:spPr>
          <a:xfrm>
            <a:off x="4011709" y="48006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7" name="Shape 225"/>
          <p:cNvSpPr/>
          <p:nvPr/>
        </p:nvSpPr>
        <p:spPr>
          <a:xfrm>
            <a:off x="4111998" y="48006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8" name="Shape 226"/>
          <p:cNvSpPr/>
          <p:nvPr/>
        </p:nvSpPr>
        <p:spPr>
          <a:xfrm>
            <a:off x="4212287" y="48006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9" name="Shape 227"/>
          <p:cNvSpPr/>
          <p:nvPr/>
        </p:nvSpPr>
        <p:spPr>
          <a:xfrm>
            <a:off x="4312576" y="48006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0" name="Shape 228"/>
          <p:cNvSpPr/>
          <p:nvPr/>
        </p:nvSpPr>
        <p:spPr>
          <a:xfrm>
            <a:off x="4412865" y="48006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1" name="Shape 229"/>
          <p:cNvSpPr/>
          <p:nvPr/>
        </p:nvSpPr>
        <p:spPr>
          <a:xfrm>
            <a:off x="4513154" y="48006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2" name="Shape 230"/>
          <p:cNvSpPr/>
          <p:nvPr/>
        </p:nvSpPr>
        <p:spPr>
          <a:xfrm>
            <a:off x="4613443" y="480060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3" name="Text 231"/>
          <p:cNvSpPr/>
          <p:nvPr/>
        </p:nvSpPr>
        <p:spPr>
          <a:xfrm>
            <a:off x="320040" y="5166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F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</a:t>
            </a:r>
            <a:endParaRPr lang="en-US" sz="1000" dirty="0"/>
          </a:p>
        </p:txBody>
      </p:sp>
      <p:sp>
        <p:nvSpPr>
          <p:cNvPr id="234" name="Shape 232"/>
          <p:cNvSpPr/>
          <p:nvPr/>
        </p:nvSpPr>
        <p:spPr>
          <a:xfrm>
            <a:off x="1604772" y="52120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5" name="Shape 233"/>
          <p:cNvSpPr/>
          <p:nvPr/>
        </p:nvSpPr>
        <p:spPr>
          <a:xfrm>
            <a:off x="1705061" y="52120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6" name="Shape 234"/>
          <p:cNvSpPr/>
          <p:nvPr/>
        </p:nvSpPr>
        <p:spPr>
          <a:xfrm>
            <a:off x="1805350" y="52120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7" name="Shape 235"/>
          <p:cNvSpPr/>
          <p:nvPr/>
        </p:nvSpPr>
        <p:spPr>
          <a:xfrm>
            <a:off x="1905639" y="52120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8" name="Shape 236"/>
          <p:cNvSpPr/>
          <p:nvPr/>
        </p:nvSpPr>
        <p:spPr>
          <a:xfrm>
            <a:off x="2005928" y="52120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9" name="Shape 237"/>
          <p:cNvSpPr/>
          <p:nvPr/>
        </p:nvSpPr>
        <p:spPr>
          <a:xfrm>
            <a:off x="2106217" y="52120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0" name="Shape 238"/>
          <p:cNvSpPr/>
          <p:nvPr/>
        </p:nvSpPr>
        <p:spPr>
          <a:xfrm>
            <a:off x="2206506" y="52120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1" name="Shape 239"/>
          <p:cNvSpPr/>
          <p:nvPr/>
        </p:nvSpPr>
        <p:spPr>
          <a:xfrm>
            <a:off x="2306795" y="52120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2" name="Shape 240"/>
          <p:cNvSpPr/>
          <p:nvPr/>
        </p:nvSpPr>
        <p:spPr>
          <a:xfrm>
            <a:off x="2407084" y="52120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3" name="Shape 241"/>
          <p:cNvSpPr/>
          <p:nvPr/>
        </p:nvSpPr>
        <p:spPr>
          <a:xfrm>
            <a:off x="2507373" y="52120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4" name="Shape 242"/>
          <p:cNvSpPr/>
          <p:nvPr/>
        </p:nvSpPr>
        <p:spPr>
          <a:xfrm>
            <a:off x="2607662" y="52120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5" name="Shape 243"/>
          <p:cNvSpPr/>
          <p:nvPr/>
        </p:nvSpPr>
        <p:spPr>
          <a:xfrm>
            <a:off x="2707951" y="52120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6" name="Shape 244"/>
          <p:cNvSpPr/>
          <p:nvPr/>
        </p:nvSpPr>
        <p:spPr>
          <a:xfrm>
            <a:off x="2808240" y="52120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7" name="Shape 245"/>
          <p:cNvSpPr/>
          <p:nvPr/>
        </p:nvSpPr>
        <p:spPr>
          <a:xfrm>
            <a:off x="2908529" y="52120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8" name="Shape 246"/>
          <p:cNvSpPr/>
          <p:nvPr/>
        </p:nvSpPr>
        <p:spPr>
          <a:xfrm>
            <a:off x="3008818" y="52120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9" name="Shape 247"/>
          <p:cNvSpPr/>
          <p:nvPr/>
        </p:nvSpPr>
        <p:spPr>
          <a:xfrm>
            <a:off x="3109107" y="52120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0" name="Shape 248"/>
          <p:cNvSpPr/>
          <p:nvPr/>
        </p:nvSpPr>
        <p:spPr>
          <a:xfrm>
            <a:off x="3209397" y="52120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1" name="Shape 249"/>
          <p:cNvSpPr/>
          <p:nvPr/>
        </p:nvSpPr>
        <p:spPr>
          <a:xfrm>
            <a:off x="3309686" y="52120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2" name="Shape 250"/>
          <p:cNvSpPr/>
          <p:nvPr/>
        </p:nvSpPr>
        <p:spPr>
          <a:xfrm>
            <a:off x="3409975" y="52120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3" name="Shape 251"/>
          <p:cNvSpPr/>
          <p:nvPr/>
        </p:nvSpPr>
        <p:spPr>
          <a:xfrm>
            <a:off x="3510264" y="52120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4" name="Shape 252"/>
          <p:cNvSpPr/>
          <p:nvPr/>
        </p:nvSpPr>
        <p:spPr>
          <a:xfrm>
            <a:off x="3610553" y="52120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5" name="Shape 253"/>
          <p:cNvSpPr/>
          <p:nvPr/>
        </p:nvSpPr>
        <p:spPr>
          <a:xfrm>
            <a:off x="3710842" y="52120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6" name="Shape 254"/>
          <p:cNvSpPr/>
          <p:nvPr/>
        </p:nvSpPr>
        <p:spPr>
          <a:xfrm>
            <a:off x="3811131" y="52120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7" name="Shape 255"/>
          <p:cNvSpPr/>
          <p:nvPr/>
        </p:nvSpPr>
        <p:spPr>
          <a:xfrm>
            <a:off x="3911420" y="52120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8" name="Shape 256"/>
          <p:cNvSpPr/>
          <p:nvPr/>
        </p:nvSpPr>
        <p:spPr>
          <a:xfrm>
            <a:off x="4011709" y="52120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9" name="Shape 257"/>
          <p:cNvSpPr/>
          <p:nvPr/>
        </p:nvSpPr>
        <p:spPr>
          <a:xfrm>
            <a:off x="4111998" y="52120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0" name="Shape 258"/>
          <p:cNvSpPr/>
          <p:nvPr/>
        </p:nvSpPr>
        <p:spPr>
          <a:xfrm>
            <a:off x="4212287" y="52120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1" name="Shape 259"/>
          <p:cNvSpPr/>
          <p:nvPr/>
        </p:nvSpPr>
        <p:spPr>
          <a:xfrm>
            <a:off x="4312576" y="52120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2" name="Shape 260"/>
          <p:cNvSpPr/>
          <p:nvPr/>
        </p:nvSpPr>
        <p:spPr>
          <a:xfrm>
            <a:off x="4412865" y="52120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3" name="Shape 261"/>
          <p:cNvSpPr/>
          <p:nvPr/>
        </p:nvSpPr>
        <p:spPr>
          <a:xfrm>
            <a:off x="4513154" y="52120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4" name="Shape 262"/>
          <p:cNvSpPr/>
          <p:nvPr/>
        </p:nvSpPr>
        <p:spPr>
          <a:xfrm>
            <a:off x="4613443" y="521208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5" name="Text 263"/>
          <p:cNvSpPr/>
          <p:nvPr/>
        </p:nvSpPr>
        <p:spPr>
          <a:xfrm>
            <a:off x="320040" y="55778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F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no-screens</a:t>
            </a:r>
            <a:endParaRPr lang="en-US" sz="1000" dirty="0"/>
          </a:p>
        </p:txBody>
      </p:sp>
      <p:sp>
        <p:nvSpPr>
          <p:cNvPr id="266" name="Shape 264"/>
          <p:cNvSpPr/>
          <p:nvPr/>
        </p:nvSpPr>
        <p:spPr>
          <a:xfrm>
            <a:off x="1604772" y="56235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7" name="Shape 265"/>
          <p:cNvSpPr/>
          <p:nvPr/>
        </p:nvSpPr>
        <p:spPr>
          <a:xfrm>
            <a:off x="1705061" y="56235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8" name="Shape 266"/>
          <p:cNvSpPr/>
          <p:nvPr/>
        </p:nvSpPr>
        <p:spPr>
          <a:xfrm>
            <a:off x="1805350" y="56235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9" name="Shape 267"/>
          <p:cNvSpPr/>
          <p:nvPr/>
        </p:nvSpPr>
        <p:spPr>
          <a:xfrm>
            <a:off x="1905639" y="56235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0" name="Shape 268"/>
          <p:cNvSpPr/>
          <p:nvPr/>
        </p:nvSpPr>
        <p:spPr>
          <a:xfrm>
            <a:off x="2005928" y="56235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1" name="Shape 269"/>
          <p:cNvSpPr/>
          <p:nvPr/>
        </p:nvSpPr>
        <p:spPr>
          <a:xfrm>
            <a:off x="2106217" y="56235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2" name="Shape 270"/>
          <p:cNvSpPr/>
          <p:nvPr/>
        </p:nvSpPr>
        <p:spPr>
          <a:xfrm>
            <a:off x="2206506" y="56235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3" name="Shape 271"/>
          <p:cNvSpPr/>
          <p:nvPr/>
        </p:nvSpPr>
        <p:spPr>
          <a:xfrm>
            <a:off x="2306795" y="56235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4" name="Shape 272"/>
          <p:cNvSpPr/>
          <p:nvPr/>
        </p:nvSpPr>
        <p:spPr>
          <a:xfrm>
            <a:off x="2407084" y="56235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5" name="Shape 273"/>
          <p:cNvSpPr/>
          <p:nvPr/>
        </p:nvSpPr>
        <p:spPr>
          <a:xfrm>
            <a:off x="2507373" y="56235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6" name="Shape 274"/>
          <p:cNvSpPr/>
          <p:nvPr/>
        </p:nvSpPr>
        <p:spPr>
          <a:xfrm>
            <a:off x="2607662" y="56235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7" name="Shape 275"/>
          <p:cNvSpPr/>
          <p:nvPr/>
        </p:nvSpPr>
        <p:spPr>
          <a:xfrm>
            <a:off x="2707951" y="56235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8" name="Shape 276"/>
          <p:cNvSpPr/>
          <p:nvPr/>
        </p:nvSpPr>
        <p:spPr>
          <a:xfrm>
            <a:off x="2808240" y="56235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9" name="Shape 277"/>
          <p:cNvSpPr/>
          <p:nvPr/>
        </p:nvSpPr>
        <p:spPr>
          <a:xfrm>
            <a:off x="2908529" y="56235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0" name="Shape 278"/>
          <p:cNvSpPr/>
          <p:nvPr/>
        </p:nvSpPr>
        <p:spPr>
          <a:xfrm>
            <a:off x="3008818" y="56235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1" name="Shape 279"/>
          <p:cNvSpPr/>
          <p:nvPr/>
        </p:nvSpPr>
        <p:spPr>
          <a:xfrm>
            <a:off x="3109107" y="56235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2" name="Shape 280"/>
          <p:cNvSpPr/>
          <p:nvPr/>
        </p:nvSpPr>
        <p:spPr>
          <a:xfrm>
            <a:off x="3209397" y="56235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3" name="Shape 281"/>
          <p:cNvSpPr/>
          <p:nvPr/>
        </p:nvSpPr>
        <p:spPr>
          <a:xfrm>
            <a:off x="3309686" y="56235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4" name="Shape 282"/>
          <p:cNvSpPr/>
          <p:nvPr/>
        </p:nvSpPr>
        <p:spPr>
          <a:xfrm>
            <a:off x="3409975" y="56235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5" name="Shape 283"/>
          <p:cNvSpPr/>
          <p:nvPr/>
        </p:nvSpPr>
        <p:spPr>
          <a:xfrm>
            <a:off x="3510264" y="56235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6" name="Shape 284"/>
          <p:cNvSpPr/>
          <p:nvPr/>
        </p:nvSpPr>
        <p:spPr>
          <a:xfrm>
            <a:off x="3610553" y="56235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7" name="Shape 285"/>
          <p:cNvSpPr/>
          <p:nvPr/>
        </p:nvSpPr>
        <p:spPr>
          <a:xfrm>
            <a:off x="3710842" y="56235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8" name="Shape 286"/>
          <p:cNvSpPr/>
          <p:nvPr/>
        </p:nvSpPr>
        <p:spPr>
          <a:xfrm>
            <a:off x="3811131" y="56235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9" name="Shape 287"/>
          <p:cNvSpPr/>
          <p:nvPr/>
        </p:nvSpPr>
        <p:spPr>
          <a:xfrm>
            <a:off x="3911420" y="56235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0" name="Shape 288"/>
          <p:cNvSpPr/>
          <p:nvPr/>
        </p:nvSpPr>
        <p:spPr>
          <a:xfrm>
            <a:off x="4011709" y="56235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1" name="Shape 289"/>
          <p:cNvSpPr/>
          <p:nvPr/>
        </p:nvSpPr>
        <p:spPr>
          <a:xfrm>
            <a:off x="4111998" y="56235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2" name="Shape 290"/>
          <p:cNvSpPr/>
          <p:nvPr/>
        </p:nvSpPr>
        <p:spPr>
          <a:xfrm>
            <a:off x="4212287" y="56235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3" name="Shape 291"/>
          <p:cNvSpPr/>
          <p:nvPr/>
        </p:nvSpPr>
        <p:spPr>
          <a:xfrm>
            <a:off x="4312576" y="56235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4" name="Shape 292"/>
          <p:cNvSpPr/>
          <p:nvPr/>
        </p:nvSpPr>
        <p:spPr>
          <a:xfrm>
            <a:off x="4412865" y="56235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5" name="Shape 293"/>
          <p:cNvSpPr/>
          <p:nvPr/>
        </p:nvSpPr>
        <p:spPr>
          <a:xfrm>
            <a:off x="4513154" y="56235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6" name="Shape 294"/>
          <p:cNvSpPr/>
          <p:nvPr/>
        </p:nvSpPr>
        <p:spPr>
          <a:xfrm>
            <a:off x="4613443" y="5623560"/>
            <a:ext cx="91145" cy="292608"/>
          </a:xfrm>
          <a:prstGeom prst="rect">
            <a:avLst/>
          </a:prstGeom>
          <a:solidFill>
            <a:srgbClr val="EEE7D6"/>
          </a:solidFill>
          <a:ln w="381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EE7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F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4C5A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GOALS &amp; HABITS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C5A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4C5A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1934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· 03 / 90 DAYS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43891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400" i="1" dirty="0">
                <a:solidFill>
                  <a:srgbClr val="0F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project,</a:t>
            </a:r>
            <a:endParaRPr lang="en-US" sz="24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2400" i="1" dirty="0">
                <a:solidFill>
                  <a:srgbClr val="0F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ninety days.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0040" y="21945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B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  ______________________________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25146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B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IT MATTERS  __________________________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2880360"/>
            <a:ext cx="4389120" cy="0"/>
          </a:xfrm>
          <a:prstGeom prst="line">
            <a:avLst/>
          </a:prstGeom>
          <a:noFill/>
          <a:ln w="6350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Shape 10"/>
          <p:cNvSpPr/>
          <p:nvPr/>
        </p:nvSpPr>
        <p:spPr>
          <a:xfrm>
            <a:off x="320040" y="3063240"/>
            <a:ext cx="274320" cy="1188720"/>
          </a:xfrm>
          <a:prstGeom prst="rect">
            <a:avLst/>
          </a:prstGeom>
          <a:solidFill>
            <a:srgbClr val="19345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/>
          <p:nvPr/>
        </p:nvSpPr>
        <p:spPr>
          <a:xfrm>
            <a:off x="731520" y="306324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B58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 1 · BUILD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33832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F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milestone  ___________________________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749040"/>
            <a:ext cx="3977640" cy="0"/>
          </a:xfrm>
          <a:prstGeom prst="line">
            <a:avLst/>
          </a:prstGeom>
          <a:noFill/>
          <a:ln w="4445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Shape 14"/>
          <p:cNvSpPr/>
          <p:nvPr/>
        </p:nvSpPr>
        <p:spPr>
          <a:xfrm>
            <a:off x="731520" y="4023360"/>
            <a:ext cx="3977640" cy="0"/>
          </a:xfrm>
          <a:prstGeom prst="line">
            <a:avLst/>
          </a:prstGeom>
          <a:noFill/>
          <a:ln w="4445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Shape 15"/>
          <p:cNvSpPr/>
          <p:nvPr/>
        </p:nvSpPr>
        <p:spPr>
          <a:xfrm>
            <a:off x="320040" y="4480560"/>
            <a:ext cx="274320" cy="1188720"/>
          </a:xfrm>
          <a:prstGeom prst="rect">
            <a:avLst/>
          </a:prstGeom>
          <a:solidFill>
            <a:srgbClr val="19345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8" name="Text 16"/>
          <p:cNvSpPr/>
          <p:nvPr/>
        </p:nvSpPr>
        <p:spPr>
          <a:xfrm>
            <a:off x="731520" y="448056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B58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 2 · REFINE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31520" y="480060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F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milestone  ___________________________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5166360"/>
            <a:ext cx="3977640" cy="0"/>
          </a:xfrm>
          <a:prstGeom prst="line">
            <a:avLst/>
          </a:prstGeom>
          <a:noFill/>
          <a:ln w="4445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731520" y="5440680"/>
            <a:ext cx="3977640" cy="0"/>
          </a:xfrm>
          <a:prstGeom prst="line">
            <a:avLst/>
          </a:prstGeom>
          <a:noFill/>
          <a:ln w="4445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320040" y="5897880"/>
            <a:ext cx="274320" cy="1188720"/>
          </a:xfrm>
          <a:prstGeom prst="rect">
            <a:avLst/>
          </a:prstGeom>
          <a:solidFill>
            <a:srgbClr val="19345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731520" y="58978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B58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 3 · SHIP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31520" y="621792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F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milestone  ___________________________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6583680"/>
            <a:ext cx="3977640" cy="0"/>
          </a:xfrm>
          <a:prstGeom prst="line">
            <a:avLst/>
          </a:prstGeom>
          <a:noFill/>
          <a:ln w="4445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Shape 24"/>
          <p:cNvSpPr/>
          <p:nvPr/>
        </p:nvSpPr>
        <p:spPr>
          <a:xfrm>
            <a:off x="731520" y="6858000"/>
            <a:ext cx="3977640" cy="0"/>
          </a:xfrm>
          <a:prstGeom prst="line">
            <a:avLst/>
          </a:prstGeom>
          <a:noFill/>
          <a:ln w="4445">
            <a:solidFill>
              <a:srgbClr val="C9B98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606040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1965960" y="3977640"/>
            <a:ext cx="1097280" cy="0"/>
          </a:xfrm>
          <a:prstGeom prst="line">
            <a:avLst/>
          </a:prstGeom>
          <a:noFill/>
          <a:ln w="10160">
            <a:solidFill>
              <a:srgbClr val="1B1B1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" name="Text 2"/>
          <p:cNvSpPr/>
          <p:nvPr/>
        </p:nvSpPr>
        <p:spPr>
          <a:xfrm>
            <a:off x="320040" y="40690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Reflection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6634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8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DAILY REFLECTION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· 01 / END OF DAY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4389120" cy="56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800" i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 of day,</a:t>
            </a:r>
            <a:endParaRPr lang="en-US" sz="28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2800" i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honestly.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21031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  ____ / ____ / ____      weather  ___      mood  ___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2423160"/>
            <a:ext cx="4389120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20040" y="2606040"/>
            <a:ext cx="54864" cy="91440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502920" y="260604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GOOD THING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02920" y="2926080"/>
            <a:ext cx="420624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Shape 12"/>
          <p:cNvSpPr/>
          <p:nvPr/>
        </p:nvSpPr>
        <p:spPr>
          <a:xfrm>
            <a:off x="502920" y="3182112"/>
            <a:ext cx="420624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Shape 13"/>
          <p:cNvSpPr/>
          <p:nvPr/>
        </p:nvSpPr>
        <p:spPr>
          <a:xfrm>
            <a:off x="502920" y="3438144"/>
            <a:ext cx="420624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Shape 14"/>
          <p:cNvSpPr/>
          <p:nvPr/>
        </p:nvSpPr>
        <p:spPr>
          <a:xfrm>
            <a:off x="320040" y="3703320"/>
            <a:ext cx="54864" cy="91440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502920" y="370332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HARD THING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920" y="4023360"/>
            <a:ext cx="420624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Shape 17"/>
          <p:cNvSpPr/>
          <p:nvPr/>
        </p:nvSpPr>
        <p:spPr>
          <a:xfrm>
            <a:off x="502920" y="4279392"/>
            <a:ext cx="420624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8"/>
          <p:cNvSpPr/>
          <p:nvPr/>
        </p:nvSpPr>
        <p:spPr>
          <a:xfrm>
            <a:off x="502920" y="4535424"/>
            <a:ext cx="420624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320040" y="4800600"/>
            <a:ext cx="54864" cy="91440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/>
          <p:nvPr/>
        </p:nvSpPr>
        <p:spPr>
          <a:xfrm>
            <a:off x="502920" y="480060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THING I LEARNED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02920" y="5120640"/>
            <a:ext cx="420624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Shape 22"/>
          <p:cNvSpPr/>
          <p:nvPr/>
        </p:nvSpPr>
        <p:spPr>
          <a:xfrm>
            <a:off x="502920" y="5376672"/>
            <a:ext cx="420624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Shape 23"/>
          <p:cNvSpPr/>
          <p:nvPr/>
        </p:nvSpPr>
        <p:spPr>
          <a:xfrm>
            <a:off x="502920" y="5632704"/>
            <a:ext cx="420624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Shape 24"/>
          <p:cNvSpPr/>
          <p:nvPr/>
        </p:nvSpPr>
        <p:spPr>
          <a:xfrm>
            <a:off x="320040" y="5897880"/>
            <a:ext cx="54864" cy="91440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7" name="Text 25"/>
          <p:cNvSpPr/>
          <p:nvPr/>
        </p:nvSpPr>
        <p:spPr>
          <a:xfrm>
            <a:off x="502920" y="589788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THING I'M GRATEFUL FOR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02920" y="6217920"/>
            <a:ext cx="420624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Shape 27"/>
          <p:cNvSpPr/>
          <p:nvPr/>
        </p:nvSpPr>
        <p:spPr>
          <a:xfrm>
            <a:off x="502920" y="6473952"/>
            <a:ext cx="420624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Shape 28"/>
          <p:cNvSpPr/>
          <p:nvPr/>
        </p:nvSpPr>
        <p:spPr>
          <a:xfrm>
            <a:off x="502920" y="6729984"/>
            <a:ext cx="420624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DAILY REFLECTION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· 02 / MORNING PAGES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43891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000" i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Morning pages.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0040" y="15087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thoughts, before the noise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874520"/>
            <a:ext cx="4389120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20040" y="2103120"/>
            <a:ext cx="43891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Shape 10"/>
          <p:cNvSpPr/>
          <p:nvPr/>
        </p:nvSpPr>
        <p:spPr>
          <a:xfrm>
            <a:off x="320040" y="2395728"/>
            <a:ext cx="43891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320040" y="2688336"/>
            <a:ext cx="43891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Shape 12"/>
          <p:cNvSpPr/>
          <p:nvPr/>
        </p:nvSpPr>
        <p:spPr>
          <a:xfrm>
            <a:off x="320040" y="2980944"/>
            <a:ext cx="43891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Shape 13"/>
          <p:cNvSpPr/>
          <p:nvPr/>
        </p:nvSpPr>
        <p:spPr>
          <a:xfrm>
            <a:off x="320040" y="3273552"/>
            <a:ext cx="43891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Shape 14"/>
          <p:cNvSpPr/>
          <p:nvPr/>
        </p:nvSpPr>
        <p:spPr>
          <a:xfrm>
            <a:off x="320040" y="3566160"/>
            <a:ext cx="43891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Shape 15"/>
          <p:cNvSpPr/>
          <p:nvPr/>
        </p:nvSpPr>
        <p:spPr>
          <a:xfrm>
            <a:off x="320040" y="3858768"/>
            <a:ext cx="43891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Shape 16"/>
          <p:cNvSpPr/>
          <p:nvPr/>
        </p:nvSpPr>
        <p:spPr>
          <a:xfrm>
            <a:off x="320040" y="4151376"/>
            <a:ext cx="43891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Shape 17"/>
          <p:cNvSpPr/>
          <p:nvPr/>
        </p:nvSpPr>
        <p:spPr>
          <a:xfrm>
            <a:off x="320040" y="4443984"/>
            <a:ext cx="43891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8"/>
          <p:cNvSpPr/>
          <p:nvPr/>
        </p:nvSpPr>
        <p:spPr>
          <a:xfrm>
            <a:off x="320040" y="4736592"/>
            <a:ext cx="43891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320040" y="5029200"/>
            <a:ext cx="43891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320040" y="5321808"/>
            <a:ext cx="43891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Shape 21"/>
          <p:cNvSpPr/>
          <p:nvPr/>
        </p:nvSpPr>
        <p:spPr>
          <a:xfrm>
            <a:off x="320040" y="5614416"/>
            <a:ext cx="43891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Shape 22"/>
          <p:cNvSpPr/>
          <p:nvPr/>
        </p:nvSpPr>
        <p:spPr>
          <a:xfrm>
            <a:off x="320040" y="5907024"/>
            <a:ext cx="43891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Shape 23"/>
          <p:cNvSpPr/>
          <p:nvPr/>
        </p:nvSpPr>
        <p:spPr>
          <a:xfrm>
            <a:off x="320040" y="6199632"/>
            <a:ext cx="43891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Shape 24"/>
          <p:cNvSpPr/>
          <p:nvPr/>
        </p:nvSpPr>
        <p:spPr>
          <a:xfrm>
            <a:off x="320040" y="6492240"/>
            <a:ext cx="43891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Shape 25"/>
          <p:cNvSpPr/>
          <p:nvPr/>
        </p:nvSpPr>
        <p:spPr>
          <a:xfrm>
            <a:off x="320040" y="6784848"/>
            <a:ext cx="43891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Shape 26"/>
          <p:cNvSpPr/>
          <p:nvPr/>
        </p:nvSpPr>
        <p:spPr>
          <a:xfrm>
            <a:off x="320040" y="7077456"/>
            <a:ext cx="438912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11480"/>
            <a:ext cx="4389120" cy="0"/>
          </a:xfrm>
          <a:prstGeom prst="line">
            <a:avLst/>
          </a:prstGeom>
          <a:noFill/>
          <a:ln w="7620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DAILY REFLECTION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251960" y="7406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06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6B63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6400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· 03 / MONTH IN REVIEW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4389120" cy="528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600" i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month,</a:t>
            </a:r>
            <a:endParaRPr lang="en-US" sz="2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2600" i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one page.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0040" y="21031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1B1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  __________________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2468880"/>
            <a:ext cx="4389120" cy="0"/>
          </a:xfrm>
          <a:prstGeom prst="line">
            <a:avLst/>
          </a:prstGeom>
          <a:noFill/>
          <a:ln w="6350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20040" y="2697480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LOVED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" y="3017520"/>
            <a:ext cx="214884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320040" y="3291840"/>
            <a:ext cx="214884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Shape 12"/>
          <p:cNvSpPr/>
          <p:nvPr/>
        </p:nvSpPr>
        <p:spPr>
          <a:xfrm>
            <a:off x="320040" y="3566160"/>
            <a:ext cx="214884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Shape 13"/>
          <p:cNvSpPr/>
          <p:nvPr/>
        </p:nvSpPr>
        <p:spPr>
          <a:xfrm>
            <a:off x="320040" y="3840480"/>
            <a:ext cx="214884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2560320" y="2697480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LEARNED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560320" y="3017520"/>
            <a:ext cx="214884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Shape 16"/>
          <p:cNvSpPr/>
          <p:nvPr/>
        </p:nvSpPr>
        <p:spPr>
          <a:xfrm>
            <a:off x="2560320" y="3291840"/>
            <a:ext cx="214884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Shape 17"/>
          <p:cNvSpPr/>
          <p:nvPr/>
        </p:nvSpPr>
        <p:spPr>
          <a:xfrm>
            <a:off x="2560320" y="3566160"/>
            <a:ext cx="214884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8"/>
          <p:cNvSpPr/>
          <p:nvPr/>
        </p:nvSpPr>
        <p:spPr>
          <a:xfrm>
            <a:off x="2560320" y="3840480"/>
            <a:ext cx="214884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Text 19"/>
          <p:cNvSpPr/>
          <p:nvPr/>
        </p:nvSpPr>
        <p:spPr>
          <a:xfrm>
            <a:off x="320040" y="4160520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LET GO OF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4480560"/>
            <a:ext cx="214884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Shape 21"/>
          <p:cNvSpPr/>
          <p:nvPr/>
        </p:nvSpPr>
        <p:spPr>
          <a:xfrm>
            <a:off x="320040" y="4754880"/>
            <a:ext cx="214884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Shape 22"/>
          <p:cNvSpPr/>
          <p:nvPr/>
        </p:nvSpPr>
        <p:spPr>
          <a:xfrm>
            <a:off x="320040" y="5029200"/>
            <a:ext cx="214884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Shape 23"/>
          <p:cNvSpPr/>
          <p:nvPr/>
        </p:nvSpPr>
        <p:spPr>
          <a:xfrm>
            <a:off x="320040" y="5303520"/>
            <a:ext cx="214884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Text 24"/>
          <p:cNvSpPr/>
          <p:nvPr/>
        </p:nvSpPr>
        <p:spPr>
          <a:xfrm>
            <a:off x="2560320" y="4160520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LEANED INTO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560320" y="4480560"/>
            <a:ext cx="214884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Shape 26"/>
          <p:cNvSpPr/>
          <p:nvPr/>
        </p:nvSpPr>
        <p:spPr>
          <a:xfrm>
            <a:off x="2560320" y="4754880"/>
            <a:ext cx="214884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Shape 27"/>
          <p:cNvSpPr/>
          <p:nvPr/>
        </p:nvSpPr>
        <p:spPr>
          <a:xfrm>
            <a:off x="2560320" y="5029200"/>
            <a:ext cx="214884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Shape 28"/>
          <p:cNvSpPr/>
          <p:nvPr/>
        </p:nvSpPr>
        <p:spPr>
          <a:xfrm>
            <a:off x="2560320" y="5303520"/>
            <a:ext cx="214884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Text 29"/>
          <p:cNvSpPr/>
          <p:nvPr/>
        </p:nvSpPr>
        <p:spPr>
          <a:xfrm>
            <a:off x="320040" y="5623560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READ / WATCHED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0040" y="5943600"/>
            <a:ext cx="214884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Shape 31"/>
          <p:cNvSpPr/>
          <p:nvPr/>
        </p:nvSpPr>
        <p:spPr>
          <a:xfrm>
            <a:off x="320040" y="6217920"/>
            <a:ext cx="214884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Shape 32"/>
          <p:cNvSpPr/>
          <p:nvPr/>
        </p:nvSpPr>
        <p:spPr>
          <a:xfrm>
            <a:off x="320040" y="6492240"/>
            <a:ext cx="214884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Shape 33"/>
          <p:cNvSpPr/>
          <p:nvPr/>
        </p:nvSpPr>
        <p:spPr>
          <a:xfrm>
            <a:off x="320040" y="6766560"/>
            <a:ext cx="214884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" name="Text 34"/>
          <p:cNvSpPr/>
          <p:nvPr/>
        </p:nvSpPr>
        <p:spPr>
          <a:xfrm>
            <a:off x="2560320" y="5623560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B85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HEARD / SAID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560320" y="5943600"/>
            <a:ext cx="214884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Shape 36"/>
          <p:cNvSpPr/>
          <p:nvPr/>
        </p:nvSpPr>
        <p:spPr>
          <a:xfrm>
            <a:off x="2560320" y="6217920"/>
            <a:ext cx="214884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Shape 37"/>
          <p:cNvSpPr/>
          <p:nvPr/>
        </p:nvSpPr>
        <p:spPr>
          <a:xfrm>
            <a:off x="2560320" y="6492240"/>
            <a:ext cx="214884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0" name="Shape 38"/>
          <p:cNvSpPr/>
          <p:nvPr/>
        </p:nvSpPr>
        <p:spPr>
          <a:xfrm>
            <a:off x="2560320" y="6766560"/>
            <a:ext cx="2148840" cy="0"/>
          </a:xfrm>
          <a:prstGeom prst="line">
            <a:avLst/>
          </a:prstGeom>
          <a:noFill/>
          <a:ln w="444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548640"/>
            <a:ext cx="4389120" cy="0"/>
          </a:xfrm>
          <a:prstGeom prst="line">
            <a:avLst/>
          </a:prstGeom>
          <a:noFill/>
          <a:ln w="7620">
            <a:solidFill>
              <a:srgbClr val="BDB4A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E0B9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114300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600" dirty="0">
                <a:solidFill>
                  <a:srgbClr val="BDB4A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ISSUE №01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2971800"/>
            <a:ext cx="4389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FAF6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magazine you make</a:t>
            </a:r>
            <a:endParaRPr lang="en-US" sz="2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FAF6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an audience of one."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49834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600" dirty="0">
                <a:solidFill>
                  <a:srgbClr val="BDB4A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THE EDITORS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6995160"/>
            <a:ext cx="4389120" cy="0"/>
          </a:xfrm>
          <a:prstGeom prst="line">
            <a:avLst/>
          </a:prstGeom>
          <a:noFill/>
          <a:ln w="7620">
            <a:solidFill>
              <a:srgbClr val="BDB4A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" name="Text 6"/>
          <p:cNvSpPr/>
          <p:nvPr/>
        </p:nvSpPr>
        <p:spPr>
          <a:xfrm>
            <a:off x="320040" y="713232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600" dirty="0">
                <a:solidFill>
                  <a:srgbClr val="E0B9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PRINT IT.  CARRY IT.  KEEP IT.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" y="736092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400" dirty="0">
                <a:solidFill>
                  <a:srgbClr val="BDB4A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the editorial journal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1880</Words>
  <Application>Microsoft Macintosh PowerPoint</Application>
  <PresentationFormat>Custom</PresentationFormat>
  <Paragraphs>764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Arial</vt:lpstr>
      <vt:lpstr>Bierstadt</vt:lpstr>
      <vt:lpstr>Courier New</vt:lpstr>
      <vt:lpstr>Georgia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PenPal Editorial Templates</dc:title>
  <dc:subject>PptxGenJS Presentation</dc:subject>
  <dc:creator>PptxGenJS</dc:creator>
  <cp:lastModifiedBy>Welponer, Emily</cp:lastModifiedBy>
  <cp:revision>2</cp:revision>
  <dcterms:created xsi:type="dcterms:W3CDTF">2026-06-11T12:36:46Z</dcterms:created>
  <dcterms:modified xsi:type="dcterms:W3CDTF">2026-06-11T14:16:22Z</dcterms:modified>
</cp:coreProperties>
</file>